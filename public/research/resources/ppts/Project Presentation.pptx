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2"/>
  </p:notesMasterIdLst>
  <p:sldIdLst>
    <p:sldId id="256" r:id="rId2"/>
    <p:sldId id="278" r:id="rId3"/>
    <p:sldId id="257" r:id="rId4"/>
    <p:sldId id="260" r:id="rId5"/>
    <p:sldId id="261" r:id="rId6"/>
    <p:sldId id="285" r:id="rId7"/>
    <p:sldId id="279" r:id="rId8"/>
    <p:sldId id="262" r:id="rId9"/>
    <p:sldId id="286" r:id="rId10"/>
    <p:sldId id="280" r:id="rId11"/>
    <p:sldId id="263" r:id="rId12"/>
    <p:sldId id="281" r:id="rId13"/>
    <p:sldId id="287" r:id="rId14"/>
    <p:sldId id="288" r:id="rId15"/>
    <p:sldId id="289" r:id="rId16"/>
    <p:sldId id="265" r:id="rId17"/>
    <p:sldId id="266" r:id="rId18"/>
    <p:sldId id="290" r:id="rId19"/>
    <p:sldId id="291" r:id="rId20"/>
    <p:sldId id="282" r:id="rId21"/>
    <p:sldId id="292" r:id="rId22"/>
    <p:sldId id="283" r:id="rId23"/>
    <p:sldId id="293" r:id="rId24"/>
    <p:sldId id="294" r:id="rId25"/>
    <p:sldId id="284" r:id="rId26"/>
    <p:sldId id="295" r:id="rId27"/>
    <p:sldId id="296" r:id="rId28"/>
    <p:sldId id="274" r:id="rId29"/>
    <p:sldId id="277" r:id="rId30"/>
    <p:sldId id="275" r:id="rId31"/>
  </p:sldIdLst>
  <p:sldSz cx="9144000" cy="5143500" type="screen16x9"/>
  <p:notesSz cx="6858000" cy="9144000"/>
  <p:embeddedFontLst>
    <p:embeddedFont>
      <p:font typeface="DM Sans" panose="020F0502020204030204"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6CCA4F-AD00-4243-BC98-150B587832AA}">
  <a:tblStyle styleId="{426CCA4F-AD00-4243-BC98-150B587832A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8D3DFC6-5EA2-455E-A698-0E4B5E039DE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103" d="100"/>
          <a:sy n="103" d="100"/>
        </p:scale>
        <p:origin x="83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32fcd6f7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232fcd6f7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a:extLst>
            <a:ext uri="{FF2B5EF4-FFF2-40B4-BE49-F238E27FC236}">
              <a16:creationId xmlns:a16="http://schemas.microsoft.com/office/drawing/2014/main" id="{DCF09FA7-9BF0-F132-A92D-DCA82DDE0375}"/>
            </a:ext>
          </a:extLst>
        </p:cNvPr>
        <p:cNvGrpSpPr/>
        <p:nvPr/>
      </p:nvGrpSpPr>
      <p:grpSpPr>
        <a:xfrm>
          <a:off x="0" y="0"/>
          <a:ext cx="0" cy="0"/>
          <a:chOff x="0" y="0"/>
          <a:chExt cx="0" cy="0"/>
        </a:xfrm>
      </p:grpSpPr>
      <p:sp>
        <p:nvSpPr>
          <p:cNvPr id="800" name="Google Shape;800;g54dda1946d_6_322:notes">
            <a:extLst>
              <a:ext uri="{FF2B5EF4-FFF2-40B4-BE49-F238E27FC236}">
                <a16:creationId xmlns:a16="http://schemas.microsoft.com/office/drawing/2014/main" id="{38C25978-9D75-0318-93E0-AF2E351E16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54dda1946d_6_322:notes">
            <a:extLst>
              <a:ext uri="{FF2B5EF4-FFF2-40B4-BE49-F238E27FC236}">
                <a16:creationId xmlns:a16="http://schemas.microsoft.com/office/drawing/2014/main" id="{95320718-EFF8-D0A4-1EB7-A35ECB410F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010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8" name="Google Shape;82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a:extLst>
            <a:ext uri="{FF2B5EF4-FFF2-40B4-BE49-F238E27FC236}">
              <a16:creationId xmlns:a16="http://schemas.microsoft.com/office/drawing/2014/main" id="{5ED7B8D5-291F-3BD2-63D5-E2DA465D323A}"/>
            </a:ext>
          </a:extLst>
        </p:cNvPr>
        <p:cNvGrpSpPr/>
        <p:nvPr/>
      </p:nvGrpSpPr>
      <p:grpSpPr>
        <a:xfrm>
          <a:off x="0" y="0"/>
          <a:ext cx="0" cy="0"/>
          <a:chOff x="0" y="0"/>
          <a:chExt cx="0" cy="0"/>
        </a:xfrm>
      </p:grpSpPr>
      <p:sp>
        <p:nvSpPr>
          <p:cNvPr id="897" name="Google Shape;897;g54dda1946d_6_332:notes">
            <a:extLst>
              <a:ext uri="{FF2B5EF4-FFF2-40B4-BE49-F238E27FC236}">
                <a16:creationId xmlns:a16="http://schemas.microsoft.com/office/drawing/2014/main" id="{FD9AD405-E058-1B7B-3708-0066CDE1E4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54dda1946d_6_332:notes">
            <a:extLst>
              <a:ext uri="{FF2B5EF4-FFF2-40B4-BE49-F238E27FC236}">
                <a16:creationId xmlns:a16="http://schemas.microsoft.com/office/drawing/2014/main" id="{5E12A941-3514-0076-9701-3291CE8E50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910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a:extLst>
            <a:ext uri="{FF2B5EF4-FFF2-40B4-BE49-F238E27FC236}">
              <a16:creationId xmlns:a16="http://schemas.microsoft.com/office/drawing/2014/main" id="{ECC657E1-7BB8-302F-2138-4CF884D0B228}"/>
            </a:ext>
          </a:extLst>
        </p:cNvPr>
        <p:cNvGrpSpPr/>
        <p:nvPr/>
      </p:nvGrpSpPr>
      <p:grpSpPr>
        <a:xfrm>
          <a:off x="0" y="0"/>
          <a:ext cx="0" cy="0"/>
          <a:chOff x="0" y="0"/>
          <a:chExt cx="0" cy="0"/>
        </a:xfrm>
      </p:grpSpPr>
      <p:sp>
        <p:nvSpPr>
          <p:cNvPr id="827" name="Google Shape;827;g54dda1946d_6_308:notes">
            <a:extLst>
              <a:ext uri="{FF2B5EF4-FFF2-40B4-BE49-F238E27FC236}">
                <a16:creationId xmlns:a16="http://schemas.microsoft.com/office/drawing/2014/main" id="{207B0CDD-3B8F-5A20-5170-E41A0C09F4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8" name="Google Shape;828;g54dda1946d_6_308:notes">
            <a:extLst>
              <a:ext uri="{FF2B5EF4-FFF2-40B4-BE49-F238E27FC236}">
                <a16:creationId xmlns:a16="http://schemas.microsoft.com/office/drawing/2014/main" id="{4FC86B88-E0AA-D811-9EA6-563BA53CE0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1128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a:extLst>
            <a:ext uri="{FF2B5EF4-FFF2-40B4-BE49-F238E27FC236}">
              <a16:creationId xmlns:a16="http://schemas.microsoft.com/office/drawing/2014/main" id="{A275D70D-ABAC-AA11-23C0-FE34B650DE66}"/>
            </a:ext>
          </a:extLst>
        </p:cNvPr>
        <p:cNvGrpSpPr/>
        <p:nvPr/>
      </p:nvGrpSpPr>
      <p:grpSpPr>
        <a:xfrm>
          <a:off x="0" y="0"/>
          <a:ext cx="0" cy="0"/>
          <a:chOff x="0" y="0"/>
          <a:chExt cx="0" cy="0"/>
        </a:xfrm>
      </p:grpSpPr>
      <p:sp>
        <p:nvSpPr>
          <p:cNvPr id="912" name="Google Shape;912;g184d99d1a72_0_15:notes">
            <a:extLst>
              <a:ext uri="{FF2B5EF4-FFF2-40B4-BE49-F238E27FC236}">
                <a16:creationId xmlns:a16="http://schemas.microsoft.com/office/drawing/2014/main" id="{5C3DC2D9-E350-F0C2-1CD1-F966CF33E5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3" name="Google Shape;913;g184d99d1a72_0_15:notes">
            <a:extLst>
              <a:ext uri="{FF2B5EF4-FFF2-40B4-BE49-F238E27FC236}">
                <a16:creationId xmlns:a16="http://schemas.microsoft.com/office/drawing/2014/main" id="{8CF34C31-9F84-0E7E-B77A-CD51B481B5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2297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a:extLst>
            <a:ext uri="{FF2B5EF4-FFF2-40B4-BE49-F238E27FC236}">
              <a16:creationId xmlns:a16="http://schemas.microsoft.com/office/drawing/2014/main" id="{5EFB7FEB-4C7E-E71B-442D-46191AA2F4DA}"/>
            </a:ext>
          </a:extLst>
        </p:cNvPr>
        <p:cNvGrpSpPr/>
        <p:nvPr/>
      </p:nvGrpSpPr>
      <p:grpSpPr>
        <a:xfrm>
          <a:off x="0" y="0"/>
          <a:ext cx="0" cy="0"/>
          <a:chOff x="0" y="0"/>
          <a:chExt cx="0" cy="0"/>
        </a:xfrm>
      </p:grpSpPr>
      <p:sp>
        <p:nvSpPr>
          <p:cNvPr id="827" name="Google Shape;827;g54dda1946d_6_308:notes">
            <a:extLst>
              <a:ext uri="{FF2B5EF4-FFF2-40B4-BE49-F238E27FC236}">
                <a16:creationId xmlns:a16="http://schemas.microsoft.com/office/drawing/2014/main" id="{22E6933C-FD79-3E93-002A-71B2E638EA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8" name="Google Shape;828;g54dda1946d_6_308:notes">
            <a:extLst>
              <a:ext uri="{FF2B5EF4-FFF2-40B4-BE49-F238E27FC236}">
                <a16:creationId xmlns:a16="http://schemas.microsoft.com/office/drawing/2014/main" id="{4E15CC66-48AA-6FB4-B908-140E0E825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1184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a:extLst>
            <a:ext uri="{FF2B5EF4-FFF2-40B4-BE49-F238E27FC236}">
              <a16:creationId xmlns:a16="http://schemas.microsoft.com/office/drawing/2014/main" id="{05A50FB4-A9AA-2DA3-1BC6-A66AA2C3A277}"/>
            </a:ext>
          </a:extLst>
        </p:cNvPr>
        <p:cNvGrpSpPr/>
        <p:nvPr/>
      </p:nvGrpSpPr>
      <p:grpSpPr>
        <a:xfrm>
          <a:off x="0" y="0"/>
          <a:ext cx="0" cy="0"/>
          <a:chOff x="0" y="0"/>
          <a:chExt cx="0" cy="0"/>
        </a:xfrm>
      </p:grpSpPr>
      <p:sp>
        <p:nvSpPr>
          <p:cNvPr id="827" name="Google Shape;827;g54dda1946d_6_308:notes">
            <a:extLst>
              <a:ext uri="{FF2B5EF4-FFF2-40B4-BE49-F238E27FC236}">
                <a16:creationId xmlns:a16="http://schemas.microsoft.com/office/drawing/2014/main" id="{91A5B893-0849-6953-D8FC-114E11BCAE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8" name="Google Shape;828;g54dda1946d_6_308:notes">
            <a:extLst>
              <a:ext uri="{FF2B5EF4-FFF2-40B4-BE49-F238E27FC236}">
                <a16:creationId xmlns:a16="http://schemas.microsoft.com/office/drawing/2014/main" id="{4A2B8BB1-D3FE-AFCB-8A4A-A425DA8E28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1766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a:extLst>
            <a:ext uri="{FF2B5EF4-FFF2-40B4-BE49-F238E27FC236}">
              <a16:creationId xmlns:a16="http://schemas.microsoft.com/office/drawing/2014/main" id="{FD723D9A-4991-4C51-16FD-91D6EB4E3BB8}"/>
            </a:ext>
          </a:extLst>
        </p:cNvPr>
        <p:cNvGrpSpPr/>
        <p:nvPr/>
      </p:nvGrpSpPr>
      <p:grpSpPr>
        <a:xfrm>
          <a:off x="0" y="0"/>
          <a:ext cx="0" cy="0"/>
          <a:chOff x="0" y="0"/>
          <a:chExt cx="0" cy="0"/>
        </a:xfrm>
      </p:grpSpPr>
      <p:sp>
        <p:nvSpPr>
          <p:cNvPr id="897" name="Google Shape;897;g54dda1946d_6_332:notes">
            <a:extLst>
              <a:ext uri="{FF2B5EF4-FFF2-40B4-BE49-F238E27FC236}">
                <a16:creationId xmlns:a16="http://schemas.microsoft.com/office/drawing/2014/main" id="{73E1F606-4FF4-4510-0A54-350A86CA49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54dda1946d_6_332:notes">
            <a:extLst>
              <a:ext uri="{FF2B5EF4-FFF2-40B4-BE49-F238E27FC236}">
                <a16:creationId xmlns:a16="http://schemas.microsoft.com/office/drawing/2014/main" id="{E28C3ABE-E2A6-5A18-3B7C-D070639E21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3285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a:extLst>
            <a:ext uri="{FF2B5EF4-FFF2-40B4-BE49-F238E27FC236}">
              <a16:creationId xmlns:a16="http://schemas.microsoft.com/office/drawing/2014/main" id="{FEE74A4F-E558-A623-0235-09410266C539}"/>
            </a:ext>
          </a:extLst>
        </p:cNvPr>
        <p:cNvGrpSpPr/>
        <p:nvPr/>
      </p:nvGrpSpPr>
      <p:grpSpPr>
        <a:xfrm>
          <a:off x="0" y="0"/>
          <a:ext cx="0" cy="0"/>
          <a:chOff x="0" y="0"/>
          <a:chExt cx="0" cy="0"/>
        </a:xfrm>
      </p:grpSpPr>
      <p:sp>
        <p:nvSpPr>
          <p:cNvPr id="897" name="Google Shape;897;g54dda1946d_6_332:notes">
            <a:extLst>
              <a:ext uri="{FF2B5EF4-FFF2-40B4-BE49-F238E27FC236}">
                <a16:creationId xmlns:a16="http://schemas.microsoft.com/office/drawing/2014/main" id="{07D8C581-06F4-858A-00BA-F30C743B29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54dda1946d_6_332:notes">
            <a:extLst>
              <a:ext uri="{FF2B5EF4-FFF2-40B4-BE49-F238E27FC236}">
                <a16:creationId xmlns:a16="http://schemas.microsoft.com/office/drawing/2014/main" id="{09A7AF0E-636B-C308-73D0-DA155548CD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0364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a:extLst>
            <a:ext uri="{FF2B5EF4-FFF2-40B4-BE49-F238E27FC236}">
              <a16:creationId xmlns:a16="http://schemas.microsoft.com/office/drawing/2014/main" id="{A27F93C2-F30C-8E90-6BD2-7D20F5A28279}"/>
            </a:ext>
          </a:extLst>
        </p:cNvPr>
        <p:cNvGrpSpPr/>
        <p:nvPr/>
      </p:nvGrpSpPr>
      <p:grpSpPr>
        <a:xfrm>
          <a:off x="0" y="0"/>
          <a:ext cx="0" cy="0"/>
          <a:chOff x="0" y="0"/>
          <a:chExt cx="0" cy="0"/>
        </a:xfrm>
      </p:grpSpPr>
      <p:sp>
        <p:nvSpPr>
          <p:cNvPr id="897" name="Google Shape;897;g54dda1946d_6_332:notes">
            <a:extLst>
              <a:ext uri="{FF2B5EF4-FFF2-40B4-BE49-F238E27FC236}">
                <a16:creationId xmlns:a16="http://schemas.microsoft.com/office/drawing/2014/main" id="{8217A7B1-51D7-5919-FC8D-7251615BD8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54dda1946d_6_332:notes">
            <a:extLst>
              <a:ext uri="{FF2B5EF4-FFF2-40B4-BE49-F238E27FC236}">
                <a16:creationId xmlns:a16="http://schemas.microsoft.com/office/drawing/2014/main" id="{F45FDC65-CE3C-DE63-847F-7663D88624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2476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18680c384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8680c384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a:extLst>
            <a:ext uri="{FF2B5EF4-FFF2-40B4-BE49-F238E27FC236}">
              <a16:creationId xmlns:a16="http://schemas.microsoft.com/office/drawing/2014/main" id="{E69C8160-51D6-52C1-0769-4E2CF0CA6FA3}"/>
            </a:ext>
          </a:extLst>
        </p:cNvPr>
        <p:cNvGrpSpPr/>
        <p:nvPr/>
      </p:nvGrpSpPr>
      <p:grpSpPr>
        <a:xfrm>
          <a:off x="0" y="0"/>
          <a:ext cx="0" cy="0"/>
          <a:chOff x="0" y="0"/>
          <a:chExt cx="0" cy="0"/>
        </a:xfrm>
      </p:grpSpPr>
      <p:sp>
        <p:nvSpPr>
          <p:cNvPr id="1054" name="Google Shape;1054;g54dda1946d_4_2730:notes">
            <a:extLst>
              <a:ext uri="{FF2B5EF4-FFF2-40B4-BE49-F238E27FC236}">
                <a16:creationId xmlns:a16="http://schemas.microsoft.com/office/drawing/2014/main" id="{0A78E878-D7D0-528E-6A6D-BCC2869CA9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4dda1946d_4_2730:notes">
            <a:extLst>
              <a:ext uri="{FF2B5EF4-FFF2-40B4-BE49-F238E27FC236}">
                <a16:creationId xmlns:a16="http://schemas.microsoft.com/office/drawing/2014/main" id="{C365A891-3A81-28BF-2EFE-68046E4E56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1779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a:extLst>
            <a:ext uri="{FF2B5EF4-FFF2-40B4-BE49-F238E27FC236}">
              <a16:creationId xmlns:a16="http://schemas.microsoft.com/office/drawing/2014/main" id="{AA93C2D4-24F5-57E7-0155-94D2573A579E}"/>
            </a:ext>
          </a:extLst>
        </p:cNvPr>
        <p:cNvGrpSpPr/>
        <p:nvPr/>
      </p:nvGrpSpPr>
      <p:grpSpPr>
        <a:xfrm>
          <a:off x="0" y="0"/>
          <a:ext cx="0" cy="0"/>
          <a:chOff x="0" y="0"/>
          <a:chExt cx="0" cy="0"/>
        </a:xfrm>
      </p:grpSpPr>
      <p:sp>
        <p:nvSpPr>
          <p:cNvPr id="1054" name="Google Shape;1054;g54dda1946d_4_2730:notes">
            <a:extLst>
              <a:ext uri="{FF2B5EF4-FFF2-40B4-BE49-F238E27FC236}">
                <a16:creationId xmlns:a16="http://schemas.microsoft.com/office/drawing/2014/main" id="{FF04B9FF-9D4A-5B90-7239-B13FAEC963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4dda1946d_4_2730:notes">
            <a:extLst>
              <a:ext uri="{FF2B5EF4-FFF2-40B4-BE49-F238E27FC236}">
                <a16:creationId xmlns:a16="http://schemas.microsoft.com/office/drawing/2014/main" id="{49CBB213-4887-6FAF-2FE7-6AF6751B22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94153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a:extLst>
            <a:ext uri="{FF2B5EF4-FFF2-40B4-BE49-F238E27FC236}">
              <a16:creationId xmlns:a16="http://schemas.microsoft.com/office/drawing/2014/main" id="{48FF95B3-5B32-2D89-3A6D-2BB9F61E45A6}"/>
            </a:ext>
          </a:extLst>
        </p:cNvPr>
        <p:cNvGrpSpPr/>
        <p:nvPr/>
      </p:nvGrpSpPr>
      <p:grpSpPr>
        <a:xfrm>
          <a:off x="0" y="0"/>
          <a:ext cx="0" cy="0"/>
          <a:chOff x="0" y="0"/>
          <a:chExt cx="0" cy="0"/>
        </a:xfrm>
      </p:grpSpPr>
      <p:sp>
        <p:nvSpPr>
          <p:cNvPr id="974" name="Google Shape;974;g18680c38407_0_0:notes">
            <a:extLst>
              <a:ext uri="{FF2B5EF4-FFF2-40B4-BE49-F238E27FC236}">
                <a16:creationId xmlns:a16="http://schemas.microsoft.com/office/drawing/2014/main" id="{10916F42-C60D-4CD9-F491-DF6AC2B49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8680c38407_0_0:notes">
            <a:extLst>
              <a:ext uri="{FF2B5EF4-FFF2-40B4-BE49-F238E27FC236}">
                <a16:creationId xmlns:a16="http://schemas.microsoft.com/office/drawing/2014/main" id="{56E758A0-78BF-9D9E-0294-20CBA89153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33578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a:extLst>
            <a:ext uri="{FF2B5EF4-FFF2-40B4-BE49-F238E27FC236}">
              <a16:creationId xmlns:a16="http://schemas.microsoft.com/office/drawing/2014/main" id="{BF2CC245-2056-BDCE-28C8-81910F708C32}"/>
            </a:ext>
          </a:extLst>
        </p:cNvPr>
        <p:cNvGrpSpPr/>
        <p:nvPr/>
      </p:nvGrpSpPr>
      <p:grpSpPr>
        <a:xfrm>
          <a:off x="0" y="0"/>
          <a:ext cx="0" cy="0"/>
          <a:chOff x="0" y="0"/>
          <a:chExt cx="0" cy="0"/>
        </a:xfrm>
      </p:grpSpPr>
      <p:sp>
        <p:nvSpPr>
          <p:cNvPr id="957" name="Google Shape;957;g184d99d1a72_0_2:notes">
            <a:extLst>
              <a:ext uri="{FF2B5EF4-FFF2-40B4-BE49-F238E27FC236}">
                <a16:creationId xmlns:a16="http://schemas.microsoft.com/office/drawing/2014/main" id="{B452A017-631D-4D86-EF51-E38544C99A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8" name="Google Shape;958;g184d99d1a72_0_2:notes">
            <a:extLst>
              <a:ext uri="{FF2B5EF4-FFF2-40B4-BE49-F238E27FC236}">
                <a16:creationId xmlns:a16="http://schemas.microsoft.com/office/drawing/2014/main" id="{7D31D2E3-28B9-0B27-2BB4-08B3C16AC6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09862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a:extLst>
            <a:ext uri="{FF2B5EF4-FFF2-40B4-BE49-F238E27FC236}">
              <a16:creationId xmlns:a16="http://schemas.microsoft.com/office/drawing/2014/main" id="{388D343D-0F61-6B1C-1072-D26548F1D678}"/>
            </a:ext>
          </a:extLst>
        </p:cNvPr>
        <p:cNvGrpSpPr/>
        <p:nvPr/>
      </p:nvGrpSpPr>
      <p:grpSpPr>
        <a:xfrm>
          <a:off x="0" y="0"/>
          <a:ext cx="0" cy="0"/>
          <a:chOff x="0" y="0"/>
          <a:chExt cx="0" cy="0"/>
        </a:xfrm>
      </p:grpSpPr>
      <p:sp>
        <p:nvSpPr>
          <p:cNvPr id="974" name="Google Shape;974;g18680c38407_0_0:notes">
            <a:extLst>
              <a:ext uri="{FF2B5EF4-FFF2-40B4-BE49-F238E27FC236}">
                <a16:creationId xmlns:a16="http://schemas.microsoft.com/office/drawing/2014/main" id="{0125FA2C-0738-4B1F-A01E-57B3A682F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8680c38407_0_0:notes">
            <a:extLst>
              <a:ext uri="{FF2B5EF4-FFF2-40B4-BE49-F238E27FC236}">
                <a16:creationId xmlns:a16="http://schemas.microsoft.com/office/drawing/2014/main" id="{C1694E0A-811B-CA48-7D1E-F6F4F68F47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0653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a:extLst>
            <a:ext uri="{FF2B5EF4-FFF2-40B4-BE49-F238E27FC236}">
              <a16:creationId xmlns:a16="http://schemas.microsoft.com/office/drawing/2014/main" id="{3F3407F0-9CB4-5015-5009-5F52C98EF0F2}"/>
            </a:ext>
          </a:extLst>
        </p:cNvPr>
        <p:cNvGrpSpPr/>
        <p:nvPr/>
      </p:nvGrpSpPr>
      <p:grpSpPr>
        <a:xfrm>
          <a:off x="0" y="0"/>
          <a:ext cx="0" cy="0"/>
          <a:chOff x="0" y="0"/>
          <a:chExt cx="0" cy="0"/>
        </a:xfrm>
      </p:grpSpPr>
      <p:sp>
        <p:nvSpPr>
          <p:cNvPr id="897" name="Google Shape;897;g54dda1946d_6_332:notes">
            <a:extLst>
              <a:ext uri="{FF2B5EF4-FFF2-40B4-BE49-F238E27FC236}">
                <a16:creationId xmlns:a16="http://schemas.microsoft.com/office/drawing/2014/main" id="{73715156-4785-9B02-0F73-4C756E0B4B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8" name="Google Shape;898;g54dda1946d_6_332:notes">
            <a:extLst>
              <a:ext uri="{FF2B5EF4-FFF2-40B4-BE49-F238E27FC236}">
                <a16:creationId xmlns:a16="http://schemas.microsoft.com/office/drawing/2014/main" id="{3807829D-BB6D-5160-68B3-970F2A0EB6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9263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a:extLst>
            <a:ext uri="{FF2B5EF4-FFF2-40B4-BE49-F238E27FC236}">
              <a16:creationId xmlns:a16="http://schemas.microsoft.com/office/drawing/2014/main" id="{B645E114-A3EC-6606-EA60-871613807421}"/>
            </a:ext>
          </a:extLst>
        </p:cNvPr>
        <p:cNvGrpSpPr/>
        <p:nvPr/>
      </p:nvGrpSpPr>
      <p:grpSpPr>
        <a:xfrm>
          <a:off x="0" y="0"/>
          <a:ext cx="0" cy="0"/>
          <a:chOff x="0" y="0"/>
          <a:chExt cx="0" cy="0"/>
        </a:xfrm>
      </p:grpSpPr>
      <p:sp>
        <p:nvSpPr>
          <p:cNvPr id="957" name="Google Shape;957;g184d99d1a72_0_2:notes">
            <a:extLst>
              <a:ext uri="{FF2B5EF4-FFF2-40B4-BE49-F238E27FC236}">
                <a16:creationId xmlns:a16="http://schemas.microsoft.com/office/drawing/2014/main" id="{DF47676F-C7FD-18CB-790A-B0D33CE376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8" name="Google Shape;958;g184d99d1a72_0_2:notes">
            <a:extLst>
              <a:ext uri="{FF2B5EF4-FFF2-40B4-BE49-F238E27FC236}">
                <a16:creationId xmlns:a16="http://schemas.microsoft.com/office/drawing/2014/main" id="{83F561B8-FE01-27D5-5311-9F98594CFE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9743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a:extLst>
            <a:ext uri="{FF2B5EF4-FFF2-40B4-BE49-F238E27FC236}">
              <a16:creationId xmlns:a16="http://schemas.microsoft.com/office/drawing/2014/main" id="{03808678-ABD1-D9F7-6354-98C23B9895D1}"/>
            </a:ext>
          </a:extLst>
        </p:cNvPr>
        <p:cNvGrpSpPr/>
        <p:nvPr/>
      </p:nvGrpSpPr>
      <p:grpSpPr>
        <a:xfrm>
          <a:off x="0" y="0"/>
          <a:ext cx="0" cy="0"/>
          <a:chOff x="0" y="0"/>
          <a:chExt cx="0" cy="0"/>
        </a:xfrm>
      </p:grpSpPr>
      <p:sp>
        <p:nvSpPr>
          <p:cNvPr id="974" name="Google Shape;974;g18680c38407_0_0:notes">
            <a:extLst>
              <a:ext uri="{FF2B5EF4-FFF2-40B4-BE49-F238E27FC236}">
                <a16:creationId xmlns:a16="http://schemas.microsoft.com/office/drawing/2014/main" id="{35AD2429-E9F2-2507-7D32-08B54F468E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8680c38407_0_0:notes">
            <a:extLst>
              <a:ext uri="{FF2B5EF4-FFF2-40B4-BE49-F238E27FC236}">
                <a16:creationId xmlns:a16="http://schemas.microsoft.com/office/drawing/2014/main" id="{EA3D000C-ACF4-7300-96D8-33BA6E4F65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83572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a:extLst>
            <a:ext uri="{FF2B5EF4-FFF2-40B4-BE49-F238E27FC236}">
              <a16:creationId xmlns:a16="http://schemas.microsoft.com/office/drawing/2014/main" id="{479642CE-0A1A-90EA-BB67-D6F42A9B84B7}"/>
            </a:ext>
          </a:extLst>
        </p:cNvPr>
        <p:cNvGrpSpPr/>
        <p:nvPr/>
      </p:nvGrpSpPr>
      <p:grpSpPr>
        <a:xfrm>
          <a:off x="0" y="0"/>
          <a:ext cx="0" cy="0"/>
          <a:chOff x="0" y="0"/>
          <a:chExt cx="0" cy="0"/>
        </a:xfrm>
      </p:grpSpPr>
      <p:sp>
        <p:nvSpPr>
          <p:cNvPr id="1054" name="Google Shape;1054;g54dda1946d_4_2730:notes">
            <a:extLst>
              <a:ext uri="{FF2B5EF4-FFF2-40B4-BE49-F238E27FC236}">
                <a16:creationId xmlns:a16="http://schemas.microsoft.com/office/drawing/2014/main" id="{23E90D74-3300-E3B6-DE65-B13334BDE7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4dda1946d_4_2730:notes">
            <a:extLst>
              <a:ext uri="{FF2B5EF4-FFF2-40B4-BE49-F238E27FC236}">
                <a16:creationId xmlns:a16="http://schemas.microsoft.com/office/drawing/2014/main" id="{9B1BB28A-EC60-001D-2C73-21E74A85F7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3704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a:extLst>
            <a:ext uri="{FF2B5EF4-FFF2-40B4-BE49-F238E27FC236}">
              <a16:creationId xmlns:a16="http://schemas.microsoft.com/office/drawing/2014/main" id="{03EE372E-D26E-0098-0BCD-7A675AC44819}"/>
            </a:ext>
          </a:extLst>
        </p:cNvPr>
        <p:cNvGrpSpPr/>
        <p:nvPr/>
      </p:nvGrpSpPr>
      <p:grpSpPr>
        <a:xfrm>
          <a:off x="0" y="0"/>
          <a:ext cx="0" cy="0"/>
          <a:chOff x="0" y="0"/>
          <a:chExt cx="0" cy="0"/>
        </a:xfrm>
      </p:grpSpPr>
      <p:sp>
        <p:nvSpPr>
          <p:cNvPr id="1054" name="Google Shape;1054;g54dda1946d_4_2730:notes">
            <a:extLst>
              <a:ext uri="{FF2B5EF4-FFF2-40B4-BE49-F238E27FC236}">
                <a16:creationId xmlns:a16="http://schemas.microsoft.com/office/drawing/2014/main" id="{DDC5CBC4-BF81-57C1-5195-8EA27C4BDD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54dda1946d_4_2730:notes">
            <a:extLst>
              <a:ext uri="{FF2B5EF4-FFF2-40B4-BE49-F238E27FC236}">
                <a16:creationId xmlns:a16="http://schemas.microsoft.com/office/drawing/2014/main" id="{400F45AA-96D7-6E3E-3311-35E634F71F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2657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0"/>
        <p:cNvGrpSpPr/>
        <p:nvPr/>
      </p:nvGrpSpPr>
      <p:grpSpPr>
        <a:xfrm>
          <a:off x="0" y="0"/>
          <a:ext cx="0" cy="0"/>
          <a:chOff x="0" y="0"/>
          <a:chExt cx="0" cy="0"/>
        </a:xfrm>
      </p:grpSpPr>
      <p:sp>
        <p:nvSpPr>
          <p:cNvPr id="1281" name="Google Shape;1281;g18680c38407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2" name="Google Shape;1282;g18680c3840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8" name="Google Shape;1468;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52371" y="4028341"/>
            <a:ext cx="374394" cy="962866"/>
            <a:chOff x="-720900" y="1958300"/>
            <a:chExt cx="462900" cy="1190488"/>
          </a:xfrm>
        </p:grpSpPr>
        <p:sp>
          <p:nvSpPr>
            <p:cNvPr id="10" name="Google Shape;10;p2"/>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1" name="Google Shape;11;p2"/>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 name="Google Shape;12;p2"/>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 name="Google Shape;13;p2"/>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 name="Google Shape;14;p2"/>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 name="Google Shape;15;p2"/>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 name="Google Shape;16;p2"/>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 name="Google Shape;17;p2"/>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8" name="Google Shape;18;p2"/>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 name="Google Shape;19;p2"/>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0" name="Google Shape;20;p2"/>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1" name="Google Shape;21;p2"/>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2" name="Google Shape;22;p2"/>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3" name="Google Shape;23;p2"/>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4" name="Google Shape;24;p2"/>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25" name="Google Shape;25;p2"/>
          <p:cNvGrpSpPr/>
          <p:nvPr/>
        </p:nvGrpSpPr>
        <p:grpSpPr>
          <a:xfrm rot="5400000">
            <a:off x="8322971" y="-141834"/>
            <a:ext cx="374394" cy="962866"/>
            <a:chOff x="-720900" y="1958300"/>
            <a:chExt cx="462900" cy="1190488"/>
          </a:xfrm>
        </p:grpSpPr>
        <p:sp>
          <p:nvSpPr>
            <p:cNvPr id="26" name="Google Shape;26;p2"/>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7" name="Google Shape;27;p2"/>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8" name="Google Shape;28;p2"/>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9" name="Google Shape;29;p2"/>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0" name="Google Shape;30;p2"/>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1" name="Google Shape;31;p2"/>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2" name="Google Shape;32;p2"/>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 name="Google Shape;33;p2"/>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 name="Google Shape;34;p2"/>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 name="Google Shape;35;p2"/>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 name="Google Shape;36;p2"/>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 name="Google Shape;37;p2"/>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8" name="Google Shape;38;p2"/>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 name="Google Shape;39;p2"/>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 name="Google Shape;40;p2"/>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
        <p:nvSpPr>
          <p:cNvPr id="41" name="Google Shape;41;p2"/>
          <p:cNvSpPr txBox="1">
            <a:spLocks noGrp="1"/>
          </p:cNvSpPr>
          <p:nvPr>
            <p:ph type="ctrTitle"/>
          </p:nvPr>
        </p:nvSpPr>
        <p:spPr>
          <a:xfrm>
            <a:off x="713225" y="539492"/>
            <a:ext cx="4924200" cy="19116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47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2" name="Google Shape;42;p2"/>
          <p:cNvSpPr txBox="1">
            <a:spLocks noGrp="1"/>
          </p:cNvSpPr>
          <p:nvPr>
            <p:ph type="subTitle" idx="1"/>
          </p:nvPr>
        </p:nvSpPr>
        <p:spPr>
          <a:xfrm>
            <a:off x="713225" y="2736852"/>
            <a:ext cx="2578200" cy="67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sp>
        <p:nvSpPr>
          <p:cNvPr id="44" name="Google Shape;44;p3"/>
          <p:cNvSpPr txBox="1">
            <a:spLocks noGrp="1"/>
          </p:cNvSpPr>
          <p:nvPr>
            <p:ph type="title"/>
          </p:nvPr>
        </p:nvSpPr>
        <p:spPr>
          <a:xfrm>
            <a:off x="818325" y="2380401"/>
            <a:ext cx="4383600" cy="15816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5" name="Google Shape;45;p3"/>
          <p:cNvSpPr txBox="1">
            <a:spLocks noGrp="1"/>
          </p:cNvSpPr>
          <p:nvPr>
            <p:ph type="title" idx="2" hasCustomPrompt="1"/>
          </p:nvPr>
        </p:nvSpPr>
        <p:spPr>
          <a:xfrm>
            <a:off x="818325" y="657900"/>
            <a:ext cx="2396400" cy="1581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10000" b="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46" name="Google Shape;46;p3"/>
          <p:cNvGrpSpPr/>
          <p:nvPr/>
        </p:nvGrpSpPr>
        <p:grpSpPr>
          <a:xfrm rot="10800000" flipH="1">
            <a:off x="152371" y="152402"/>
            <a:ext cx="374394" cy="962866"/>
            <a:chOff x="-720900" y="1958300"/>
            <a:chExt cx="462900" cy="1190488"/>
          </a:xfrm>
        </p:grpSpPr>
        <p:sp>
          <p:nvSpPr>
            <p:cNvPr id="47" name="Google Shape;47;p3"/>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 name="Google Shape;48;p3"/>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 name="Google Shape;49;p3"/>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 name="Google Shape;50;p3"/>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1" name="Google Shape;51;p3"/>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 name="Google Shape;52;p3"/>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 name="Google Shape;53;p3"/>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 name="Google Shape;54;p3"/>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5" name="Google Shape;55;p3"/>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 name="Google Shape;56;p3"/>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 name="Google Shape;57;p3"/>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 name="Google Shape;58;p3"/>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 name="Google Shape;59;p3"/>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 name="Google Shape;60;p3"/>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 name="Google Shape;61;p3"/>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62" name="Google Shape;62;p3"/>
          <p:cNvGrpSpPr/>
          <p:nvPr/>
        </p:nvGrpSpPr>
        <p:grpSpPr>
          <a:xfrm rot="5400000" flipH="1">
            <a:off x="446646" y="4322477"/>
            <a:ext cx="374394" cy="962866"/>
            <a:chOff x="-720900" y="1958300"/>
            <a:chExt cx="462900" cy="1190488"/>
          </a:xfrm>
        </p:grpSpPr>
        <p:sp>
          <p:nvSpPr>
            <p:cNvPr id="63" name="Google Shape;63;p3"/>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 name="Google Shape;64;p3"/>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5" name="Google Shape;65;p3"/>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6" name="Google Shape;66;p3"/>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7" name="Google Shape;67;p3"/>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8" name="Google Shape;68;p3"/>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9" name="Google Shape;69;p3"/>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0" name="Google Shape;70;p3"/>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1" name="Google Shape;71;p3"/>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2" name="Google Shape;72;p3"/>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3" name="Google Shape;73;p3"/>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4" name="Google Shape;74;p3"/>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5" name="Google Shape;75;p3"/>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6" name="Google Shape;76;p3"/>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77" name="Google Shape;77;p3"/>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8"/>
        <p:cNvGrpSpPr/>
        <p:nvPr/>
      </p:nvGrpSpPr>
      <p:grpSpPr>
        <a:xfrm>
          <a:off x="0" y="0"/>
          <a:ext cx="0" cy="0"/>
          <a:chOff x="0" y="0"/>
          <a:chExt cx="0" cy="0"/>
        </a:xfrm>
      </p:grpSpPr>
      <p:sp>
        <p:nvSpPr>
          <p:cNvPr id="79" name="Google Shape;79;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solidFill>
                  <a:schemeClr val="dk2"/>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0" name="Google Shape;80;p4"/>
          <p:cNvSpPr txBox="1">
            <a:spLocks noGrp="1"/>
          </p:cNvSpPr>
          <p:nvPr>
            <p:ph type="body" idx="1"/>
          </p:nvPr>
        </p:nvSpPr>
        <p:spPr>
          <a:xfrm>
            <a:off x="720000" y="1410425"/>
            <a:ext cx="7704000" cy="21246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dk2"/>
              </a:buClr>
              <a:buSzPts val="1200"/>
              <a:buChar char="●"/>
              <a:defRPr>
                <a:solidFill>
                  <a:srgbClr val="333333"/>
                </a:solidFill>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81" name="Google Shape;81;p4"/>
          <p:cNvGrpSpPr/>
          <p:nvPr/>
        </p:nvGrpSpPr>
        <p:grpSpPr>
          <a:xfrm rot="10800000">
            <a:off x="8617208" y="152402"/>
            <a:ext cx="374394" cy="962866"/>
            <a:chOff x="-720900" y="1958300"/>
            <a:chExt cx="462900" cy="1190488"/>
          </a:xfrm>
        </p:grpSpPr>
        <p:sp>
          <p:nvSpPr>
            <p:cNvPr id="82" name="Google Shape;82;p4"/>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3" name="Google Shape;83;p4"/>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4" name="Google Shape;84;p4"/>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5" name="Google Shape;85;p4"/>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6" name="Google Shape;86;p4"/>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7" name="Google Shape;87;p4"/>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8" name="Google Shape;88;p4"/>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89" name="Google Shape;89;p4"/>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0" name="Google Shape;90;p4"/>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1" name="Google Shape;91;p4"/>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2" name="Google Shape;92;p4"/>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3" name="Google Shape;93;p4"/>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4" name="Google Shape;94;p4"/>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5" name="Google Shape;95;p4"/>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6" name="Google Shape;96;p4"/>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97" name="Google Shape;97;p4"/>
          <p:cNvGrpSpPr/>
          <p:nvPr/>
        </p:nvGrpSpPr>
        <p:grpSpPr>
          <a:xfrm rot="-5400000">
            <a:off x="446608" y="4322577"/>
            <a:ext cx="374394" cy="962866"/>
            <a:chOff x="-720900" y="1958300"/>
            <a:chExt cx="462900" cy="1190488"/>
          </a:xfrm>
        </p:grpSpPr>
        <p:sp>
          <p:nvSpPr>
            <p:cNvPr id="98" name="Google Shape;98;p4"/>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99" name="Google Shape;99;p4"/>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0" name="Google Shape;100;p4"/>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1" name="Google Shape;101;p4"/>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2" name="Google Shape;102;p4"/>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3" name="Google Shape;103;p4"/>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4" name="Google Shape;104;p4"/>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5" name="Google Shape;105;p4"/>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6" name="Google Shape;106;p4"/>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7" name="Google Shape;107;p4"/>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8" name="Google Shape;108;p4"/>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09" name="Google Shape;109;p4"/>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10" name="Google Shape;110;p4"/>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11" name="Google Shape;111;p4"/>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12" name="Google Shape;112;p4"/>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5" name="Google Shape;115;p5"/>
          <p:cNvSpPr txBox="1">
            <a:spLocks noGrp="1"/>
          </p:cNvSpPr>
          <p:nvPr>
            <p:ph type="subTitle" idx="1"/>
          </p:nvPr>
        </p:nvSpPr>
        <p:spPr>
          <a:xfrm>
            <a:off x="4956776" y="2726550"/>
            <a:ext cx="2747100" cy="14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2"/>
          </p:nvPr>
        </p:nvSpPr>
        <p:spPr>
          <a:xfrm>
            <a:off x="1440125" y="2726550"/>
            <a:ext cx="2747100" cy="148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7" name="Google Shape;117;p5"/>
          <p:cNvSpPr txBox="1">
            <a:spLocks noGrp="1"/>
          </p:cNvSpPr>
          <p:nvPr>
            <p:ph type="subTitle" idx="3"/>
          </p:nvPr>
        </p:nvSpPr>
        <p:spPr>
          <a:xfrm>
            <a:off x="1440123" y="2229099"/>
            <a:ext cx="2747100" cy="497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118" name="Google Shape;118;p5"/>
          <p:cNvSpPr txBox="1">
            <a:spLocks noGrp="1"/>
          </p:cNvSpPr>
          <p:nvPr>
            <p:ph type="subTitle" idx="4"/>
          </p:nvPr>
        </p:nvSpPr>
        <p:spPr>
          <a:xfrm>
            <a:off x="4956777" y="2229099"/>
            <a:ext cx="2747100" cy="497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grpSp>
        <p:nvGrpSpPr>
          <p:cNvPr id="119" name="Google Shape;119;p5"/>
          <p:cNvGrpSpPr/>
          <p:nvPr/>
        </p:nvGrpSpPr>
        <p:grpSpPr>
          <a:xfrm>
            <a:off x="152371" y="4028341"/>
            <a:ext cx="374394" cy="962866"/>
            <a:chOff x="-720900" y="1958300"/>
            <a:chExt cx="462900" cy="1190488"/>
          </a:xfrm>
        </p:grpSpPr>
        <p:sp>
          <p:nvSpPr>
            <p:cNvPr id="120" name="Google Shape;120;p5"/>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1" name="Google Shape;121;p5"/>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2" name="Google Shape;122;p5"/>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3" name="Google Shape;123;p5"/>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4" name="Google Shape;124;p5"/>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5" name="Google Shape;125;p5"/>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6" name="Google Shape;126;p5"/>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7" name="Google Shape;127;p5"/>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8" name="Google Shape;128;p5"/>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29" name="Google Shape;129;p5"/>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0" name="Google Shape;130;p5"/>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1" name="Google Shape;131;p5"/>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2" name="Google Shape;132;p5"/>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3" name="Google Shape;133;p5"/>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4" name="Google Shape;134;p5"/>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135" name="Google Shape;135;p5"/>
          <p:cNvGrpSpPr/>
          <p:nvPr/>
        </p:nvGrpSpPr>
        <p:grpSpPr>
          <a:xfrm rot="5400000">
            <a:off x="8322971" y="-141834"/>
            <a:ext cx="374394" cy="962866"/>
            <a:chOff x="-720900" y="1958300"/>
            <a:chExt cx="462900" cy="1190488"/>
          </a:xfrm>
        </p:grpSpPr>
        <p:sp>
          <p:nvSpPr>
            <p:cNvPr id="136" name="Google Shape;136;p5"/>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7" name="Google Shape;137;p5"/>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8" name="Google Shape;138;p5"/>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39" name="Google Shape;139;p5"/>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0" name="Google Shape;140;p5"/>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1" name="Google Shape;141;p5"/>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2" name="Google Shape;142;p5"/>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3" name="Google Shape;143;p5"/>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4" name="Google Shape;144;p5"/>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5" name="Google Shape;145;p5"/>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6" name="Google Shape;146;p5"/>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7" name="Google Shape;147;p5"/>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8" name="Google Shape;148;p5"/>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49" name="Google Shape;149;p5"/>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0" name="Google Shape;150;p5"/>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53" name="Google Shape;153;p6"/>
          <p:cNvGrpSpPr/>
          <p:nvPr/>
        </p:nvGrpSpPr>
        <p:grpSpPr>
          <a:xfrm rot="10800000" flipH="1">
            <a:off x="152371" y="152402"/>
            <a:ext cx="374394" cy="962866"/>
            <a:chOff x="-720900" y="1958300"/>
            <a:chExt cx="462900" cy="1190488"/>
          </a:xfrm>
        </p:grpSpPr>
        <p:sp>
          <p:nvSpPr>
            <p:cNvPr id="154" name="Google Shape;154;p6"/>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5" name="Google Shape;155;p6"/>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6" name="Google Shape;156;p6"/>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7" name="Google Shape;157;p6"/>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8" name="Google Shape;158;p6"/>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59" name="Google Shape;159;p6"/>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0" name="Google Shape;160;p6"/>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1" name="Google Shape;161;p6"/>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2" name="Google Shape;162;p6"/>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3" name="Google Shape;163;p6"/>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4" name="Google Shape;164;p6"/>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5" name="Google Shape;165;p6"/>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6" name="Google Shape;166;p6"/>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7" name="Google Shape;167;p6"/>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68" name="Google Shape;168;p6"/>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169" name="Google Shape;169;p6"/>
          <p:cNvGrpSpPr/>
          <p:nvPr/>
        </p:nvGrpSpPr>
        <p:grpSpPr>
          <a:xfrm rot="5400000" flipH="1">
            <a:off x="8322971" y="4322577"/>
            <a:ext cx="374394" cy="962866"/>
            <a:chOff x="-720900" y="1958300"/>
            <a:chExt cx="462900" cy="1190488"/>
          </a:xfrm>
        </p:grpSpPr>
        <p:sp>
          <p:nvSpPr>
            <p:cNvPr id="170" name="Google Shape;170;p6"/>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1" name="Google Shape;171;p6"/>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2" name="Google Shape;172;p6"/>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3" name="Google Shape;173;p6"/>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4" name="Google Shape;174;p6"/>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5" name="Google Shape;175;p6"/>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6" name="Google Shape;176;p6"/>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7" name="Google Shape;177;p6"/>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8" name="Google Shape;178;p6"/>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79" name="Google Shape;179;p6"/>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80" name="Google Shape;180;p6"/>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81" name="Google Shape;181;p6"/>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82" name="Google Shape;182;p6"/>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83" name="Google Shape;183;p6"/>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84" name="Google Shape;184;p6"/>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713225" y="1248000"/>
            <a:ext cx="3971700" cy="7923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4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7" name="Google Shape;187;p7"/>
          <p:cNvSpPr txBox="1">
            <a:spLocks noGrp="1"/>
          </p:cNvSpPr>
          <p:nvPr>
            <p:ph type="subTitle" idx="1"/>
          </p:nvPr>
        </p:nvSpPr>
        <p:spPr>
          <a:xfrm>
            <a:off x="713225" y="2040300"/>
            <a:ext cx="3971700" cy="18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200"/>
              <a:buChar char="●"/>
              <a:defRPr/>
            </a:lvl1pPr>
            <a:lvl2pPr lvl="1" algn="ctr" rtl="0">
              <a:lnSpc>
                <a:spcPct val="100000"/>
              </a:lnSpc>
              <a:spcBef>
                <a:spcPts val="0"/>
              </a:spcBef>
              <a:spcAft>
                <a:spcPts val="0"/>
              </a:spcAft>
              <a:buClr>
                <a:srgbClr val="E76A28"/>
              </a:buClr>
              <a:buSzPts val="1200"/>
              <a:buChar char="○"/>
              <a:defRPr/>
            </a:lvl2pPr>
            <a:lvl3pPr lvl="2" algn="ctr" rtl="0">
              <a:lnSpc>
                <a:spcPct val="100000"/>
              </a:lnSpc>
              <a:spcBef>
                <a:spcPts val="1600"/>
              </a:spcBef>
              <a:spcAft>
                <a:spcPts val="0"/>
              </a:spcAft>
              <a:buClr>
                <a:srgbClr val="E76A28"/>
              </a:buClr>
              <a:buSzPts val="1200"/>
              <a:buChar char="■"/>
              <a:defRPr/>
            </a:lvl3pPr>
            <a:lvl4pPr lvl="3" algn="ctr" rtl="0">
              <a:lnSpc>
                <a:spcPct val="100000"/>
              </a:lnSpc>
              <a:spcBef>
                <a:spcPts val="1600"/>
              </a:spcBef>
              <a:spcAft>
                <a:spcPts val="0"/>
              </a:spcAft>
              <a:buClr>
                <a:srgbClr val="E76A28"/>
              </a:buClr>
              <a:buSzPts val="1200"/>
              <a:buChar char="●"/>
              <a:defRPr/>
            </a:lvl4pPr>
            <a:lvl5pPr lvl="4" algn="ctr" rtl="0">
              <a:lnSpc>
                <a:spcPct val="100000"/>
              </a:lnSpc>
              <a:spcBef>
                <a:spcPts val="1600"/>
              </a:spcBef>
              <a:spcAft>
                <a:spcPts val="0"/>
              </a:spcAft>
              <a:buClr>
                <a:srgbClr val="E76A28"/>
              </a:buClr>
              <a:buSzPts val="1200"/>
              <a:buChar char="○"/>
              <a:defRPr/>
            </a:lvl5pPr>
            <a:lvl6pPr lvl="5" algn="ctr" rtl="0">
              <a:lnSpc>
                <a:spcPct val="100000"/>
              </a:lnSpc>
              <a:spcBef>
                <a:spcPts val="1600"/>
              </a:spcBef>
              <a:spcAft>
                <a:spcPts val="0"/>
              </a:spcAft>
              <a:buClr>
                <a:srgbClr val="999999"/>
              </a:buClr>
              <a:buSzPts val="1200"/>
              <a:buChar char="■"/>
              <a:defRPr/>
            </a:lvl6pPr>
            <a:lvl7pPr lvl="6" algn="ctr" rtl="0">
              <a:lnSpc>
                <a:spcPct val="100000"/>
              </a:lnSpc>
              <a:spcBef>
                <a:spcPts val="1600"/>
              </a:spcBef>
              <a:spcAft>
                <a:spcPts val="0"/>
              </a:spcAft>
              <a:buClr>
                <a:srgbClr val="999999"/>
              </a:buClr>
              <a:buSzPts val="1200"/>
              <a:buChar char="●"/>
              <a:defRPr/>
            </a:lvl7pPr>
            <a:lvl8pPr lvl="7" algn="ctr" rtl="0">
              <a:lnSpc>
                <a:spcPct val="100000"/>
              </a:lnSpc>
              <a:spcBef>
                <a:spcPts val="1600"/>
              </a:spcBef>
              <a:spcAft>
                <a:spcPts val="0"/>
              </a:spcAft>
              <a:buClr>
                <a:srgbClr val="999999"/>
              </a:buClr>
              <a:buSzPts val="1200"/>
              <a:buChar char="○"/>
              <a:defRPr/>
            </a:lvl8pPr>
            <a:lvl9pPr lvl="8" algn="ctr" rtl="0">
              <a:lnSpc>
                <a:spcPct val="100000"/>
              </a:lnSpc>
              <a:spcBef>
                <a:spcPts val="1600"/>
              </a:spcBef>
              <a:spcAft>
                <a:spcPts val="1600"/>
              </a:spcAft>
              <a:buClr>
                <a:srgbClr val="999999"/>
              </a:buClr>
              <a:buSzPts val="1200"/>
              <a:buChar char="■"/>
              <a:defRPr/>
            </a:lvl9pPr>
          </a:lstStyle>
          <a:p>
            <a:endParaRPr/>
          </a:p>
        </p:txBody>
      </p:sp>
      <p:sp>
        <p:nvSpPr>
          <p:cNvPr id="188" name="Google Shape;188;p7"/>
          <p:cNvSpPr>
            <a:spLocks noGrp="1"/>
          </p:cNvSpPr>
          <p:nvPr>
            <p:ph type="pic" idx="2"/>
          </p:nvPr>
        </p:nvSpPr>
        <p:spPr>
          <a:xfrm>
            <a:off x="5328075" y="998300"/>
            <a:ext cx="3102900" cy="4145100"/>
          </a:xfrm>
          <a:prstGeom prst="round2SameRect">
            <a:avLst>
              <a:gd name="adj1" fmla="val 16667"/>
              <a:gd name="adj2" fmla="val 0"/>
            </a:avLst>
          </a:prstGeom>
          <a:noFill/>
          <a:ln>
            <a:noFill/>
          </a:ln>
        </p:spPr>
      </p:sp>
      <p:grpSp>
        <p:nvGrpSpPr>
          <p:cNvPr id="189" name="Google Shape;189;p7"/>
          <p:cNvGrpSpPr/>
          <p:nvPr/>
        </p:nvGrpSpPr>
        <p:grpSpPr>
          <a:xfrm rot="-5400000">
            <a:off x="446646" y="4322466"/>
            <a:ext cx="374394" cy="962866"/>
            <a:chOff x="-720900" y="1958300"/>
            <a:chExt cx="462900" cy="1190488"/>
          </a:xfrm>
        </p:grpSpPr>
        <p:sp>
          <p:nvSpPr>
            <p:cNvPr id="190" name="Google Shape;190;p7"/>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1" name="Google Shape;191;p7"/>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2" name="Google Shape;192;p7"/>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3" name="Google Shape;193;p7"/>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4" name="Google Shape;194;p7"/>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5" name="Google Shape;195;p7"/>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6" name="Google Shape;196;p7"/>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7" name="Google Shape;197;p7"/>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8" name="Google Shape;198;p7"/>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199" name="Google Shape;199;p7"/>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00" name="Google Shape;200;p7"/>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01" name="Google Shape;201;p7"/>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02" name="Google Shape;202;p7"/>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03" name="Google Shape;203;p7"/>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204" name="Google Shape;204;p7"/>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5"/>
        <p:cNvGrpSpPr/>
        <p:nvPr/>
      </p:nvGrpSpPr>
      <p:grpSpPr>
        <a:xfrm>
          <a:off x="0" y="0"/>
          <a:ext cx="0" cy="0"/>
          <a:chOff x="0" y="0"/>
          <a:chExt cx="0" cy="0"/>
        </a:xfrm>
      </p:grpSpPr>
      <p:sp>
        <p:nvSpPr>
          <p:cNvPr id="206" name="Google Shape;20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7"/>
        <p:cNvGrpSpPr/>
        <p:nvPr/>
      </p:nvGrpSpPr>
      <p:grpSpPr>
        <a:xfrm>
          <a:off x="0" y="0"/>
          <a:ext cx="0" cy="0"/>
          <a:chOff x="0" y="0"/>
          <a:chExt cx="0" cy="0"/>
        </a:xfrm>
      </p:grpSpPr>
      <p:sp>
        <p:nvSpPr>
          <p:cNvPr id="208" name="Google Shape;208;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09" name="Google Shape;209;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0"/>
        <p:cNvGrpSpPr/>
        <p:nvPr/>
      </p:nvGrpSpPr>
      <p:grpSpPr>
        <a:xfrm>
          <a:off x="0" y="0"/>
          <a:ext cx="0" cy="0"/>
          <a:chOff x="0" y="0"/>
          <a:chExt cx="0" cy="0"/>
        </a:xfrm>
      </p:grpSpPr>
      <p:sp>
        <p:nvSpPr>
          <p:cNvPr id="211" name="Google Shape;211;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47"/>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28"/>
        <p:cNvGrpSpPr/>
        <p:nvPr/>
      </p:nvGrpSpPr>
      <p:grpSpPr>
        <a:xfrm>
          <a:off x="0" y="0"/>
          <a:ext cx="0" cy="0"/>
          <a:chOff x="0" y="0"/>
          <a:chExt cx="0" cy="0"/>
        </a:xfrm>
      </p:grpSpPr>
      <p:sp>
        <p:nvSpPr>
          <p:cNvPr id="329" name="Google Shape;329;p15"/>
          <p:cNvSpPr txBox="1">
            <a:spLocks noGrp="1"/>
          </p:cNvSpPr>
          <p:nvPr>
            <p:ph type="title"/>
          </p:nvPr>
        </p:nvSpPr>
        <p:spPr>
          <a:xfrm>
            <a:off x="4070575" y="3459688"/>
            <a:ext cx="43602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330" name="Google Shape;330;p15"/>
          <p:cNvSpPr txBox="1">
            <a:spLocks noGrp="1"/>
          </p:cNvSpPr>
          <p:nvPr>
            <p:ph type="subTitle" idx="1"/>
          </p:nvPr>
        </p:nvSpPr>
        <p:spPr>
          <a:xfrm>
            <a:off x="3745250" y="801375"/>
            <a:ext cx="4685400" cy="24423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grpSp>
        <p:nvGrpSpPr>
          <p:cNvPr id="331" name="Google Shape;331;p15"/>
          <p:cNvGrpSpPr/>
          <p:nvPr/>
        </p:nvGrpSpPr>
        <p:grpSpPr>
          <a:xfrm>
            <a:off x="242321" y="150516"/>
            <a:ext cx="374394" cy="962866"/>
            <a:chOff x="-720900" y="1958300"/>
            <a:chExt cx="462900" cy="1190488"/>
          </a:xfrm>
        </p:grpSpPr>
        <p:sp>
          <p:nvSpPr>
            <p:cNvPr id="332" name="Google Shape;332;p15"/>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3" name="Google Shape;333;p15"/>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4" name="Google Shape;334;p15"/>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5" name="Google Shape;335;p15"/>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6" name="Google Shape;336;p15"/>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7" name="Google Shape;337;p15"/>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8" name="Google Shape;338;p15"/>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39" name="Google Shape;339;p15"/>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0" name="Google Shape;340;p15"/>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1" name="Google Shape;341;p15"/>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2" name="Google Shape;342;p15"/>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3" name="Google Shape;343;p15"/>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4" name="Google Shape;344;p15"/>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5" name="Google Shape;345;p15"/>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46" name="Google Shape;346;p15"/>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347"/>
        <p:cNvGrpSpPr/>
        <p:nvPr/>
      </p:nvGrpSpPr>
      <p:grpSpPr>
        <a:xfrm>
          <a:off x="0" y="0"/>
          <a:ext cx="0" cy="0"/>
          <a:chOff x="0" y="0"/>
          <a:chExt cx="0" cy="0"/>
        </a:xfrm>
      </p:grpSpPr>
      <p:sp>
        <p:nvSpPr>
          <p:cNvPr id="348" name="Google Shape;348;p16"/>
          <p:cNvSpPr txBox="1">
            <a:spLocks noGrp="1"/>
          </p:cNvSpPr>
          <p:nvPr>
            <p:ph type="title"/>
          </p:nvPr>
        </p:nvSpPr>
        <p:spPr>
          <a:xfrm>
            <a:off x="720000" y="534737"/>
            <a:ext cx="3237000" cy="1132500"/>
          </a:xfrm>
          <a:prstGeom prst="rect">
            <a:avLst/>
          </a:prstGeom>
          <a:ln>
            <a:noFill/>
          </a:ln>
        </p:spPr>
        <p:txBody>
          <a:bodyPr spcFirstLastPara="1" wrap="square" lIns="91425" tIns="91425" rIns="91425" bIns="91425" anchor="b" anchorCtr="0">
            <a:noAutofit/>
          </a:bodyPr>
          <a:lstStyle>
            <a:lvl1pPr lvl="0" rtl="0">
              <a:lnSpc>
                <a:spcPct val="80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9" name="Google Shape;349;p16"/>
          <p:cNvSpPr txBox="1">
            <a:spLocks noGrp="1"/>
          </p:cNvSpPr>
          <p:nvPr>
            <p:ph type="subTitle" idx="1"/>
          </p:nvPr>
        </p:nvSpPr>
        <p:spPr>
          <a:xfrm>
            <a:off x="713225" y="1686100"/>
            <a:ext cx="3237000" cy="792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grpSp>
        <p:nvGrpSpPr>
          <p:cNvPr id="350" name="Google Shape;350;p16"/>
          <p:cNvGrpSpPr/>
          <p:nvPr/>
        </p:nvGrpSpPr>
        <p:grpSpPr>
          <a:xfrm>
            <a:off x="152371" y="4028341"/>
            <a:ext cx="374394" cy="962866"/>
            <a:chOff x="-720900" y="1958300"/>
            <a:chExt cx="462900" cy="1190488"/>
          </a:xfrm>
        </p:grpSpPr>
        <p:sp>
          <p:nvSpPr>
            <p:cNvPr id="351" name="Google Shape;351;p16"/>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2" name="Google Shape;352;p16"/>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3" name="Google Shape;353;p16"/>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4" name="Google Shape;354;p16"/>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5" name="Google Shape;355;p16"/>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6" name="Google Shape;356;p16"/>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7" name="Google Shape;357;p16"/>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8" name="Google Shape;358;p16"/>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59" name="Google Shape;359;p16"/>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0" name="Google Shape;360;p16"/>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1" name="Google Shape;361;p16"/>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2" name="Google Shape;362;p16"/>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3" name="Google Shape;363;p16"/>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4" name="Google Shape;364;p16"/>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5" name="Google Shape;365;p16"/>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366" name="Google Shape;366;p16"/>
          <p:cNvGrpSpPr/>
          <p:nvPr/>
        </p:nvGrpSpPr>
        <p:grpSpPr>
          <a:xfrm rot="5400000">
            <a:off x="8322971" y="-141834"/>
            <a:ext cx="374394" cy="962866"/>
            <a:chOff x="-720900" y="1958300"/>
            <a:chExt cx="462900" cy="1190488"/>
          </a:xfrm>
        </p:grpSpPr>
        <p:sp>
          <p:nvSpPr>
            <p:cNvPr id="367" name="Google Shape;367;p16"/>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8" name="Google Shape;368;p16"/>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69" name="Google Shape;369;p16"/>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0" name="Google Shape;370;p16"/>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1" name="Google Shape;371;p16"/>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2" name="Google Shape;372;p16"/>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3" name="Google Shape;373;p16"/>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4" name="Google Shape;374;p16"/>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5" name="Google Shape;375;p16"/>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6" name="Google Shape;376;p16"/>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7" name="Google Shape;377;p16"/>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8" name="Google Shape;378;p16"/>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79" name="Google Shape;379;p16"/>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80" name="Google Shape;380;p16"/>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81" name="Google Shape;381;p16"/>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82"/>
        <p:cNvGrpSpPr/>
        <p:nvPr/>
      </p:nvGrpSpPr>
      <p:grpSpPr>
        <a:xfrm>
          <a:off x="0" y="0"/>
          <a:ext cx="0" cy="0"/>
          <a:chOff x="0" y="0"/>
          <a:chExt cx="0" cy="0"/>
        </a:xfrm>
      </p:grpSpPr>
      <p:sp>
        <p:nvSpPr>
          <p:cNvPr id="383" name="Google Shape;383;p17"/>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4" name="Google Shape;384;p17"/>
          <p:cNvSpPr txBox="1">
            <a:spLocks noGrp="1"/>
          </p:cNvSpPr>
          <p:nvPr>
            <p:ph type="subTitle" idx="1"/>
          </p:nvPr>
        </p:nvSpPr>
        <p:spPr>
          <a:xfrm>
            <a:off x="937625" y="272654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385" name="Google Shape;385;p17"/>
          <p:cNvSpPr txBox="1">
            <a:spLocks noGrp="1"/>
          </p:cNvSpPr>
          <p:nvPr>
            <p:ph type="subTitle" idx="2"/>
          </p:nvPr>
        </p:nvSpPr>
        <p:spPr>
          <a:xfrm>
            <a:off x="3484347" y="272654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386" name="Google Shape;386;p17"/>
          <p:cNvSpPr txBox="1">
            <a:spLocks noGrp="1"/>
          </p:cNvSpPr>
          <p:nvPr>
            <p:ph type="subTitle" idx="3"/>
          </p:nvPr>
        </p:nvSpPr>
        <p:spPr>
          <a:xfrm>
            <a:off x="6031075" y="2726548"/>
            <a:ext cx="2175300" cy="150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387" name="Google Shape;387;p17"/>
          <p:cNvSpPr txBox="1">
            <a:spLocks noGrp="1"/>
          </p:cNvSpPr>
          <p:nvPr>
            <p:ph type="subTitle" idx="4"/>
          </p:nvPr>
        </p:nvSpPr>
        <p:spPr>
          <a:xfrm>
            <a:off x="937625" y="2230075"/>
            <a:ext cx="2175300" cy="496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388" name="Google Shape;388;p17"/>
          <p:cNvSpPr txBox="1">
            <a:spLocks noGrp="1"/>
          </p:cNvSpPr>
          <p:nvPr>
            <p:ph type="subTitle" idx="5"/>
          </p:nvPr>
        </p:nvSpPr>
        <p:spPr>
          <a:xfrm>
            <a:off x="3484350" y="2230075"/>
            <a:ext cx="2175300" cy="496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389" name="Google Shape;389;p17"/>
          <p:cNvSpPr txBox="1">
            <a:spLocks noGrp="1"/>
          </p:cNvSpPr>
          <p:nvPr>
            <p:ph type="subTitle" idx="6"/>
          </p:nvPr>
        </p:nvSpPr>
        <p:spPr>
          <a:xfrm>
            <a:off x="6031075" y="2230075"/>
            <a:ext cx="2175300" cy="496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grpSp>
        <p:nvGrpSpPr>
          <p:cNvPr id="390" name="Google Shape;390;p17"/>
          <p:cNvGrpSpPr/>
          <p:nvPr/>
        </p:nvGrpSpPr>
        <p:grpSpPr>
          <a:xfrm rot="10800000" flipH="1">
            <a:off x="152371" y="152402"/>
            <a:ext cx="374394" cy="962866"/>
            <a:chOff x="-720900" y="1958300"/>
            <a:chExt cx="462900" cy="1190488"/>
          </a:xfrm>
        </p:grpSpPr>
        <p:sp>
          <p:nvSpPr>
            <p:cNvPr id="391" name="Google Shape;391;p17"/>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2" name="Google Shape;392;p17"/>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3" name="Google Shape;393;p17"/>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4" name="Google Shape;394;p17"/>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5" name="Google Shape;395;p17"/>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6" name="Google Shape;396;p17"/>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7" name="Google Shape;397;p17"/>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8" name="Google Shape;398;p17"/>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399" name="Google Shape;399;p17"/>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0" name="Google Shape;400;p17"/>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1" name="Google Shape;401;p17"/>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2" name="Google Shape;402;p17"/>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3" name="Google Shape;403;p17"/>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4" name="Google Shape;404;p17"/>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5" name="Google Shape;405;p17"/>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406" name="Google Shape;406;p17"/>
          <p:cNvGrpSpPr/>
          <p:nvPr/>
        </p:nvGrpSpPr>
        <p:grpSpPr>
          <a:xfrm rot="5400000" flipH="1">
            <a:off x="8322971" y="4322577"/>
            <a:ext cx="374394" cy="962866"/>
            <a:chOff x="-720900" y="1958300"/>
            <a:chExt cx="462900" cy="1190488"/>
          </a:xfrm>
        </p:grpSpPr>
        <p:sp>
          <p:nvSpPr>
            <p:cNvPr id="407" name="Google Shape;407;p17"/>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8" name="Google Shape;408;p17"/>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09" name="Google Shape;409;p17"/>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0" name="Google Shape;410;p17"/>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1" name="Google Shape;411;p17"/>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2" name="Google Shape;412;p17"/>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3" name="Google Shape;413;p17"/>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4" name="Google Shape;414;p17"/>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5" name="Google Shape;415;p17"/>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6" name="Google Shape;416;p17"/>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7" name="Google Shape;417;p17"/>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8" name="Google Shape;418;p17"/>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19" name="Google Shape;419;p17"/>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20" name="Google Shape;420;p17"/>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21" name="Google Shape;421;p17"/>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22"/>
        <p:cNvGrpSpPr/>
        <p:nvPr/>
      </p:nvGrpSpPr>
      <p:grpSpPr>
        <a:xfrm>
          <a:off x="0" y="0"/>
          <a:ext cx="0" cy="0"/>
          <a:chOff x="0" y="0"/>
          <a:chExt cx="0" cy="0"/>
        </a:xfrm>
      </p:grpSpPr>
      <p:sp>
        <p:nvSpPr>
          <p:cNvPr id="423" name="Google Shape;423;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24" name="Google Shape;424;p18"/>
          <p:cNvSpPr txBox="1">
            <a:spLocks noGrp="1"/>
          </p:cNvSpPr>
          <p:nvPr>
            <p:ph type="subTitle" idx="1"/>
          </p:nvPr>
        </p:nvSpPr>
        <p:spPr>
          <a:xfrm>
            <a:off x="1253224" y="1825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25" name="Google Shape;425;p18"/>
          <p:cNvSpPr txBox="1">
            <a:spLocks noGrp="1"/>
          </p:cNvSpPr>
          <p:nvPr>
            <p:ph type="subTitle" idx="2"/>
          </p:nvPr>
        </p:nvSpPr>
        <p:spPr>
          <a:xfrm>
            <a:off x="5079776" y="1825100"/>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26" name="Google Shape;426;p18"/>
          <p:cNvSpPr txBox="1">
            <a:spLocks noGrp="1"/>
          </p:cNvSpPr>
          <p:nvPr>
            <p:ph type="subTitle" idx="3"/>
          </p:nvPr>
        </p:nvSpPr>
        <p:spPr>
          <a:xfrm>
            <a:off x="1253224" y="36380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27" name="Google Shape;427;p18"/>
          <p:cNvSpPr txBox="1">
            <a:spLocks noGrp="1"/>
          </p:cNvSpPr>
          <p:nvPr>
            <p:ph type="subTitle" idx="4"/>
          </p:nvPr>
        </p:nvSpPr>
        <p:spPr>
          <a:xfrm>
            <a:off x="5079776" y="3638075"/>
            <a:ext cx="2811000" cy="95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28" name="Google Shape;428;p18"/>
          <p:cNvSpPr txBox="1">
            <a:spLocks noGrp="1"/>
          </p:cNvSpPr>
          <p:nvPr>
            <p:ph type="subTitle" idx="5"/>
          </p:nvPr>
        </p:nvSpPr>
        <p:spPr>
          <a:xfrm>
            <a:off x="1253224" y="1455550"/>
            <a:ext cx="28110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29" name="Google Shape;429;p18"/>
          <p:cNvSpPr txBox="1">
            <a:spLocks noGrp="1"/>
          </p:cNvSpPr>
          <p:nvPr>
            <p:ph type="subTitle" idx="6"/>
          </p:nvPr>
        </p:nvSpPr>
        <p:spPr>
          <a:xfrm>
            <a:off x="1253224" y="3268600"/>
            <a:ext cx="28110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30" name="Google Shape;430;p18"/>
          <p:cNvSpPr txBox="1">
            <a:spLocks noGrp="1"/>
          </p:cNvSpPr>
          <p:nvPr>
            <p:ph type="subTitle" idx="7"/>
          </p:nvPr>
        </p:nvSpPr>
        <p:spPr>
          <a:xfrm>
            <a:off x="5079749" y="1455550"/>
            <a:ext cx="28110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31" name="Google Shape;431;p18"/>
          <p:cNvSpPr txBox="1">
            <a:spLocks noGrp="1"/>
          </p:cNvSpPr>
          <p:nvPr>
            <p:ph type="subTitle" idx="8"/>
          </p:nvPr>
        </p:nvSpPr>
        <p:spPr>
          <a:xfrm>
            <a:off x="5079749" y="3268600"/>
            <a:ext cx="2811000" cy="46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grpSp>
        <p:nvGrpSpPr>
          <p:cNvPr id="432" name="Google Shape;432;p18"/>
          <p:cNvGrpSpPr/>
          <p:nvPr/>
        </p:nvGrpSpPr>
        <p:grpSpPr>
          <a:xfrm>
            <a:off x="152371" y="4028341"/>
            <a:ext cx="374394" cy="962866"/>
            <a:chOff x="-720900" y="1958300"/>
            <a:chExt cx="462900" cy="1190488"/>
          </a:xfrm>
        </p:grpSpPr>
        <p:sp>
          <p:nvSpPr>
            <p:cNvPr id="433" name="Google Shape;433;p18"/>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34" name="Google Shape;434;p18"/>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35" name="Google Shape;435;p18"/>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36" name="Google Shape;436;p18"/>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37" name="Google Shape;437;p18"/>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38" name="Google Shape;438;p18"/>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39" name="Google Shape;439;p18"/>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0" name="Google Shape;440;p18"/>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1" name="Google Shape;441;p18"/>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2" name="Google Shape;442;p18"/>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3" name="Google Shape;443;p18"/>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4" name="Google Shape;444;p18"/>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5" name="Google Shape;445;p18"/>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6" name="Google Shape;446;p18"/>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47" name="Google Shape;447;p18"/>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448" name="Google Shape;448;p18"/>
          <p:cNvGrpSpPr/>
          <p:nvPr/>
        </p:nvGrpSpPr>
        <p:grpSpPr>
          <a:xfrm rot="5400000">
            <a:off x="8322971" y="-141834"/>
            <a:ext cx="374394" cy="962866"/>
            <a:chOff x="-720900" y="1958300"/>
            <a:chExt cx="462900" cy="1190488"/>
          </a:xfrm>
        </p:grpSpPr>
        <p:sp>
          <p:nvSpPr>
            <p:cNvPr id="449" name="Google Shape;449;p18"/>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0" name="Google Shape;450;p18"/>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1" name="Google Shape;451;p18"/>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2" name="Google Shape;452;p18"/>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3" name="Google Shape;453;p18"/>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4" name="Google Shape;454;p18"/>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5" name="Google Shape;455;p18"/>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6" name="Google Shape;456;p18"/>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7" name="Google Shape;457;p18"/>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8" name="Google Shape;458;p18"/>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59" name="Google Shape;459;p18"/>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60" name="Google Shape;460;p18"/>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61" name="Google Shape;461;p18"/>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62" name="Google Shape;462;p18"/>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63" name="Google Shape;463;p18"/>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64"/>
        <p:cNvGrpSpPr/>
        <p:nvPr/>
      </p:nvGrpSpPr>
      <p:grpSpPr>
        <a:xfrm>
          <a:off x="0" y="0"/>
          <a:ext cx="0" cy="0"/>
          <a:chOff x="0" y="0"/>
          <a:chExt cx="0" cy="0"/>
        </a:xfrm>
      </p:grpSpPr>
      <p:sp>
        <p:nvSpPr>
          <p:cNvPr id="465" name="Google Shape;465;p19"/>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6" name="Google Shape;466;p19"/>
          <p:cNvSpPr txBox="1">
            <a:spLocks noGrp="1"/>
          </p:cNvSpPr>
          <p:nvPr>
            <p:ph type="subTitle" idx="1"/>
          </p:nvPr>
        </p:nvSpPr>
        <p:spPr>
          <a:xfrm>
            <a:off x="720000" y="1950311"/>
            <a:ext cx="2432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67" name="Google Shape;467;p19"/>
          <p:cNvSpPr txBox="1">
            <a:spLocks noGrp="1"/>
          </p:cNvSpPr>
          <p:nvPr>
            <p:ph type="subTitle" idx="2"/>
          </p:nvPr>
        </p:nvSpPr>
        <p:spPr>
          <a:xfrm>
            <a:off x="3355800" y="1950311"/>
            <a:ext cx="2432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68" name="Google Shape;468;p19"/>
          <p:cNvSpPr txBox="1">
            <a:spLocks noGrp="1"/>
          </p:cNvSpPr>
          <p:nvPr>
            <p:ph type="subTitle" idx="3"/>
          </p:nvPr>
        </p:nvSpPr>
        <p:spPr>
          <a:xfrm>
            <a:off x="720000" y="3680600"/>
            <a:ext cx="2432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69" name="Google Shape;469;p19"/>
          <p:cNvSpPr txBox="1">
            <a:spLocks noGrp="1"/>
          </p:cNvSpPr>
          <p:nvPr>
            <p:ph type="subTitle" idx="4"/>
          </p:nvPr>
        </p:nvSpPr>
        <p:spPr>
          <a:xfrm>
            <a:off x="3355800" y="3680600"/>
            <a:ext cx="2432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70" name="Google Shape;470;p19"/>
          <p:cNvSpPr txBox="1">
            <a:spLocks noGrp="1"/>
          </p:cNvSpPr>
          <p:nvPr>
            <p:ph type="subTitle" idx="5"/>
          </p:nvPr>
        </p:nvSpPr>
        <p:spPr>
          <a:xfrm>
            <a:off x="5991600" y="1950311"/>
            <a:ext cx="2432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71" name="Google Shape;471;p19"/>
          <p:cNvSpPr txBox="1">
            <a:spLocks noGrp="1"/>
          </p:cNvSpPr>
          <p:nvPr>
            <p:ph type="subTitle" idx="6"/>
          </p:nvPr>
        </p:nvSpPr>
        <p:spPr>
          <a:xfrm>
            <a:off x="5991600" y="3680600"/>
            <a:ext cx="2432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472" name="Google Shape;472;p19"/>
          <p:cNvSpPr txBox="1">
            <a:spLocks noGrp="1"/>
          </p:cNvSpPr>
          <p:nvPr>
            <p:ph type="subTitle" idx="7"/>
          </p:nvPr>
        </p:nvSpPr>
        <p:spPr>
          <a:xfrm>
            <a:off x="720000" y="1576413"/>
            <a:ext cx="2431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73" name="Google Shape;473;p19"/>
          <p:cNvSpPr txBox="1">
            <a:spLocks noGrp="1"/>
          </p:cNvSpPr>
          <p:nvPr>
            <p:ph type="subTitle" idx="8"/>
          </p:nvPr>
        </p:nvSpPr>
        <p:spPr>
          <a:xfrm>
            <a:off x="3355800" y="1576413"/>
            <a:ext cx="2431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74" name="Google Shape;474;p19"/>
          <p:cNvSpPr txBox="1">
            <a:spLocks noGrp="1"/>
          </p:cNvSpPr>
          <p:nvPr>
            <p:ph type="subTitle" idx="9"/>
          </p:nvPr>
        </p:nvSpPr>
        <p:spPr>
          <a:xfrm>
            <a:off x="5992200" y="1576413"/>
            <a:ext cx="2431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75" name="Google Shape;475;p19"/>
          <p:cNvSpPr txBox="1">
            <a:spLocks noGrp="1"/>
          </p:cNvSpPr>
          <p:nvPr>
            <p:ph type="subTitle" idx="13"/>
          </p:nvPr>
        </p:nvSpPr>
        <p:spPr>
          <a:xfrm>
            <a:off x="720000" y="3303500"/>
            <a:ext cx="2431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76" name="Google Shape;476;p19"/>
          <p:cNvSpPr txBox="1">
            <a:spLocks noGrp="1"/>
          </p:cNvSpPr>
          <p:nvPr>
            <p:ph type="subTitle" idx="14"/>
          </p:nvPr>
        </p:nvSpPr>
        <p:spPr>
          <a:xfrm>
            <a:off x="3355800" y="3303500"/>
            <a:ext cx="2431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477" name="Google Shape;477;p19"/>
          <p:cNvSpPr txBox="1">
            <a:spLocks noGrp="1"/>
          </p:cNvSpPr>
          <p:nvPr>
            <p:ph type="subTitle" idx="15"/>
          </p:nvPr>
        </p:nvSpPr>
        <p:spPr>
          <a:xfrm>
            <a:off x="5992200" y="3303500"/>
            <a:ext cx="2431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grpSp>
        <p:nvGrpSpPr>
          <p:cNvPr id="478" name="Google Shape;478;p19"/>
          <p:cNvGrpSpPr/>
          <p:nvPr/>
        </p:nvGrpSpPr>
        <p:grpSpPr>
          <a:xfrm flipH="1">
            <a:off x="8617208" y="4028341"/>
            <a:ext cx="374394" cy="962866"/>
            <a:chOff x="-720900" y="1958300"/>
            <a:chExt cx="462900" cy="1190488"/>
          </a:xfrm>
        </p:grpSpPr>
        <p:sp>
          <p:nvSpPr>
            <p:cNvPr id="479" name="Google Shape;479;p19"/>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0" name="Google Shape;480;p19"/>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1" name="Google Shape;481;p19"/>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2" name="Google Shape;482;p19"/>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3" name="Google Shape;483;p19"/>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4" name="Google Shape;484;p19"/>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5" name="Google Shape;485;p19"/>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6" name="Google Shape;486;p19"/>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7" name="Google Shape;487;p19"/>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8" name="Google Shape;488;p19"/>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89" name="Google Shape;489;p19"/>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0" name="Google Shape;490;p19"/>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1" name="Google Shape;491;p19"/>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2" name="Google Shape;492;p19"/>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3" name="Google Shape;493;p19"/>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494" name="Google Shape;494;p19"/>
          <p:cNvGrpSpPr/>
          <p:nvPr/>
        </p:nvGrpSpPr>
        <p:grpSpPr>
          <a:xfrm rot="-5400000" flipH="1">
            <a:off x="446608" y="-141834"/>
            <a:ext cx="374394" cy="962866"/>
            <a:chOff x="-720900" y="1958300"/>
            <a:chExt cx="462900" cy="1190488"/>
          </a:xfrm>
        </p:grpSpPr>
        <p:sp>
          <p:nvSpPr>
            <p:cNvPr id="495" name="Google Shape;495;p19"/>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6" name="Google Shape;496;p19"/>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7" name="Google Shape;497;p19"/>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8" name="Google Shape;498;p19"/>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499" name="Google Shape;499;p19"/>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0" name="Google Shape;500;p19"/>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1" name="Google Shape;501;p19"/>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2" name="Google Shape;502;p19"/>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3" name="Google Shape;503;p19"/>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4" name="Google Shape;504;p19"/>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5" name="Google Shape;505;p19"/>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6" name="Google Shape;506;p19"/>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7" name="Google Shape;507;p19"/>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8" name="Google Shape;508;p19"/>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09" name="Google Shape;509;p19"/>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510"/>
        <p:cNvGrpSpPr/>
        <p:nvPr/>
      </p:nvGrpSpPr>
      <p:grpSpPr>
        <a:xfrm>
          <a:off x="0" y="0"/>
          <a:ext cx="0" cy="0"/>
          <a:chOff x="0" y="0"/>
          <a:chExt cx="0" cy="0"/>
        </a:xfrm>
      </p:grpSpPr>
      <p:sp>
        <p:nvSpPr>
          <p:cNvPr id="511" name="Google Shape;511;p20"/>
          <p:cNvSpPr txBox="1">
            <a:spLocks noGrp="1"/>
          </p:cNvSpPr>
          <p:nvPr>
            <p:ph type="title" hasCustomPrompt="1"/>
          </p:nvPr>
        </p:nvSpPr>
        <p:spPr>
          <a:xfrm>
            <a:off x="1085550" y="608376"/>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12" name="Google Shape;512;p20"/>
          <p:cNvSpPr txBox="1">
            <a:spLocks noGrp="1"/>
          </p:cNvSpPr>
          <p:nvPr>
            <p:ph type="subTitle" idx="1"/>
          </p:nvPr>
        </p:nvSpPr>
        <p:spPr>
          <a:xfrm>
            <a:off x="1085550" y="1529675"/>
            <a:ext cx="3492600" cy="3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13" name="Google Shape;513;p20"/>
          <p:cNvSpPr txBox="1">
            <a:spLocks noGrp="1"/>
          </p:cNvSpPr>
          <p:nvPr>
            <p:ph type="title" idx="2" hasCustomPrompt="1"/>
          </p:nvPr>
        </p:nvSpPr>
        <p:spPr>
          <a:xfrm flipH="1">
            <a:off x="1085550" y="1925559"/>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14" name="Google Shape;514;p20"/>
          <p:cNvSpPr txBox="1">
            <a:spLocks noGrp="1"/>
          </p:cNvSpPr>
          <p:nvPr>
            <p:ph type="subTitle" idx="3"/>
          </p:nvPr>
        </p:nvSpPr>
        <p:spPr>
          <a:xfrm flipH="1">
            <a:off x="1085550" y="2852899"/>
            <a:ext cx="3492600" cy="3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15" name="Google Shape;515;p20"/>
          <p:cNvSpPr txBox="1">
            <a:spLocks noGrp="1"/>
          </p:cNvSpPr>
          <p:nvPr>
            <p:ph type="title" idx="4" hasCustomPrompt="1"/>
          </p:nvPr>
        </p:nvSpPr>
        <p:spPr>
          <a:xfrm flipH="1">
            <a:off x="1085550" y="3242719"/>
            <a:ext cx="34926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516" name="Google Shape;516;p20"/>
          <p:cNvSpPr txBox="1">
            <a:spLocks noGrp="1"/>
          </p:cNvSpPr>
          <p:nvPr>
            <p:ph type="subTitle" idx="5"/>
          </p:nvPr>
        </p:nvSpPr>
        <p:spPr>
          <a:xfrm flipH="1">
            <a:off x="1085550" y="4164024"/>
            <a:ext cx="3492600" cy="37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17" name="Google Shape;517;p20"/>
          <p:cNvGrpSpPr/>
          <p:nvPr/>
        </p:nvGrpSpPr>
        <p:grpSpPr>
          <a:xfrm>
            <a:off x="242321" y="150516"/>
            <a:ext cx="374394" cy="962866"/>
            <a:chOff x="-720900" y="1958300"/>
            <a:chExt cx="462900" cy="1190488"/>
          </a:xfrm>
        </p:grpSpPr>
        <p:sp>
          <p:nvSpPr>
            <p:cNvPr id="518" name="Google Shape;518;p20"/>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19" name="Google Shape;519;p20"/>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0" name="Google Shape;520;p20"/>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1" name="Google Shape;521;p20"/>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2" name="Google Shape;522;p20"/>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3" name="Google Shape;523;p20"/>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4" name="Google Shape;524;p20"/>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5" name="Google Shape;525;p20"/>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6" name="Google Shape;526;p20"/>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7" name="Google Shape;527;p20"/>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8" name="Google Shape;528;p20"/>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29" name="Google Shape;529;p20"/>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0" name="Google Shape;530;p20"/>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1" name="Google Shape;531;p20"/>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2" name="Google Shape;532;p20"/>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533" name="Google Shape;533;p20"/>
          <p:cNvGrpSpPr/>
          <p:nvPr/>
        </p:nvGrpSpPr>
        <p:grpSpPr>
          <a:xfrm>
            <a:off x="8607396" y="3964741"/>
            <a:ext cx="374394" cy="962866"/>
            <a:chOff x="-720900" y="1958300"/>
            <a:chExt cx="462900" cy="1190488"/>
          </a:xfrm>
        </p:grpSpPr>
        <p:sp>
          <p:nvSpPr>
            <p:cNvPr id="534" name="Google Shape;534;p20"/>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5" name="Google Shape;535;p20"/>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6" name="Google Shape;536;p20"/>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7" name="Google Shape;537;p20"/>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8" name="Google Shape;538;p20"/>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39" name="Google Shape;539;p20"/>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0" name="Google Shape;540;p20"/>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1" name="Google Shape;541;p20"/>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2" name="Google Shape;542;p20"/>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3" name="Google Shape;543;p20"/>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4" name="Google Shape;544;p20"/>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5" name="Google Shape;545;p20"/>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6" name="Google Shape;546;p20"/>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7" name="Google Shape;547;p20"/>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48" name="Google Shape;548;p20"/>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549"/>
        <p:cNvGrpSpPr/>
        <p:nvPr/>
      </p:nvGrpSpPr>
      <p:grpSpPr>
        <a:xfrm>
          <a:off x="0" y="0"/>
          <a:ext cx="0" cy="0"/>
          <a:chOff x="0" y="0"/>
          <a:chExt cx="0" cy="0"/>
        </a:xfrm>
      </p:grpSpPr>
      <p:sp>
        <p:nvSpPr>
          <p:cNvPr id="550" name="Google Shape;550;p21"/>
          <p:cNvSpPr txBox="1">
            <a:spLocks noGrp="1"/>
          </p:cNvSpPr>
          <p:nvPr>
            <p:ph type="title"/>
          </p:nvPr>
        </p:nvSpPr>
        <p:spPr>
          <a:xfrm>
            <a:off x="713257" y="641050"/>
            <a:ext cx="3828000" cy="105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1" name="Google Shape;551;p21"/>
          <p:cNvSpPr txBox="1">
            <a:spLocks noGrp="1"/>
          </p:cNvSpPr>
          <p:nvPr>
            <p:ph type="subTitle" idx="1"/>
          </p:nvPr>
        </p:nvSpPr>
        <p:spPr>
          <a:xfrm>
            <a:off x="713225" y="1547350"/>
            <a:ext cx="38280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552" name="Google Shape;552;p21"/>
          <p:cNvSpPr txBox="1"/>
          <p:nvPr/>
        </p:nvSpPr>
        <p:spPr>
          <a:xfrm>
            <a:off x="713225" y="3611950"/>
            <a:ext cx="3690600" cy="7515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a:solidFill>
                  <a:schemeClr val="dk1"/>
                </a:solidFill>
                <a:latin typeface="DM Sans"/>
                <a:ea typeface="DM Sans"/>
                <a:cs typeface="DM Sans"/>
                <a:sym typeface="DM Sans"/>
              </a:rPr>
              <a:t>CREDITS: This presentation template was created by </a:t>
            </a:r>
            <a:r>
              <a:rPr lang="en" sz="1200" u="sng">
                <a:solidFill>
                  <a:schemeClr val="dk1"/>
                </a:solid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and includes icons by </a:t>
            </a:r>
            <a:r>
              <a:rPr lang="en" sz="1200" u="sng">
                <a:solidFill>
                  <a:schemeClr val="dk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DM Sans"/>
                <a:ea typeface="DM Sans"/>
                <a:cs typeface="DM Sans"/>
                <a:sym typeface="DM Sans"/>
              </a:rPr>
              <a:t>, and infographics &amp; images by </a:t>
            </a:r>
            <a:r>
              <a:rPr lang="en" sz="1200"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DM Sans"/>
                <a:ea typeface="DM Sans"/>
                <a:cs typeface="DM Sans"/>
                <a:sym typeface="DM Sans"/>
              </a:rPr>
              <a:t> </a:t>
            </a:r>
            <a:endParaRPr sz="1200" u="sng">
              <a:solidFill>
                <a:schemeClr val="dk1"/>
              </a:solidFill>
              <a:latin typeface="DM Sans"/>
              <a:ea typeface="DM Sans"/>
              <a:cs typeface="DM Sans"/>
              <a:sym typeface="DM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53"/>
        <p:cNvGrpSpPr/>
        <p:nvPr/>
      </p:nvGrpSpPr>
      <p:grpSpPr>
        <a:xfrm>
          <a:off x="0" y="0"/>
          <a:ext cx="0" cy="0"/>
          <a:chOff x="0" y="0"/>
          <a:chExt cx="0" cy="0"/>
        </a:xfrm>
      </p:grpSpPr>
      <p:grpSp>
        <p:nvGrpSpPr>
          <p:cNvPr id="554" name="Google Shape;554;p22"/>
          <p:cNvGrpSpPr/>
          <p:nvPr/>
        </p:nvGrpSpPr>
        <p:grpSpPr>
          <a:xfrm flipH="1">
            <a:off x="8617208" y="4028341"/>
            <a:ext cx="374394" cy="962866"/>
            <a:chOff x="-720900" y="1958300"/>
            <a:chExt cx="462900" cy="1190488"/>
          </a:xfrm>
        </p:grpSpPr>
        <p:sp>
          <p:nvSpPr>
            <p:cNvPr id="555" name="Google Shape;555;p22"/>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56" name="Google Shape;556;p22"/>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57" name="Google Shape;557;p22"/>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58" name="Google Shape;558;p22"/>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59" name="Google Shape;559;p22"/>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0" name="Google Shape;560;p22"/>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1" name="Google Shape;561;p22"/>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2" name="Google Shape;562;p22"/>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3" name="Google Shape;563;p22"/>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4" name="Google Shape;564;p22"/>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5" name="Google Shape;565;p22"/>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6" name="Google Shape;566;p22"/>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7" name="Google Shape;567;p22"/>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8" name="Google Shape;568;p22"/>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69" name="Google Shape;569;p22"/>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570" name="Google Shape;570;p22"/>
          <p:cNvGrpSpPr/>
          <p:nvPr/>
        </p:nvGrpSpPr>
        <p:grpSpPr>
          <a:xfrm rot="-5400000" flipH="1">
            <a:off x="446608" y="-141834"/>
            <a:ext cx="374394" cy="962866"/>
            <a:chOff x="-720900" y="1958300"/>
            <a:chExt cx="462900" cy="1190488"/>
          </a:xfrm>
        </p:grpSpPr>
        <p:sp>
          <p:nvSpPr>
            <p:cNvPr id="571" name="Google Shape;571;p22"/>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2" name="Google Shape;572;p22"/>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3" name="Google Shape;573;p22"/>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4" name="Google Shape;574;p22"/>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5" name="Google Shape;575;p22"/>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6" name="Google Shape;576;p22"/>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7" name="Google Shape;577;p22"/>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8" name="Google Shape;578;p22"/>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79" name="Google Shape;579;p22"/>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0" name="Google Shape;580;p22"/>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1" name="Google Shape;581;p22"/>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2" name="Google Shape;582;p22"/>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3" name="Google Shape;583;p22"/>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4" name="Google Shape;584;p22"/>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5" name="Google Shape;585;p22"/>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586" name="Google Shape;586;p22"/>
          <p:cNvGrpSpPr/>
          <p:nvPr/>
        </p:nvGrpSpPr>
        <p:grpSpPr>
          <a:xfrm flipH="1">
            <a:off x="8617208" y="152391"/>
            <a:ext cx="374394" cy="962866"/>
            <a:chOff x="-720900" y="1958300"/>
            <a:chExt cx="462900" cy="1190488"/>
          </a:xfrm>
        </p:grpSpPr>
        <p:sp>
          <p:nvSpPr>
            <p:cNvPr id="587" name="Google Shape;587;p22"/>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8" name="Google Shape;588;p22"/>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89" name="Google Shape;589;p22"/>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0" name="Google Shape;590;p22"/>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1" name="Google Shape;591;p22"/>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2" name="Google Shape;592;p22"/>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3" name="Google Shape;593;p22"/>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4" name="Google Shape;594;p22"/>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5" name="Google Shape;595;p22"/>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6" name="Google Shape;596;p22"/>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7" name="Google Shape;597;p22"/>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8" name="Google Shape;598;p22"/>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599" name="Google Shape;599;p22"/>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0" name="Google Shape;600;p22"/>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1" name="Google Shape;601;p22"/>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02"/>
        <p:cNvGrpSpPr/>
        <p:nvPr/>
      </p:nvGrpSpPr>
      <p:grpSpPr>
        <a:xfrm>
          <a:off x="0" y="0"/>
          <a:ext cx="0" cy="0"/>
          <a:chOff x="0" y="0"/>
          <a:chExt cx="0" cy="0"/>
        </a:xfrm>
      </p:grpSpPr>
      <p:grpSp>
        <p:nvGrpSpPr>
          <p:cNvPr id="603" name="Google Shape;603;p23"/>
          <p:cNvGrpSpPr/>
          <p:nvPr/>
        </p:nvGrpSpPr>
        <p:grpSpPr>
          <a:xfrm rot="5400000" flipH="1">
            <a:off x="446646" y="4322466"/>
            <a:ext cx="374394" cy="962866"/>
            <a:chOff x="-720900" y="1958300"/>
            <a:chExt cx="462900" cy="1190488"/>
          </a:xfrm>
        </p:grpSpPr>
        <p:sp>
          <p:nvSpPr>
            <p:cNvPr id="604" name="Google Shape;604;p23"/>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5" name="Google Shape;605;p23"/>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6" name="Google Shape;606;p23"/>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7" name="Google Shape;607;p23"/>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8" name="Google Shape;608;p23"/>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09" name="Google Shape;609;p23"/>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0" name="Google Shape;610;p23"/>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1" name="Google Shape;611;p23"/>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2" name="Google Shape;612;p23"/>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3" name="Google Shape;613;p23"/>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4" name="Google Shape;614;p23"/>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5" name="Google Shape;615;p23"/>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6" name="Google Shape;616;p23"/>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7" name="Google Shape;617;p23"/>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18" name="Google Shape;618;p23"/>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619" name="Google Shape;619;p23"/>
          <p:cNvGrpSpPr/>
          <p:nvPr/>
        </p:nvGrpSpPr>
        <p:grpSpPr>
          <a:xfrm rot="5400000">
            <a:off x="8322971" y="-141834"/>
            <a:ext cx="374394" cy="962866"/>
            <a:chOff x="-720900" y="1958300"/>
            <a:chExt cx="462900" cy="1190488"/>
          </a:xfrm>
        </p:grpSpPr>
        <p:sp>
          <p:nvSpPr>
            <p:cNvPr id="620" name="Google Shape;620;p23"/>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1" name="Google Shape;621;p23"/>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2" name="Google Shape;622;p23"/>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3" name="Google Shape;623;p23"/>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4" name="Google Shape;624;p23"/>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5" name="Google Shape;625;p23"/>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6" name="Google Shape;626;p23"/>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7" name="Google Shape;627;p23"/>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8" name="Google Shape;628;p23"/>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29" name="Google Shape;629;p23"/>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0" name="Google Shape;630;p23"/>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1" name="Google Shape;631;p23"/>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2" name="Google Shape;632;p23"/>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3" name="Google Shape;633;p23"/>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4" name="Google Shape;634;p23"/>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grpSp>
        <p:nvGrpSpPr>
          <p:cNvPr id="635" name="Google Shape;635;p23"/>
          <p:cNvGrpSpPr/>
          <p:nvPr/>
        </p:nvGrpSpPr>
        <p:grpSpPr>
          <a:xfrm>
            <a:off x="152396" y="152391"/>
            <a:ext cx="374394" cy="962866"/>
            <a:chOff x="-720900" y="1958300"/>
            <a:chExt cx="462900" cy="1190488"/>
          </a:xfrm>
        </p:grpSpPr>
        <p:sp>
          <p:nvSpPr>
            <p:cNvPr id="636" name="Google Shape;636;p23"/>
            <p:cNvSpPr/>
            <p:nvPr/>
          </p:nvSpPr>
          <p:spPr>
            <a:xfrm>
              <a:off x="-3240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7" name="Google Shape;637;p23"/>
            <p:cNvSpPr/>
            <p:nvPr/>
          </p:nvSpPr>
          <p:spPr>
            <a:xfrm>
              <a:off x="-3240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8" name="Google Shape;638;p23"/>
            <p:cNvSpPr/>
            <p:nvPr/>
          </p:nvSpPr>
          <p:spPr>
            <a:xfrm>
              <a:off x="-3240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39" name="Google Shape;639;p23"/>
            <p:cNvSpPr/>
            <p:nvPr/>
          </p:nvSpPr>
          <p:spPr>
            <a:xfrm>
              <a:off x="-3240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0" name="Google Shape;640;p23"/>
            <p:cNvSpPr/>
            <p:nvPr/>
          </p:nvSpPr>
          <p:spPr>
            <a:xfrm>
              <a:off x="-52245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1" name="Google Shape;641;p23"/>
            <p:cNvSpPr/>
            <p:nvPr/>
          </p:nvSpPr>
          <p:spPr>
            <a:xfrm>
              <a:off x="-52245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2" name="Google Shape;642;p23"/>
            <p:cNvSpPr/>
            <p:nvPr/>
          </p:nvSpPr>
          <p:spPr>
            <a:xfrm>
              <a:off x="-52245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3" name="Google Shape;643;p23"/>
            <p:cNvSpPr/>
            <p:nvPr/>
          </p:nvSpPr>
          <p:spPr>
            <a:xfrm>
              <a:off x="-52245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4" name="Google Shape;644;p23"/>
            <p:cNvSpPr/>
            <p:nvPr/>
          </p:nvSpPr>
          <p:spPr>
            <a:xfrm>
              <a:off x="-720900" y="280167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5" name="Google Shape;645;p23"/>
            <p:cNvSpPr/>
            <p:nvPr/>
          </p:nvSpPr>
          <p:spPr>
            <a:xfrm>
              <a:off x="-720900" y="308278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6" name="Google Shape;646;p23"/>
            <p:cNvSpPr/>
            <p:nvPr/>
          </p:nvSpPr>
          <p:spPr>
            <a:xfrm>
              <a:off x="-720900" y="2239425"/>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7" name="Google Shape;647;p23"/>
            <p:cNvSpPr/>
            <p:nvPr/>
          </p:nvSpPr>
          <p:spPr>
            <a:xfrm>
              <a:off x="-720900" y="2520538"/>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8" name="Google Shape;648;p23"/>
            <p:cNvSpPr/>
            <p:nvPr/>
          </p:nvSpPr>
          <p:spPr>
            <a:xfrm>
              <a:off x="-3240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49" name="Google Shape;649;p23"/>
            <p:cNvSpPr/>
            <p:nvPr/>
          </p:nvSpPr>
          <p:spPr>
            <a:xfrm>
              <a:off x="-52245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sp>
          <p:nvSpPr>
            <p:cNvPr id="650" name="Google Shape;650;p23"/>
            <p:cNvSpPr/>
            <p:nvPr/>
          </p:nvSpPr>
          <p:spPr>
            <a:xfrm>
              <a:off x="-720900" y="1958300"/>
              <a:ext cx="66000" cy="6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DM Sans"/>
                <a:ea typeface="DM Sans"/>
                <a:cs typeface="DM Sans"/>
                <a:sym typeface="DM Sa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M Sans"/>
              <a:buChar char="●"/>
              <a:defRPr sz="1200">
                <a:solidFill>
                  <a:schemeClr val="dk1"/>
                </a:solidFill>
                <a:latin typeface="DM Sans"/>
                <a:ea typeface="DM Sans"/>
                <a:cs typeface="DM Sans"/>
                <a:sym typeface="DM Sans"/>
              </a:defRPr>
            </a:lvl1pPr>
            <a:lvl2pPr marL="914400" lvl="1"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2pPr>
            <a:lvl3pPr marL="1371600" lvl="2"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3pPr>
            <a:lvl4pPr marL="1828800" lvl="3"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4pPr>
            <a:lvl5pPr marL="2286000" lvl="4"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5pPr>
            <a:lvl6pPr marL="2743200" lvl="5"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6pPr>
            <a:lvl7pPr marL="3200400" lvl="6"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7pPr>
            <a:lvl8pPr marL="3657600" lvl="7" indent="-304800">
              <a:lnSpc>
                <a:spcPct val="100000"/>
              </a:lnSpc>
              <a:spcBef>
                <a:spcPts val="1600"/>
              </a:spcBef>
              <a:spcAft>
                <a:spcPts val="0"/>
              </a:spcAft>
              <a:buClr>
                <a:schemeClr val="dk1"/>
              </a:buClr>
              <a:buSzPts val="1200"/>
              <a:buFont typeface="DM Sans"/>
              <a:buChar char="○"/>
              <a:defRPr sz="1200">
                <a:solidFill>
                  <a:schemeClr val="dk1"/>
                </a:solidFill>
                <a:latin typeface="DM Sans"/>
                <a:ea typeface="DM Sans"/>
                <a:cs typeface="DM Sans"/>
                <a:sym typeface="DM Sans"/>
              </a:defRPr>
            </a:lvl8pPr>
            <a:lvl9pPr marL="4114800" lvl="8" indent="-304800">
              <a:lnSpc>
                <a:spcPct val="100000"/>
              </a:lnSpc>
              <a:spcBef>
                <a:spcPts val="1600"/>
              </a:spcBef>
              <a:spcAft>
                <a:spcPts val="1600"/>
              </a:spcAft>
              <a:buClr>
                <a:schemeClr val="dk1"/>
              </a:buClr>
              <a:buSzPts val="1200"/>
              <a:buFont typeface="DM Sans"/>
              <a:buChar char="■"/>
              <a:defRPr sz="1200">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8"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4.jpg"/><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hyperlink" Target="https://docs.google.com/spreadsheets/d/17giffcGWHFTBGOUhhasLcNcrwUxw9lmazyWCzfQQAdA/edit?gid=0#gid=0"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cxnSp>
        <p:nvCxnSpPr>
          <p:cNvPr id="661" name="Google Shape;661;p27"/>
          <p:cNvCxnSpPr/>
          <p:nvPr/>
        </p:nvCxnSpPr>
        <p:spPr>
          <a:xfrm>
            <a:off x="3760975" y="4604000"/>
            <a:ext cx="4669800" cy="0"/>
          </a:xfrm>
          <a:prstGeom prst="straightConnector1">
            <a:avLst/>
          </a:prstGeom>
          <a:noFill/>
          <a:ln w="19050" cap="flat" cmpd="sng">
            <a:solidFill>
              <a:schemeClr val="dk1"/>
            </a:solidFill>
            <a:prstDash val="solid"/>
            <a:round/>
            <a:headEnd type="none" w="med" len="med"/>
            <a:tailEnd type="none" w="med" len="med"/>
          </a:ln>
        </p:spPr>
      </p:cxnSp>
      <p:sp>
        <p:nvSpPr>
          <p:cNvPr id="662" name="Google Shape;662;p27"/>
          <p:cNvSpPr txBox="1">
            <a:spLocks noGrp="1"/>
          </p:cNvSpPr>
          <p:nvPr>
            <p:ph type="ctrTitle"/>
          </p:nvPr>
        </p:nvSpPr>
        <p:spPr>
          <a:xfrm>
            <a:off x="713225" y="539492"/>
            <a:ext cx="4924200" cy="19116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dirty="0"/>
              <a:t>Urban Planning using </a:t>
            </a:r>
            <a:br>
              <a:rPr lang="en" dirty="0"/>
            </a:br>
            <a:r>
              <a:rPr lang="en" dirty="0">
                <a:solidFill>
                  <a:schemeClr val="dk2"/>
                </a:solidFill>
              </a:rPr>
              <a:t>GEN AI</a:t>
            </a:r>
            <a:endParaRPr dirty="0">
              <a:solidFill>
                <a:schemeClr val="dk2"/>
              </a:solidFill>
            </a:endParaRPr>
          </a:p>
        </p:txBody>
      </p:sp>
      <p:sp>
        <p:nvSpPr>
          <p:cNvPr id="663" name="Google Shape;663;p27"/>
          <p:cNvSpPr txBox="1">
            <a:spLocks noGrp="1"/>
          </p:cNvSpPr>
          <p:nvPr>
            <p:ph type="subTitle" idx="1"/>
          </p:nvPr>
        </p:nvSpPr>
        <p:spPr>
          <a:xfrm>
            <a:off x="713225" y="2673559"/>
            <a:ext cx="2578200" cy="36394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b="1" dirty="0"/>
              <a:t>Project Review 1</a:t>
            </a:r>
            <a:endParaRPr b="1" dirty="0"/>
          </a:p>
        </p:txBody>
      </p:sp>
      <p:grpSp>
        <p:nvGrpSpPr>
          <p:cNvPr id="664" name="Google Shape;664;p27"/>
          <p:cNvGrpSpPr/>
          <p:nvPr/>
        </p:nvGrpSpPr>
        <p:grpSpPr>
          <a:xfrm>
            <a:off x="3832441" y="3736579"/>
            <a:ext cx="592215" cy="864508"/>
            <a:chOff x="4393218" y="3866890"/>
            <a:chExt cx="567799" cy="828867"/>
          </a:xfrm>
        </p:grpSpPr>
        <p:sp>
          <p:nvSpPr>
            <p:cNvPr id="665" name="Google Shape;665;p27"/>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7"/>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7"/>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7"/>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7"/>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7"/>
            <p:cNvSpPr/>
            <p:nvPr/>
          </p:nvSpPr>
          <p:spPr>
            <a:xfrm>
              <a:off x="4669373" y="4695723"/>
              <a:ext cx="262238" cy="34"/>
            </a:xfrm>
            <a:custGeom>
              <a:avLst/>
              <a:gdLst/>
              <a:ahLst/>
              <a:cxnLst/>
              <a:rect l="l" t="t" r="r" b="b"/>
              <a:pathLst>
                <a:path w="7821" h="1" extrusionOk="0">
                  <a:moveTo>
                    <a:pt x="1" y="1"/>
                  </a:moveTo>
                  <a:lnTo>
                    <a:pt x="7821" y="1"/>
                  </a:lnTo>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1" name="Google Shape;671;p27"/>
          <p:cNvGrpSpPr/>
          <p:nvPr/>
        </p:nvGrpSpPr>
        <p:grpSpPr>
          <a:xfrm>
            <a:off x="4838958" y="2841219"/>
            <a:ext cx="3470037" cy="1984543"/>
            <a:chOff x="5844986" y="3011106"/>
            <a:chExt cx="3032719" cy="1734437"/>
          </a:xfrm>
        </p:grpSpPr>
        <p:sp>
          <p:nvSpPr>
            <p:cNvPr id="672" name="Google Shape;672;p27"/>
            <p:cNvSpPr/>
            <p:nvPr/>
          </p:nvSpPr>
          <p:spPr>
            <a:xfrm>
              <a:off x="7480558" y="4511476"/>
              <a:ext cx="220882" cy="149225"/>
            </a:xfrm>
            <a:custGeom>
              <a:avLst/>
              <a:gdLst/>
              <a:ahLst/>
              <a:cxnLst/>
              <a:rect l="l" t="t" r="r" b="b"/>
              <a:pathLst>
                <a:path w="6316" h="4267" extrusionOk="0">
                  <a:moveTo>
                    <a:pt x="927" y="1"/>
                  </a:moveTo>
                  <a:cubicBezTo>
                    <a:pt x="877" y="1"/>
                    <a:pt x="827" y="1"/>
                    <a:pt x="777" y="26"/>
                  </a:cubicBezTo>
                  <a:cubicBezTo>
                    <a:pt x="702" y="51"/>
                    <a:pt x="677" y="151"/>
                    <a:pt x="652" y="226"/>
                  </a:cubicBezTo>
                  <a:cubicBezTo>
                    <a:pt x="577" y="527"/>
                    <a:pt x="501" y="803"/>
                    <a:pt x="426" y="1104"/>
                  </a:cubicBezTo>
                  <a:cubicBezTo>
                    <a:pt x="326" y="1530"/>
                    <a:pt x="201" y="1981"/>
                    <a:pt x="150" y="2432"/>
                  </a:cubicBezTo>
                  <a:cubicBezTo>
                    <a:pt x="100" y="2758"/>
                    <a:pt x="100" y="3084"/>
                    <a:pt x="75" y="3409"/>
                  </a:cubicBezTo>
                  <a:cubicBezTo>
                    <a:pt x="50" y="3610"/>
                    <a:pt x="0" y="3810"/>
                    <a:pt x="150" y="3986"/>
                  </a:cubicBezTo>
                  <a:cubicBezTo>
                    <a:pt x="301" y="4161"/>
                    <a:pt x="577" y="4211"/>
                    <a:pt x="852" y="4236"/>
                  </a:cubicBezTo>
                  <a:cubicBezTo>
                    <a:pt x="1053" y="4236"/>
                    <a:pt x="1278" y="4211"/>
                    <a:pt x="1429" y="4186"/>
                  </a:cubicBezTo>
                  <a:cubicBezTo>
                    <a:pt x="1668" y="4151"/>
                    <a:pt x="1906" y="4138"/>
                    <a:pt x="2143" y="4138"/>
                  </a:cubicBezTo>
                  <a:cubicBezTo>
                    <a:pt x="2748" y="4138"/>
                    <a:pt x="3348" y="4225"/>
                    <a:pt x="3960" y="4261"/>
                  </a:cubicBezTo>
                  <a:cubicBezTo>
                    <a:pt x="4016" y="4265"/>
                    <a:pt x="4072" y="4267"/>
                    <a:pt x="4128" y="4267"/>
                  </a:cubicBezTo>
                  <a:cubicBezTo>
                    <a:pt x="4473" y="4267"/>
                    <a:pt x="4818" y="4208"/>
                    <a:pt x="5163" y="4186"/>
                  </a:cubicBezTo>
                  <a:cubicBezTo>
                    <a:pt x="5222" y="4186"/>
                    <a:pt x="5281" y="4187"/>
                    <a:pt x="5338" y="4187"/>
                  </a:cubicBezTo>
                  <a:cubicBezTo>
                    <a:pt x="5597" y="4187"/>
                    <a:pt x="5840" y="4170"/>
                    <a:pt x="6065" y="3986"/>
                  </a:cubicBezTo>
                  <a:cubicBezTo>
                    <a:pt x="6216" y="3860"/>
                    <a:pt x="6316" y="3660"/>
                    <a:pt x="6266" y="3459"/>
                  </a:cubicBezTo>
                  <a:cubicBezTo>
                    <a:pt x="6166" y="3184"/>
                    <a:pt x="5865" y="3109"/>
                    <a:pt x="5589" y="3033"/>
                  </a:cubicBezTo>
                  <a:cubicBezTo>
                    <a:pt x="4912" y="2908"/>
                    <a:pt x="4236" y="2758"/>
                    <a:pt x="3559" y="2632"/>
                  </a:cubicBezTo>
                  <a:cubicBezTo>
                    <a:pt x="3308" y="2557"/>
                    <a:pt x="2782" y="2457"/>
                    <a:pt x="2707" y="2131"/>
                  </a:cubicBezTo>
                  <a:cubicBezTo>
                    <a:pt x="2682" y="1956"/>
                    <a:pt x="2782" y="1680"/>
                    <a:pt x="2782" y="1505"/>
                  </a:cubicBezTo>
                  <a:cubicBezTo>
                    <a:pt x="2807" y="1304"/>
                    <a:pt x="2832" y="1079"/>
                    <a:pt x="2832" y="878"/>
                  </a:cubicBezTo>
                  <a:cubicBezTo>
                    <a:pt x="2857" y="477"/>
                    <a:pt x="2983" y="101"/>
                    <a:pt x="2481" y="76"/>
                  </a:cubicBezTo>
                  <a:lnTo>
                    <a:pt x="927"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7"/>
            <p:cNvSpPr/>
            <p:nvPr/>
          </p:nvSpPr>
          <p:spPr>
            <a:xfrm>
              <a:off x="7642688" y="4587855"/>
              <a:ext cx="225288" cy="151008"/>
            </a:xfrm>
            <a:custGeom>
              <a:avLst/>
              <a:gdLst/>
              <a:ahLst/>
              <a:cxnLst/>
              <a:rect l="l" t="t" r="r" b="b"/>
              <a:pathLst>
                <a:path w="6442" h="4318" extrusionOk="0">
                  <a:moveTo>
                    <a:pt x="2967" y="1"/>
                  </a:moveTo>
                  <a:cubicBezTo>
                    <a:pt x="2271" y="1"/>
                    <a:pt x="1581" y="112"/>
                    <a:pt x="878" y="223"/>
                  </a:cubicBezTo>
                  <a:cubicBezTo>
                    <a:pt x="828" y="248"/>
                    <a:pt x="778" y="248"/>
                    <a:pt x="728" y="298"/>
                  </a:cubicBezTo>
                  <a:cubicBezTo>
                    <a:pt x="702" y="323"/>
                    <a:pt x="677" y="373"/>
                    <a:pt x="677" y="423"/>
                  </a:cubicBezTo>
                  <a:cubicBezTo>
                    <a:pt x="527" y="1050"/>
                    <a:pt x="602" y="1626"/>
                    <a:pt x="402" y="2228"/>
                  </a:cubicBezTo>
                  <a:cubicBezTo>
                    <a:pt x="301" y="2504"/>
                    <a:pt x="1" y="3331"/>
                    <a:pt x="101" y="3807"/>
                  </a:cubicBezTo>
                  <a:cubicBezTo>
                    <a:pt x="126" y="3932"/>
                    <a:pt x="201" y="4032"/>
                    <a:pt x="301" y="4083"/>
                  </a:cubicBezTo>
                  <a:cubicBezTo>
                    <a:pt x="502" y="4183"/>
                    <a:pt x="878" y="4183"/>
                    <a:pt x="1104" y="4208"/>
                  </a:cubicBezTo>
                  <a:cubicBezTo>
                    <a:pt x="1374" y="4262"/>
                    <a:pt x="1645" y="4303"/>
                    <a:pt x="1916" y="4303"/>
                  </a:cubicBezTo>
                  <a:cubicBezTo>
                    <a:pt x="2021" y="4303"/>
                    <a:pt x="2126" y="4297"/>
                    <a:pt x="2231" y="4283"/>
                  </a:cubicBezTo>
                  <a:cubicBezTo>
                    <a:pt x="2532" y="4258"/>
                    <a:pt x="2808" y="4208"/>
                    <a:pt x="3083" y="4183"/>
                  </a:cubicBezTo>
                  <a:cubicBezTo>
                    <a:pt x="3116" y="4182"/>
                    <a:pt x="3149" y="4181"/>
                    <a:pt x="3181" y="4181"/>
                  </a:cubicBezTo>
                  <a:cubicBezTo>
                    <a:pt x="3731" y="4181"/>
                    <a:pt x="4291" y="4317"/>
                    <a:pt x="4846" y="4317"/>
                  </a:cubicBezTo>
                  <a:cubicBezTo>
                    <a:pt x="5070" y="4317"/>
                    <a:pt x="5293" y="4295"/>
                    <a:pt x="5515" y="4233"/>
                  </a:cubicBezTo>
                  <a:cubicBezTo>
                    <a:pt x="5790" y="4158"/>
                    <a:pt x="6266" y="3982"/>
                    <a:pt x="6342" y="3656"/>
                  </a:cubicBezTo>
                  <a:cubicBezTo>
                    <a:pt x="6442" y="3255"/>
                    <a:pt x="6091" y="2980"/>
                    <a:pt x="5740" y="2905"/>
                  </a:cubicBezTo>
                  <a:cubicBezTo>
                    <a:pt x="5314" y="2779"/>
                    <a:pt x="4838" y="2704"/>
                    <a:pt x="4387" y="2704"/>
                  </a:cubicBezTo>
                  <a:cubicBezTo>
                    <a:pt x="4211" y="2704"/>
                    <a:pt x="4011" y="2704"/>
                    <a:pt x="3835" y="2654"/>
                  </a:cubicBezTo>
                  <a:cubicBezTo>
                    <a:pt x="3384" y="2554"/>
                    <a:pt x="3209" y="2178"/>
                    <a:pt x="3309" y="1752"/>
                  </a:cubicBezTo>
                  <a:cubicBezTo>
                    <a:pt x="3434" y="1200"/>
                    <a:pt x="3560" y="624"/>
                    <a:pt x="3710" y="47"/>
                  </a:cubicBezTo>
                  <a:cubicBezTo>
                    <a:pt x="3461" y="15"/>
                    <a:pt x="3214" y="1"/>
                    <a:pt x="296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7"/>
            <p:cNvSpPr/>
            <p:nvPr/>
          </p:nvSpPr>
          <p:spPr>
            <a:xfrm>
              <a:off x="6681167" y="3439269"/>
              <a:ext cx="155450" cy="131774"/>
            </a:xfrm>
            <a:custGeom>
              <a:avLst/>
              <a:gdLst/>
              <a:ahLst/>
              <a:cxnLst/>
              <a:rect l="l" t="t" r="r" b="b"/>
              <a:pathLst>
                <a:path w="4445" h="3768" extrusionOk="0">
                  <a:moveTo>
                    <a:pt x="3843" y="1"/>
                  </a:moveTo>
                  <a:cubicBezTo>
                    <a:pt x="3745" y="1"/>
                    <a:pt x="3633" y="26"/>
                    <a:pt x="3510" y="83"/>
                  </a:cubicBezTo>
                  <a:cubicBezTo>
                    <a:pt x="3309" y="158"/>
                    <a:pt x="3134" y="334"/>
                    <a:pt x="2983" y="484"/>
                  </a:cubicBezTo>
                  <a:cubicBezTo>
                    <a:pt x="2733" y="735"/>
                    <a:pt x="2532" y="885"/>
                    <a:pt x="2181" y="985"/>
                  </a:cubicBezTo>
                  <a:cubicBezTo>
                    <a:pt x="1981" y="1011"/>
                    <a:pt x="1780" y="1061"/>
                    <a:pt x="1605" y="1111"/>
                  </a:cubicBezTo>
                  <a:cubicBezTo>
                    <a:pt x="1530" y="1136"/>
                    <a:pt x="1454" y="1186"/>
                    <a:pt x="1379" y="1211"/>
                  </a:cubicBezTo>
                  <a:cubicBezTo>
                    <a:pt x="1104" y="1386"/>
                    <a:pt x="953" y="1687"/>
                    <a:pt x="778" y="1963"/>
                  </a:cubicBezTo>
                  <a:cubicBezTo>
                    <a:pt x="577" y="2239"/>
                    <a:pt x="352" y="2464"/>
                    <a:pt x="26" y="2539"/>
                  </a:cubicBezTo>
                  <a:cubicBezTo>
                    <a:pt x="1" y="2915"/>
                    <a:pt x="476" y="3491"/>
                    <a:pt x="702" y="3767"/>
                  </a:cubicBezTo>
                  <a:lnTo>
                    <a:pt x="702" y="3767"/>
                  </a:lnTo>
                  <a:cubicBezTo>
                    <a:pt x="663" y="3708"/>
                    <a:pt x="1806" y="2739"/>
                    <a:pt x="1906" y="2640"/>
                  </a:cubicBezTo>
                  <a:cubicBezTo>
                    <a:pt x="2357" y="2314"/>
                    <a:pt x="2833" y="2289"/>
                    <a:pt x="3334" y="2038"/>
                  </a:cubicBezTo>
                  <a:cubicBezTo>
                    <a:pt x="3760" y="1813"/>
                    <a:pt x="4061" y="1361"/>
                    <a:pt x="4262" y="935"/>
                  </a:cubicBezTo>
                  <a:cubicBezTo>
                    <a:pt x="4444" y="468"/>
                    <a:pt x="4265" y="1"/>
                    <a:pt x="3843" y="1"/>
                  </a:cubicBezTo>
                  <a:close/>
                  <a:moveTo>
                    <a:pt x="702" y="3767"/>
                  </a:moveTo>
                  <a:cubicBezTo>
                    <a:pt x="702" y="3767"/>
                    <a:pt x="702" y="3767"/>
                    <a:pt x="703" y="3767"/>
                  </a:cubicBezTo>
                  <a:cubicBezTo>
                    <a:pt x="702" y="3767"/>
                    <a:pt x="702" y="3767"/>
                    <a:pt x="702" y="3767"/>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7"/>
            <p:cNvSpPr/>
            <p:nvPr/>
          </p:nvSpPr>
          <p:spPr>
            <a:xfrm>
              <a:off x="6378799" y="3994344"/>
              <a:ext cx="17556" cy="383955"/>
            </a:xfrm>
            <a:custGeom>
              <a:avLst/>
              <a:gdLst/>
              <a:ahLst/>
              <a:cxnLst/>
              <a:rect l="l" t="t" r="r" b="b"/>
              <a:pathLst>
                <a:path w="502" h="10979" extrusionOk="0">
                  <a:moveTo>
                    <a:pt x="0" y="1"/>
                  </a:moveTo>
                  <a:lnTo>
                    <a:pt x="0" y="10978"/>
                  </a:lnTo>
                  <a:lnTo>
                    <a:pt x="501" y="10978"/>
                  </a:lnTo>
                  <a:lnTo>
                    <a:pt x="50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7"/>
            <p:cNvSpPr/>
            <p:nvPr/>
          </p:nvSpPr>
          <p:spPr>
            <a:xfrm>
              <a:off x="6235029" y="4378267"/>
              <a:ext cx="301562" cy="80680"/>
            </a:xfrm>
            <a:custGeom>
              <a:avLst/>
              <a:gdLst/>
              <a:ahLst/>
              <a:cxnLst/>
              <a:rect l="l" t="t" r="r" b="b"/>
              <a:pathLst>
                <a:path w="8623" h="2307" fill="none" extrusionOk="0">
                  <a:moveTo>
                    <a:pt x="1" y="2306"/>
                  </a:moveTo>
                  <a:cubicBezTo>
                    <a:pt x="1" y="702"/>
                    <a:pt x="2883" y="0"/>
                    <a:pt x="4312" y="0"/>
                  </a:cubicBezTo>
                  <a:cubicBezTo>
                    <a:pt x="6016" y="0"/>
                    <a:pt x="8622" y="627"/>
                    <a:pt x="8622"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7"/>
            <p:cNvSpPr/>
            <p:nvPr/>
          </p:nvSpPr>
          <p:spPr>
            <a:xfrm>
              <a:off x="6387542" y="4380016"/>
              <a:ext cx="35" cy="94704"/>
            </a:xfrm>
            <a:custGeom>
              <a:avLst/>
              <a:gdLst/>
              <a:ahLst/>
              <a:cxnLst/>
              <a:rect l="l" t="t" r="r" b="b"/>
              <a:pathLst>
                <a:path w="1" h="2708" fill="none" extrusionOk="0">
                  <a:moveTo>
                    <a:pt x="1" y="2707"/>
                  </a:moveTo>
                  <a:lnTo>
                    <a:pt x="1"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7"/>
            <p:cNvSpPr/>
            <p:nvPr/>
          </p:nvSpPr>
          <p:spPr>
            <a:xfrm>
              <a:off x="6512008" y="4448386"/>
              <a:ext cx="49135" cy="49100"/>
            </a:xfrm>
            <a:custGeom>
              <a:avLst/>
              <a:gdLst/>
              <a:ahLst/>
              <a:cxnLst/>
              <a:rect l="l" t="t" r="r" b="b"/>
              <a:pathLst>
                <a:path w="1405" h="1404" extrusionOk="0">
                  <a:moveTo>
                    <a:pt x="702" y="0"/>
                  </a:moveTo>
                  <a:cubicBezTo>
                    <a:pt x="301" y="0"/>
                    <a:pt x="1" y="301"/>
                    <a:pt x="1" y="702"/>
                  </a:cubicBezTo>
                  <a:cubicBezTo>
                    <a:pt x="1" y="1078"/>
                    <a:pt x="301" y="1404"/>
                    <a:pt x="702" y="1404"/>
                  </a:cubicBezTo>
                  <a:cubicBezTo>
                    <a:pt x="1078" y="1404"/>
                    <a:pt x="1404" y="1078"/>
                    <a:pt x="1404" y="702"/>
                  </a:cubicBezTo>
                  <a:cubicBezTo>
                    <a:pt x="1404" y="301"/>
                    <a:pt x="1078"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7"/>
            <p:cNvSpPr/>
            <p:nvPr/>
          </p:nvSpPr>
          <p:spPr>
            <a:xfrm>
              <a:off x="6362117" y="4448386"/>
              <a:ext cx="49135" cy="49100"/>
            </a:xfrm>
            <a:custGeom>
              <a:avLst/>
              <a:gdLst/>
              <a:ahLst/>
              <a:cxnLst/>
              <a:rect l="l" t="t" r="r" b="b"/>
              <a:pathLst>
                <a:path w="1405" h="1404" extrusionOk="0">
                  <a:moveTo>
                    <a:pt x="703" y="0"/>
                  </a:moveTo>
                  <a:cubicBezTo>
                    <a:pt x="327" y="0"/>
                    <a:pt x="1" y="301"/>
                    <a:pt x="1" y="702"/>
                  </a:cubicBezTo>
                  <a:cubicBezTo>
                    <a:pt x="1" y="1078"/>
                    <a:pt x="327" y="1404"/>
                    <a:pt x="703" y="1404"/>
                  </a:cubicBezTo>
                  <a:cubicBezTo>
                    <a:pt x="1104" y="1404"/>
                    <a:pt x="1405" y="1078"/>
                    <a:pt x="1405" y="702"/>
                  </a:cubicBezTo>
                  <a:cubicBezTo>
                    <a:pt x="1405" y="301"/>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7"/>
            <p:cNvSpPr/>
            <p:nvPr/>
          </p:nvSpPr>
          <p:spPr>
            <a:xfrm>
              <a:off x="6213137" y="4448386"/>
              <a:ext cx="49100" cy="49100"/>
            </a:xfrm>
            <a:custGeom>
              <a:avLst/>
              <a:gdLst/>
              <a:ahLst/>
              <a:cxnLst/>
              <a:rect l="l" t="t" r="r" b="b"/>
              <a:pathLst>
                <a:path w="1404" h="1404" extrusionOk="0">
                  <a:moveTo>
                    <a:pt x="702" y="0"/>
                  </a:moveTo>
                  <a:cubicBezTo>
                    <a:pt x="326" y="0"/>
                    <a:pt x="0" y="301"/>
                    <a:pt x="0" y="702"/>
                  </a:cubicBezTo>
                  <a:cubicBezTo>
                    <a:pt x="0" y="1078"/>
                    <a:pt x="326" y="1404"/>
                    <a:pt x="702" y="1404"/>
                  </a:cubicBezTo>
                  <a:cubicBezTo>
                    <a:pt x="1103" y="1404"/>
                    <a:pt x="1404" y="1078"/>
                    <a:pt x="1404" y="702"/>
                  </a:cubicBezTo>
                  <a:cubicBezTo>
                    <a:pt x="1404" y="301"/>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7"/>
            <p:cNvSpPr/>
            <p:nvPr/>
          </p:nvSpPr>
          <p:spPr>
            <a:xfrm>
              <a:off x="6095666" y="3494734"/>
              <a:ext cx="460194" cy="531221"/>
            </a:xfrm>
            <a:custGeom>
              <a:avLst/>
              <a:gdLst/>
              <a:ahLst/>
              <a:cxnLst/>
              <a:rect l="l" t="t" r="r" b="b"/>
              <a:pathLst>
                <a:path w="13159" h="15190" extrusionOk="0">
                  <a:moveTo>
                    <a:pt x="2532" y="1"/>
                  </a:moveTo>
                  <a:cubicBezTo>
                    <a:pt x="1154" y="1"/>
                    <a:pt x="1" y="1129"/>
                    <a:pt x="1" y="2532"/>
                  </a:cubicBezTo>
                  <a:lnTo>
                    <a:pt x="1" y="11555"/>
                  </a:lnTo>
                  <a:cubicBezTo>
                    <a:pt x="1" y="13560"/>
                    <a:pt x="1655" y="15189"/>
                    <a:pt x="3635" y="15189"/>
                  </a:cubicBezTo>
                  <a:lnTo>
                    <a:pt x="12733" y="15189"/>
                  </a:lnTo>
                  <a:cubicBezTo>
                    <a:pt x="12958" y="15189"/>
                    <a:pt x="13159" y="14989"/>
                    <a:pt x="13159" y="14763"/>
                  </a:cubicBezTo>
                  <a:cubicBezTo>
                    <a:pt x="13159" y="14537"/>
                    <a:pt x="12958" y="14337"/>
                    <a:pt x="12733" y="14337"/>
                  </a:cubicBezTo>
                  <a:lnTo>
                    <a:pt x="11580" y="14337"/>
                  </a:lnTo>
                  <a:cubicBezTo>
                    <a:pt x="9525" y="14337"/>
                    <a:pt x="7871" y="12658"/>
                    <a:pt x="7871" y="10603"/>
                  </a:cubicBezTo>
                  <a:lnTo>
                    <a:pt x="7871" y="2532"/>
                  </a:lnTo>
                  <a:cubicBezTo>
                    <a:pt x="7871" y="1129"/>
                    <a:pt x="6718" y="1"/>
                    <a:pt x="53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7"/>
            <p:cNvSpPr/>
            <p:nvPr/>
          </p:nvSpPr>
          <p:spPr>
            <a:xfrm>
              <a:off x="6919140" y="4339693"/>
              <a:ext cx="223540" cy="157163"/>
            </a:xfrm>
            <a:custGeom>
              <a:avLst/>
              <a:gdLst/>
              <a:ahLst/>
              <a:cxnLst/>
              <a:rect l="l" t="t" r="r" b="b"/>
              <a:pathLst>
                <a:path w="6392" h="4494" extrusionOk="0">
                  <a:moveTo>
                    <a:pt x="652" y="1"/>
                  </a:moveTo>
                  <a:cubicBezTo>
                    <a:pt x="402" y="1"/>
                    <a:pt x="126" y="201"/>
                    <a:pt x="51" y="452"/>
                  </a:cubicBezTo>
                  <a:cubicBezTo>
                    <a:pt x="1" y="627"/>
                    <a:pt x="51" y="803"/>
                    <a:pt x="76" y="978"/>
                  </a:cubicBezTo>
                  <a:cubicBezTo>
                    <a:pt x="226" y="1605"/>
                    <a:pt x="402" y="2231"/>
                    <a:pt x="627" y="2808"/>
                  </a:cubicBezTo>
                  <a:cubicBezTo>
                    <a:pt x="778" y="3183"/>
                    <a:pt x="928" y="3534"/>
                    <a:pt x="1053" y="3910"/>
                  </a:cubicBezTo>
                  <a:cubicBezTo>
                    <a:pt x="1154" y="4186"/>
                    <a:pt x="1304" y="4437"/>
                    <a:pt x="1655" y="4487"/>
                  </a:cubicBezTo>
                  <a:cubicBezTo>
                    <a:pt x="1682" y="4491"/>
                    <a:pt x="1711" y="4493"/>
                    <a:pt x="1740" y="4493"/>
                  </a:cubicBezTo>
                  <a:cubicBezTo>
                    <a:pt x="1869" y="4493"/>
                    <a:pt x="2008" y="4452"/>
                    <a:pt x="2131" y="4412"/>
                  </a:cubicBezTo>
                  <a:cubicBezTo>
                    <a:pt x="2983" y="4161"/>
                    <a:pt x="3835" y="3910"/>
                    <a:pt x="4662" y="3660"/>
                  </a:cubicBezTo>
                  <a:cubicBezTo>
                    <a:pt x="5038" y="3534"/>
                    <a:pt x="6392" y="3033"/>
                    <a:pt x="5840" y="2482"/>
                  </a:cubicBezTo>
                  <a:cubicBezTo>
                    <a:pt x="5690" y="2356"/>
                    <a:pt x="5515" y="2331"/>
                    <a:pt x="5339" y="2306"/>
                  </a:cubicBezTo>
                  <a:cubicBezTo>
                    <a:pt x="5306" y="2305"/>
                    <a:pt x="5273" y="2304"/>
                    <a:pt x="5241" y="2304"/>
                  </a:cubicBezTo>
                  <a:cubicBezTo>
                    <a:pt x="4775" y="2304"/>
                    <a:pt x="4330" y="2462"/>
                    <a:pt x="3885" y="2532"/>
                  </a:cubicBezTo>
                  <a:cubicBezTo>
                    <a:pt x="3850" y="2536"/>
                    <a:pt x="3815" y="2537"/>
                    <a:pt x="3779" y="2537"/>
                  </a:cubicBezTo>
                  <a:cubicBezTo>
                    <a:pt x="3330" y="2537"/>
                    <a:pt x="2839" y="2254"/>
                    <a:pt x="2607" y="1905"/>
                  </a:cubicBezTo>
                  <a:cubicBezTo>
                    <a:pt x="2532" y="1805"/>
                    <a:pt x="2457" y="1680"/>
                    <a:pt x="2407" y="1554"/>
                  </a:cubicBezTo>
                  <a:cubicBezTo>
                    <a:pt x="2031" y="878"/>
                    <a:pt x="1780" y="326"/>
                    <a:pt x="1003" y="76"/>
                  </a:cubicBezTo>
                  <a:cubicBezTo>
                    <a:pt x="878" y="26"/>
                    <a:pt x="778" y="1"/>
                    <a:pt x="65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7"/>
            <p:cNvSpPr/>
            <p:nvPr/>
          </p:nvSpPr>
          <p:spPr>
            <a:xfrm>
              <a:off x="6329733" y="3803187"/>
              <a:ext cx="489080" cy="223330"/>
            </a:xfrm>
            <a:custGeom>
              <a:avLst/>
              <a:gdLst/>
              <a:ahLst/>
              <a:cxnLst/>
              <a:rect l="l" t="t" r="r" b="b"/>
              <a:pathLst>
                <a:path w="13985" h="6386" extrusionOk="0">
                  <a:moveTo>
                    <a:pt x="3901" y="0"/>
                  </a:moveTo>
                  <a:cubicBezTo>
                    <a:pt x="2054" y="0"/>
                    <a:pt x="1" y="1505"/>
                    <a:pt x="50" y="3512"/>
                  </a:cubicBezTo>
                  <a:cubicBezTo>
                    <a:pt x="100" y="4765"/>
                    <a:pt x="952" y="6093"/>
                    <a:pt x="2331" y="6118"/>
                  </a:cubicBezTo>
                  <a:lnTo>
                    <a:pt x="2431" y="6118"/>
                  </a:lnTo>
                  <a:cubicBezTo>
                    <a:pt x="4461" y="6143"/>
                    <a:pt x="6491" y="6143"/>
                    <a:pt x="8546" y="6169"/>
                  </a:cubicBezTo>
                  <a:cubicBezTo>
                    <a:pt x="9403" y="6169"/>
                    <a:pt x="10423" y="6385"/>
                    <a:pt x="11377" y="6385"/>
                  </a:cubicBezTo>
                  <a:cubicBezTo>
                    <a:pt x="12014" y="6385"/>
                    <a:pt x="12621" y="6289"/>
                    <a:pt x="13133" y="5968"/>
                  </a:cubicBezTo>
                  <a:cubicBezTo>
                    <a:pt x="13333" y="5868"/>
                    <a:pt x="13483" y="5717"/>
                    <a:pt x="13609" y="5567"/>
                  </a:cubicBezTo>
                  <a:cubicBezTo>
                    <a:pt x="13759" y="5341"/>
                    <a:pt x="13809" y="5116"/>
                    <a:pt x="13859" y="4865"/>
                  </a:cubicBezTo>
                  <a:cubicBezTo>
                    <a:pt x="13935" y="4539"/>
                    <a:pt x="13960" y="4239"/>
                    <a:pt x="13985" y="3913"/>
                  </a:cubicBezTo>
                  <a:cubicBezTo>
                    <a:pt x="13985" y="3336"/>
                    <a:pt x="13935" y="2785"/>
                    <a:pt x="13734" y="2259"/>
                  </a:cubicBezTo>
                  <a:cubicBezTo>
                    <a:pt x="13408" y="1432"/>
                    <a:pt x="12782" y="705"/>
                    <a:pt x="11955" y="429"/>
                  </a:cubicBezTo>
                  <a:cubicBezTo>
                    <a:pt x="11478" y="279"/>
                    <a:pt x="10977" y="254"/>
                    <a:pt x="10476" y="229"/>
                  </a:cubicBezTo>
                  <a:cubicBezTo>
                    <a:pt x="8321" y="153"/>
                    <a:pt x="6190" y="78"/>
                    <a:pt x="4035" y="3"/>
                  </a:cubicBezTo>
                  <a:cubicBezTo>
                    <a:pt x="3990" y="1"/>
                    <a:pt x="3946" y="0"/>
                    <a:pt x="390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7"/>
            <p:cNvSpPr/>
            <p:nvPr/>
          </p:nvSpPr>
          <p:spPr>
            <a:xfrm>
              <a:off x="6165785" y="3720024"/>
              <a:ext cx="428649" cy="298030"/>
            </a:xfrm>
            <a:custGeom>
              <a:avLst/>
              <a:gdLst/>
              <a:ahLst/>
              <a:cxnLst/>
              <a:rect l="l" t="t" r="r" b="b"/>
              <a:pathLst>
                <a:path w="12257" h="8522" extrusionOk="0">
                  <a:moveTo>
                    <a:pt x="1" y="0"/>
                  </a:moveTo>
                  <a:lnTo>
                    <a:pt x="1" y="5689"/>
                  </a:lnTo>
                  <a:cubicBezTo>
                    <a:pt x="51" y="7569"/>
                    <a:pt x="1530" y="8521"/>
                    <a:pt x="3435" y="8521"/>
                  </a:cubicBezTo>
                  <a:lnTo>
                    <a:pt x="6718" y="8496"/>
                  </a:lnTo>
                  <a:cubicBezTo>
                    <a:pt x="8623" y="8496"/>
                    <a:pt x="12257" y="6667"/>
                    <a:pt x="10277" y="5589"/>
                  </a:cubicBezTo>
                  <a:cubicBezTo>
                    <a:pt x="8146" y="4436"/>
                    <a:pt x="7294" y="0"/>
                    <a:pt x="72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7"/>
            <p:cNvSpPr/>
            <p:nvPr/>
          </p:nvSpPr>
          <p:spPr>
            <a:xfrm>
              <a:off x="6157042" y="3819344"/>
              <a:ext cx="687196" cy="298274"/>
            </a:xfrm>
            <a:custGeom>
              <a:avLst/>
              <a:gdLst/>
              <a:ahLst/>
              <a:cxnLst/>
              <a:rect l="l" t="t" r="r" b="b"/>
              <a:pathLst>
                <a:path w="19650" h="8529" extrusionOk="0">
                  <a:moveTo>
                    <a:pt x="5137" y="1"/>
                  </a:moveTo>
                  <a:cubicBezTo>
                    <a:pt x="4693" y="1"/>
                    <a:pt x="4249" y="31"/>
                    <a:pt x="3810" y="92"/>
                  </a:cubicBezTo>
                  <a:cubicBezTo>
                    <a:pt x="2306" y="293"/>
                    <a:pt x="727" y="544"/>
                    <a:pt x="351" y="2248"/>
                  </a:cubicBezTo>
                  <a:cubicBezTo>
                    <a:pt x="0" y="3777"/>
                    <a:pt x="978" y="5280"/>
                    <a:pt x="2507" y="5631"/>
                  </a:cubicBezTo>
                  <a:lnTo>
                    <a:pt x="2607" y="5631"/>
                  </a:lnTo>
                  <a:lnTo>
                    <a:pt x="16792" y="8438"/>
                  </a:lnTo>
                  <a:cubicBezTo>
                    <a:pt x="16843" y="8438"/>
                    <a:pt x="16868" y="8463"/>
                    <a:pt x="16893" y="8463"/>
                  </a:cubicBezTo>
                  <a:cubicBezTo>
                    <a:pt x="16968" y="8489"/>
                    <a:pt x="17043" y="8489"/>
                    <a:pt x="17118" y="8514"/>
                  </a:cubicBezTo>
                  <a:cubicBezTo>
                    <a:pt x="17211" y="8524"/>
                    <a:pt x="17301" y="8529"/>
                    <a:pt x="17390" y="8529"/>
                  </a:cubicBezTo>
                  <a:cubicBezTo>
                    <a:pt x="18386" y="8529"/>
                    <a:pt x="19144" y="7895"/>
                    <a:pt x="19374" y="6859"/>
                  </a:cubicBezTo>
                  <a:cubicBezTo>
                    <a:pt x="19650" y="5631"/>
                    <a:pt x="18948" y="4504"/>
                    <a:pt x="17645" y="3626"/>
                  </a:cubicBezTo>
                  <a:cubicBezTo>
                    <a:pt x="16116" y="2624"/>
                    <a:pt x="9950" y="1120"/>
                    <a:pt x="9098" y="769"/>
                  </a:cubicBezTo>
                  <a:cubicBezTo>
                    <a:pt x="7852" y="278"/>
                    <a:pt x="6493" y="1"/>
                    <a:pt x="5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7"/>
            <p:cNvSpPr/>
            <p:nvPr/>
          </p:nvSpPr>
          <p:spPr>
            <a:xfrm>
              <a:off x="6619826" y="4365118"/>
              <a:ext cx="180594" cy="157583"/>
            </a:xfrm>
            <a:custGeom>
              <a:avLst/>
              <a:gdLst/>
              <a:ahLst/>
              <a:cxnLst/>
              <a:rect l="l" t="t" r="r" b="b"/>
              <a:pathLst>
                <a:path w="5164" h="4506" extrusionOk="0">
                  <a:moveTo>
                    <a:pt x="1513" y="0"/>
                  </a:moveTo>
                  <a:cubicBezTo>
                    <a:pt x="1061" y="0"/>
                    <a:pt x="638" y="327"/>
                    <a:pt x="552" y="802"/>
                  </a:cubicBezTo>
                  <a:lnTo>
                    <a:pt x="502" y="1128"/>
                  </a:lnTo>
                  <a:lnTo>
                    <a:pt x="51" y="3334"/>
                  </a:lnTo>
                  <a:cubicBezTo>
                    <a:pt x="0" y="3534"/>
                    <a:pt x="151" y="3735"/>
                    <a:pt x="351" y="3760"/>
                  </a:cubicBezTo>
                  <a:cubicBezTo>
                    <a:pt x="1128" y="3910"/>
                    <a:pt x="1905" y="4035"/>
                    <a:pt x="2657" y="4186"/>
                  </a:cubicBezTo>
                  <a:cubicBezTo>
                    <a:pt x="3081" y="4254"/>
                    <a:pt x="3770" y="4505"/>
                    <a:pt x="4333" y="4505"/>
                  </a:cubicBezTo>
                  <a:cubicBezTo>
                    <a:pt x="4602" y="4505"/>
                    <a:pt x="4843" y="4448"/>
                    <a:pt x="5013" y="4286"/>
                  </a:cubicBezTo>
                  <a:cubicBezTo>
                    <a:pt x="5113" y="4186"/>
                    <a:pt x="5163" y="4035"/>
                    <a:pt x="5113" y="3910"/>
                  </a:cubicBezTo>
                  <a:cubicBezTo>
                    <a:pt x="5088" y="3835"/>
                    <a:pt x="5038" y="3785"/>
                    <a:pt x="4988" y="3760"/>
                  </a:cubicBezTo>
                  <a:cubicBezTo>
                    <a:pt x="4386" y="3284"/>
                    <a:pt x="3509" y="3208"/>
                    <a:pt x="2958" y="2657"/>
                  </a:cubicBezTo>
                  <a:cubicBezTo>
                    <a:pt x="2582" y="2306"/>
                    <a:pt x="2507" y="1930"/>
                    <a:pt x="2507" y="1504"/>
                  </a:cubicBezTo>
                  <a:cubicBezTo>
                    <a:pt x="2507" y="1354"/>
                    <a:pt x="2507" y="1203"/>
                    <a:pt x="2507" y="1053"/>
                  </a:cubicBezTo>
                  <a:cubicBezTo>
                    <a:pt x="2507" y="577"/>
                    <a:pt x="2206" y="126"/>
                    <a:pt x="1730" y="25"/>
                  </a:cubicBezTo>
                  <a:cubicBezTo>
                    <a:pt x="1658" y="8"/>
                    <a:pt x="1585" y="0"/>
                    <a:pt x="151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7"/>
            <p:cNvSpPr/>
            <p:nvPr/>
          </p:nvSpPr>
          <p:spPr>
            <a:xfrm>
              <a:off x="6413841" y="3301059"/>
              <a:ext cx="346256" cy="435259"/>
            </a:xfrm>
            <a:custGeom>
              <a:avLst/>
              <a:gdLst/>
              <a:ahLst/>
              <a:cxnLst/>
              <a:rect l="l" t="t" r="r" b="b"/>
              <a:pathLst>
                <a:path w="9901" h="12446" extrusionOk="0">
                  <a:moveTo>
                    <a:pt x="226" y="0"/>
                  </a:moveTo>
                  <a:cubicBezTo>
                    <a:pt x="151" y="0"/>
                    <a:pt x="26" y="0"/>
                    <a:pt x="1" y="100"/>
                  </a:cubicBezTo>
                  <a:cubicBezTo>
                    <a:pt x="1" y="125"/>
                    <a:pt x="1" y="176"/>
                    <a:pt x="26" y="201"/>
                  </a:cubicBezTo>
                  <a:lnTo>
                    <a:pt x="502" y="3860"/>
                  </a:lnTo>
                  <a:cubicBezTo>
                    <a:pt x="452" y="3534"/>
                    <a:pt x="402" y="3208"/>
                    <a:pt x="327" y="2907"/>
                  </a:cubicBezTo>
                  <a:lnTo>
                    <a:pt x="327" y="2907"/>
                  </a:lnTo>
                  <a:cubicBezTo>
                    <a:pt x="552" y="4286"/>
                    <a:pt x="778" y="5664"/>
                    <a:pt x="1003" y="7043"/>
                  </a:cubicBezTo>
                  <a:cubicBezTo>
                    <a:pt x="1204" y="8346"/>
                    <a:pt x="1329" y="9674"/>
                    <a:pt x="1755" y="10927"/>
                  </a:cubicBezTo>
                  <a:cubicBezTo>
                    <a:pt x="1880" y="11379"/>
                    <a:pt x="2081" y="12131"/>
                    <a:pt x="2582" y="12306"/>
                  </a:cubicBezTo>
                  <a:cubicBezTo>
                    <a:pt x="2926" y="12421"/>
                    <a:pt x="3204" y="12445"/>
                    <a:pt x="3496" y="12445"/>
                  </a:cubicBezTo>
                  <a:cubicBezTo>
                    <a:pt x="3716" y="12445"/>
                    <a:pt x="3943" y="12431"/>
                    <a:pt x="4211" y="12431"/>
                  </a:cubicBezTo>
                  <a:cubicBezTo>
                    <a:pt x="4462" y="12431"/>
                    <a:pt x="4738" y="12431"/>
                    <a:pt x="4988" y="12356"/>
                  </a:cubicBezTo>
                  <a:cubicBezTo>
                    <a:pt x="5715" y="12181"/>
                    <a:pt x="6166" y="11479"/>
                    <a:pt x="6492" y="10827"/>
                  </a:cubicBezTo>
                  <a:cubicBezTo>
                    <a:pt x="6818" y="10075"/>
                    <a:pt x="7169" y="9599"/>
                    <a:pt x="7845" y="9098"/>
                  </a:cubicBezTo>
                  <a:cubicBezTo>
                    <a:pt x="8296" y="8772"/>
                    <a:pt x="8748" y="8396"/>
                    <a:pt x="9174" y="8020"/>
                  </a:cubicBezTo>
                  <a:cubicBezTo>
                    <a:pt x="9349" y="7870"/>
                    <a:pt x="9725" y="7619"/>
                    <a:pt x="9800" y="7419"/>
                  </a:cubicBezTo>
                  <a:cubicBezTo>
                    <a:pt x="9901" y="7193"/>
                    <a:pt x="9750" y="7118"/>
                    <a:pt x="9600" y="6968"/>
                  </a:cubicBezTo>
                  <a:cubicBezTo>
                    <a:pt x="9073" y="6441"/>
                    <a:pt x="8497" y="5965"/>
                    <a:pt x="8021" y="5414"/>
                  </a:cubicBezTo>
                  <a:cubicBezTo>
                    <a:pt x="7545" y="5840"/>
                    <a:pt x="7068" y="6291"/>
                    <a:pt x="6567" y="6742"/>
                  </a:cubicBezTo>
                  <a:cubicBezTo>
                    <a:pt x="6241" y="7068"/>
                    <a:pt x="5890" y="7369"/>
                    <a:pt x="5540" y="7694"/>
                  </a:cubicBezTo>
                  <a:cubicBezTo>
                    <a:pt x="5389" y="7845"/>
                    <a:pt x="4487" y="8446"/>
                    <a:pt x="4487" y="8597"/>
                  </a:cubicBezTo>
                  <a:cubicBezTo>
                    <a:pt x="4412" y="7519"/>
                    <a:pt x="4312" y="6416"/>
                    <a:pt x="3936" y="5414"/>
                  </a:cubicBezTo>
                  <a:cubicBezTo>
                    <a:pt x="3885" y="5288"/>
                    <a:pt x="3835" y="5163"/>
                    <a:pt x="3835" y="5038"/>
                  </a:cubicBezTo>
                  <a:cubicBezTo>
                    <a:pt x="3810" y="4887"/>
                    <a:pt x="3860" y="4712"/>
                    <a:pt x="3885" y="4562"/>
                  </a:cubicBezTo>
                  <a:cubicBezTo>
                    <a:pt x="4061" y="3709"/>
                    <a:pt x="3936" y="2807"/>
                    <a:pt x="3560" y="2005"/>
                  </a:cubicBezTo>
                  <a:cubicBezTo>
                    <a:pt x="3184" y="1178"/>
                    <a:pt x="2682" y="702"/>
                    <a:pt x="1830" y="426"/>
                  </a:cubicBezTo>
                  <a:cubicBezTo>
                    <a:pt x="1304" y="251"/>
                    <a:pt x="778" y="100"/>
                    <a:pt x="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7"/>
            <p:cNvSpPr/>
            <p:nvPr/>
          </p:nvSpPr>
          <p:spPr>
            <a:xfrm>
              <a:off x="6648317" y="3925485"/>
              <a:ext cx="362867" cy="489815"/>
            </a:xfrm>
            <a:custGeom>
              <a:avLst/>
              <a:gdLst/>
              <a:ahLst/>
              <a:cxnLst/>
              <a:rect l="l" t="t" r="r" b="b"/>
              <a:pathLst>
                <a:path w="10376" h="14006" extrusionOk="0">
                  <a:moveTo>
                    <a:pt x="3409" y="1"/>
                  </a:moveTo>
                  <a:cubicBezTo>
                    <a:pt x="3027" y="1"/>
                    <a:pt x="2649" y="60"/>
                    <a:pt x="2281" y="140"/>
                  </a:cubicBezTo>
                  <a:cubicBezTo>
                    <a:pt x="1955" y="215"/>
                    <a:pt x="1654" y="391"/>
                    <a:pt x="1354" y="466"/>
                  </a:cubicBezTo>
                  <a:cubicBezTo>
                    <a:pt x="903" y="566"/>
                    <a:pt x="251" y="441"/>
                    <a:pt x="76" y="992"/>
                  </a:cubicBezTo>
                  <a:cubicBezTo>
                    <a:pt x="0" y="1243"/>
                    <a:pt x="50" y="1494"/>
                    <a:pt x="101" y="1744"/>
                  </a:cubicBezTo>
                  <a:cubicBezTo>
                    <a:pt x="201" y="2170"/>
                    <a:pt x="326" y="2571"/>
                    <a:pt x="477" y="2947"/>
                  </a:cubicBezTo>
                  <a:cubicBezTo>
                    <a:pt x="702" y="3448"/>
                    <a:pt x="953" y="3950"/>
                    <a:pt x="1128" y="4451"/>
                  </a:cubicBezTo>
                  <a:cubicBezTo>
                    <a:pt x="1279" y="4852"/>
                    <a:pt x="1354" y="5253"/>
                    <a:pt x="1504" y="5629"/>
                  </a:cubicBezTo>
                  <a:cubicBezTo>
                    <a:pt x="1755" y="6256"/>
                    <a:pt x="2206" y="6782"/>
                    <a:pt x="2732" y="7158"/>
                  </a:cubicBezTo>
                  <a:cubicBezTo>
                    <a:pt x="3058" y="7408"/>
                    <a:pt x="3434" y="7584"/>
                    <a:pt x="3685" y="7935"/>
                  </a:cubicBezTo>
                  <a:cubicBezTo>
                    <a:pt x="3835" y="8160"/>
                    <a:pt x="3860" y="8411"/>
                    <a:pt x="3960" y="8687"/>
                  </a:cubicBezTo>
                  <a:cubicBezTo>
                    <a:pt x="4211" y="9363"/>
                    <a:pt x="4512" y="10115"/>
                    <a:pt x="5138" y="10491"/>
                  </a:cubicBezTo>
                  <a:cubicBezTo>
                    <a:pt x="5314" y="10591"/>
                    <a:pt x="5489" y="10667"/>
                    <a:pt x="5614" y="10817"/>
                  </a:cubicBezTo>
                  <a:cubicBezTo>
                    <a:pt x="5690" y="10942"/>
                    <a:pt x="5740" y="11068"/>
                    <a:pt x="5790" y="11193"/>
                  </a:cubicBezTo>
                  <a:cubicBezTo>
                    <a:pt x="5915" y="11569"/>
                    <a:pt x="6066" y="11945"/>
                    <a:pt x="6316" y="12246"/>
                  </a:cubicBezTo>
                  <a:cubicBezTo>
                    <a:pt x="6542" y="12546"/>
                    <a:pt x="6842" y="12747"/>
                    <a:pt x="7068" y="13022"/>
                  </a:cubicBezTo>
                  <a:cubicBezTo>
                    <a:pt x="7294" y="13323"/>
                    <a:pt x="7369" y="13674"/>
                    <a:pt x="7519" y="14000"/>
                  </a:cubicBezTo>
                  <a:cubicBezTo>
                    <a:pt x="7521" y="14004"/>
                    <a:pt x="7527" y="14006"/>
                    <a:pt x="7537" y="14006"/>
                  </a:cubicBezTo>
                  <a:cubicBezTo>
                    <a:pt x="7785" y="14006"/>
                    <a:pt x="10375" y="12871"/>
                    <a:pt x="10351" y="12847"/>
                  </a:cubicBezTo>
                  <a:cubicBezTo>
                    <a:pt x="9123" y="10240"/>
                    <a:pt x="8221" y="7534"/>
                    <a:pt x="7243" y="4827"/>
                  </a:cubicBezTo>
                  <a:cubicBezTo>
                    <a:pt x="6792" y="3549"/>
                    <a:pt x="6316" y="2220"/>
                    <a:pt x="5464" y="1118"/>
                  </a:cubicBezTo>
                  <a:cubicBezTo>
                    <a:pt x="5063" y="591"/>
                    <a:pt x="4712" y="215"/>
                    <a:pt x="4061" y="65"/>
                  </a:cubicBezTo>
                  <a:cubicBezTo>
                    <a:pt x="3843" y="20"/>
                    <a:pt x="3626" y="1"/>
                    <a:pt x="3409" y="1"/>
                  </a:cubicBezTo>
                  <a:close/>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7"/>
            <p:cNvSpPr/>
            <p:nvPr/>
          </p:nvSpPr>
          <p:spPr>
            <a:xfrm>
              <a:off x="6121090" y="3301933"/>
              <a:ext cx="368183" cy="525031"/>
            </a:xfrm>
            <a:custGeom>
              <a:avLst/>
              <a:gdLst/>
              <a:ahLst/>
              <a:cxnLst/>
              <a:rect l="l" t="t" r="r" b="b"/>
              <a:pathLst>
                <a:path w="10528" h="15013" extrusionOk="0">
                  <a:moveTo>
                    <a:pt x="6191" y="0"/>
                  </a:moveTo>
                  <a:lnTo>
                    <a:pt x="5088" y="125"/>
                  </a:lnTo>
                  <a:cubicBezTo>
                    <a:pt x="3911" y="251"/>
                    <a:pt x="2682" y="401"/>
                    <a:pt x="1755" y="1128"/>
                  </a:cubicBezTo>
                  <a:cubicBezTo>
                    <a:pt x="652" y="2030"/>
                    <a:pt x="1" y="3584"/>
                    <a:pt x="226" y="4988"/>
                  </a:cubicBezTo>
                  <a:cubicBezTo>
                    <a:pt x="352" y="5740"/>
                    <a:pt x="602" y="6491"/>
                    <a:pt x="677" y="7268"/>
                  </a:cubicBezTo>
                  <a:cubicBezTo>
                    <a:pt x="953" y="9850"/>
                    <a:pt x="1154" y="12431"/>
                    <a:pt x="1304" y="15013"/>
                  </a:cubicBezTo>
                  <a:cubicBezTo>
                    <a:pt x="2532" y="14938"/>
                    <a:pt x="3785" y="14938"/>
                    <a:pt x="5038" y="14862"/>
                  </a:cubicBezTo>
                  <a:cubicBezTo>
                    <a:pt x="6567" y="14787"/>
                    <a:pt x="8297" y="14712"/>
                    <a:pt x="9775" y="14161"/>
                  </a:cubicBezTo>
                  <a:cubicBezTo>
                    <a:pt x="9951" y="12030"/>
                    <a:pt x="10527" y="9925"/>
                    <a:pt x="10502" y="7795"/>
                  </a:cubicBezTo>
                  <a:cubicBezTo>
                    <a:pt x="10477" y="6742"/>
                    <a:pt x="10452" y="5689"/>
                    <a:pt x="10452" y="4662"/>
                  </a:cubicBezTo>
                  <a:lnTo>
                    <a:pt x="6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7"/>
            <p:cNvSpPr/>
            <p:nvPr/>
          </p:nvSpPr>
          <p:spPr>
            <a:xfrm>
              <a:off x="6615455" y="3817036"/>
              <a:ext cx="232283" cy="600291"/>
            </a:xfrm>
            <a:custGeom>
              <a:avLst/>
              <a:gdLst/>
              <a:ahLst/>
              <a:cxnLst/>
              <a:rect l="l" t="t" r="r" b="b"/>
              <a:pathLst>
                <a:path w="6642" h="17165" extrusionOk="0">
                  <a:moveTo>
                    <a:pt x="2750" y="1"/>
                  </a:moveTo>
                  <a:cubicBezTo>
                    <a:pt x="2159" y="1"/>
                    <a:pt x="1595" y="205"/>
                    <a:pt x="1153" y="735"/>
                  </a:cubicBezTo>
                  <a:cubicBezTo>
                    <a:pt x="927" y="986"/>
                    <a:pt x="777" y="1286"/>
                    <a:pt x="702" y="1612"/>
                  </a:cubicBezTo>
                  <a:cubicBezTo>
                    <a:pt x="75" y="3843"/>
                    <a:pt x="1103" y="5773"/>
                    <a:pt x="827" y="7878"/>
                  </a:cubicBezTo>
                  <a:cubicBezTo>
                    <a:pt x="752" y="8404"/>
                    <a:pt x="677" y="8930"/>
                    <a:pt x="777" y="9457"/>
                  </a:cubicBezTo>
                  <a:cubicBezTo>
                    <a:pt x="802" y="9632"/>
                    <a:pt x="877" y="9808"/>
                    <a:pt x="877" y="9983"/>
                  </a:cubicBezTo>
                  <a:cubicBezTo>
                    <a:pt x="953" y="10409"/>
                    <a:pt x="802" y="10835"/>
                    <a:pt x="702" y="11261"/>
                  </a:cubicBezTo>
                  <a:cubicBezTo>
                    <a:pt x="577" y="11712"/>
                    <a:pt x="476" y="12164"/>
                    <a:pt x="501" y="12615"/>
                  </a:cubicBezTo>
                  <a:cubicBezTo>
                    <a:pt x="526" y="13091"/>
                    <a:pt x="652" y="13542"/>
                    <a:pt x="677" y="14018"/>
                  </a:cubicBezTo>
                  <a:cubicBezTo>
                    <a:pt x="677" y="14369"/>
                    <a:pt x="602" y="14720"/>
                    <a:pt x="526" y="15046"/>
                  </a:cubicBezTo>
                  <a:cubicBezTo>
                    <a:pt x="451" y="15497"/>
                    <a:pt x="0" y="16374"/>
                    <a:pt x="577" y="16575"/>
                  </a:cubicBezTo>
                  <a:cubicBezTo>
                    <a:pt x="927" y="16675"/>
                    <a:pt x="1328" y="16650"/>
                    <a:pt x="1704" y="16750"/>
                  </a:cubicBezTo>
                  <a:cubicBezTo>
                    <a:pt x="1830" y="16775"/>
                    <a:pt x="2707" y="17001"/>
                    <a:pt x="3158" y="17151"/>
                  </a:cubicBezTo>
                  <a:cubicBezTo>
                    <a:pt x="3181" y="17160"/>
                    <a:pt x="3203" y="17164"/>
                    <a:pt x="3225" y="17164"/>
                  </a:cubicBezTo>
                  <a:cubicBezTo>
                    <a:pt x="3325" y="17164"/>
                    <a:pt x="3413" y="17078"/>
                    <a:pt x="3434" y="16976"/>
                  </a:cubicBezTo>
                  <a:cubicBezTo>
                    <a:pt x="3509" y="16349"/>
                    <a:pt x="3810" y="15697"/>
                    <a:pt x="3985" y="15121"/>
                  </a:cubicBezTo>
                  <a:cubicBezTo>
                    <a:pt x="4186" y="14344"/>
                    <a:pt x="4386" y="13567"/>
                    <a:pt x="4587" y="12765"/>
                  </a:cubicBezTo>
                  <a:cubicBezTo>
                    <a:pt x="4662" y="12389"/>
                    <a:pt x="4762" y="12013"/>
                    <a:pt x="4887" y="11637"/>
                  </a:cubicBezTo>
                  <a:cubicBezTo>
                    <a:pt x="5038" y="11161"/>
                    <a:pt x="5263" y="10735"/>
                    <a:pt x="5489" y="10284"/>
                  </a:cubicBezTo>
                  <a:cubicBezTo>
                    <a:pt x="5514" y="10234"/>
                    <a:pt x="5539" y="10159"/>
                    <a:pt x="5564" y="10108"/>
                  </a:cubicBezTo>
                  <a:cubicBezTo>
                    <a:pt x="5614" y="9983"/>
                    <a:pt x="5664" y="9858"/>
                    <a:pt x="5689" y="9732"/>
                  </a:cubicBezTo>
                  <a:cubicBezTo>
                    <a:pt x="6090" y="8204"/>
                    <a:pt x="6642" y="6524"/>
                    <a:pt x="6466" y="4870"/>
                  </a:cubicBezTo>
                  <a:cubicBezTo>
                    <a:pt x="6316" y="3442"/>
                    <a:pt x="6341" y="1612"/>
                    <a:pt x="4938" y="735"/>
                  </a:cubicBezTo>
                  <a:cubicBezTo>
                    <a:pt x="4293" y="329"/>
                    <a:pt x="3499" y="1"/>
                    <a:pt x="27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7"/>
            <p:cNvSpPr/>
            <p:nvPr/>
          </p:nvSpPr>
          <p:spPr>
            <a:xfrm>
              <a:off x="6396320" y="3686800"/>
              <a:ext cx="158667" cy="79036"/>
            </a:xfrm>
            <a:custGeom>
              <a:avLst/>
              <a:gdLst/>
              <a:ahLst/>
              <a:cxnLst/>
              <a:rect l="l" t="t" r="r" b="b"/>
              <a:pathLst>
                <a:path w="4537" h="2260" extrusionOk="0">
                  <a:moveTo>
                    <a:pt x="772" y="0"/>
                  </a:moveTo>
                  <a:cubicBezTo>
                    <a:pt x="605" y="0"/>
                    <a:pt x="447" y="42"/>
                    <a:pt x="326" y="148"/>
                  </a:cubicBezTo>
                  <a:cubicBezTo>
                    <a:pt x="226" y="248"/>
                    <a:pt x="176" y="374"/>
                    <a:pt x="126" y="499"/>
                  </a:cubicBezTo>
                  <a:cubicBezTo>
                    <a:pt x="51" y="649"/>
                    <a:pt x="0" y="800"/>
                    <a:pt x="51" y="950"/>
                  </a:cubicBezTo>
                  <a:cubicBezTo>
                    <a:pt x="101" y="1101"/>
                    <a:pt x="251" y="1201"/>
                    <a:pt x="401" y="1251"/>
                  </a:cubicBezTo>
                  <a:cubicBezTo>
                    <a:pt x="777" y="1426"/>
                    <a:pt x="1203" y="1301"/>
                    <a:pt x="1454" y="1552"/>
                  </a:cubicBezTo>
                  <a:cubicBezTo>
                    <a:pt x="1755" y="1852"/>
                    <a:pt x="1880" y="2128"/>
                    <a:pt x="2356" y="2228"/>
                  </a:cubicBezTo>
                  <a:cubicBezTo>
                    <a:pt x="2488" y="2250"/>
                    <a:pt x="2621" y="2259"/>
                    <a:pt x="2753" y="2259"/>
                  </a:cubicBezTo>
                  <a:cubicBezTo>
                    <a:pt x="3072" y="2259"/>
                    <a:pt x="3391" y="2206"/>
                    <a:pt x="3710" y="2153"/>
                  </a:cubicBezTo>
                  <a:cubicBezTo>
                    <a:pt x="4537" y="2003"/>
                    <a:pt x="4411" y="1401"/>
                    <a:pt x="3785" y="1075"/>
                  </a:cubicBezTo>
                  <a:cubicBezTo>
                    <a:pt x="3083" y="674"/>
                    <a:pt x="2482" y="349"/>
                    <a:pt x="1680" y="173"/>
                  </a:cubicBezTo>
                  <a:cubicBezTo>
                    <a:pt x="1479" y="123"/>
                    <a:pt x="1304" y="98"/>
                    <a:pt x="1103" y="48"/>
                  </a:cubicBezTo>
                  <a:cubicBezTo>
                    <a:pt x="994" y="18"/>
                    <a:pt x="881" y="0"/>
                    <a:pt x="77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7"/>
            <p:cNvSpPr/>
            <p:nvPr/>
          </p:nvSpPr>
          <p:spPr>
            <a:xfrm>
              <a:off x="6118467" y="3433393"/>
              <a:ext cx="322580" cy="319642"/>
            </a:xfrm>
            <a:custGeom>
              <a:avLst/>
              <a:gdLst/>
              <a:ahLst/>
              <a:cxnLst/>
              <a:rect l="l" t="t" r="r" b="b"/>
              <a:pathLst>
                <a:path w="9224" h="9140" extrusionOk="0">
                  <a:moveTo>
                    <a:pt x="301" y="1"/>
                  </a:moveTo>
                  <a:cubicBezTo>
                    <a:pt x="176" y="1179"/>
                    <a:pt x="151" y="2356"/>
                    <a:pt x="76" y="3509"/>
                  </a:cubicBezTo>
                  <a:cubicBezTo>
                    <a:pt x="1" y="4788"/>
                    <a:pt x="51" y="6091"/>
                    <a:pt x="427" y="7319"/>
                  </a:cubicBezTo>
                  <a:cubicBezTo>
                    <a:pt x="527" y="7695"/>
                    <a:pt x="677" y="8096"/>
                    <a:pt x="928" y="8397"/>
                  </a:cubicBezTo>
                  <a:cubicBezTo>
                    <a:pt x="1452" y="9003"/>
                    <a:pt x="2400" y="9140"/>
                    <a:pt x="3364" y="9140"/>
                  </a:cubicBezTo>
                  <a:cubicBezTo>
                    <a:pt x="4153" y="9140"/>
                    <a:pt x="4953" y="9048"/>
                    <a:pt x="5539" y="9048"/>
                  </a:cubicBezTo>
                  <a:lnTo>
                    <a:pt x="8722" y="9048"/>
                  </a:lnTo>
                  <a:cubicBezTo>
                    <a:pt x="8747" y="8998"/>
                    <a:pt x="8747" y="8948"/>
                    <a:pt x="8773" y="8898"/>
                  </a:cubicBezTo>
                  <a:cubicBezTo>
                    <a:pt x="8873" y="8472"/>
                    <a:pt x="9148" y="7419"/>
                    <a:pt x="9224" y="6993"/>
                  </a:cubicBezTo>
                  <a:lnTo>
                    <a:pt x="7194" y="6818"/>
                  </a:lnTo>
                  <a:cubicBezTo>
                    <a:pt x="6617" y="6768"/>
                    <a:pt x="6016" y="6717"/>
                    <a:pt x="5439" y="6667"/>
                  </a:cubicBezTo>
                  <a:cubicBezTo>
                    <a:pt x="4963" y="6642"/>
                    <a:pt x="4261" y="6742"/>
                    <a:pt x="4186" y="6116"/>
                  </a:cubicBezTo>
                  <a:cubicBezTo>
                    <a:pt x="4136" y="5915"/>
                    <a:pt x="4186" y="5665"/>
                    <a:pt x="4086" y="5464"/>
                  </a:cubicBezTo>
                  <a:cubicBezTo>
                    <a:pt x="3960" y="5164"/>
                    <a:pt x="3610" y="5013"/>
                    <a:pt x="3509" y="4687"/>
                  </a:cubicBezTo>
                  <a:cubicBezTo>
                    <a:pt x="3459" y="4462"/>
                    <a:pt x="3559" y="4161"/>
                    <a:pt x="3585" y="3910"/>
                  </a:cubicBezTo>
                  <a:cubicBezTo>
                    <a:pt x="3610" y="3560"/>
                    <a:pt x="3760" y="3234"/>
                    <a:pt x="3910" y="2908"/>
                  </a:cubicBezTo>
                  <a:cubicBezTo>
                    <a:pt x="4161" y="2331"/>
                    <a:pt x="4336" y="1730"/>
                    <a:pt x="4437" y="1128"/>
                  </a:cubicBezTo>
                  <a:lnTo>
                    <a:pt x="4336" y="1128"/>
                  </a:lnTo>
                  <a:lnTo>
                    <a:pt x="30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7"/>
            <p:cNvSpPr/>
            <p:nvPr/>
          </p:nvSpPr>
          <p:spPr>
            <a:xfrm>
              <a:off x="6507636" y="3730516"/>
              <a:ext cx="433021" cy="15842"/>
            </a:xfrm>
            <a:custGeom>
              <a:avLst/>
              <a:gdLst/>
              <a:ahLst/>
              <a:cxnLst/>
              <a:rect l="l" t="t" r="r" b="b"/>
              <a:pathLst>
                <a:path w="12382" h="453" extrusionOk="0">
                  <a:moveTo>
                    <a:pt x="426" y="1"/>
                  </a:moveTo>
                  <a:cubicBezTo>
                    <a:pt x="176" y="1"/>
                    <a:pt x="0" y="201"/>
                    <a:pt x="0" y="452"/>
                  </a:cubicBezTo>
                  <a:lnTo>
                    <a:pt x="12381" y="452"/>
                  </a:lnTo>
                  <a:lnTo>
                    <a:pt x="1238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7"/>
            <p:cNvSpPr/>
            <p:nvPr/>
          </p:nvSpPr>
          <p:spPr>
            <a:xfrm>
              <a:off x="6582126" y="3488614"/>
              <a:ext cx="511043" cy="241935"/>
            </a:xfrm>
            <a:custGeom>
              <a:avLst/>
              <a:gdLst/>
              <a:ahLst/>
              <a:cxnLst/>
              <a:rect l="l" t="t" r="r" b="b"/>
              <a:pathLst>
                <a:path w="14613" h="6918" extrusionOk="0">
                  <a:moveTo>
                    <a:pt x="2758" y="1"/>
                  </a:moveTo>
                  <a:cubicBezTo>
                    <a:pt x="2507" y="1"/>
                    <a:pt x="2281" y="151"/>
                    <a:pt x="2206" y="376"/>
                  </a:cubicBezTo>
                  <a:lnTo>
                    <a:pt x="1" y="6918"/>
                  </a:lnTo>
                  <a:lnTo>
                    <a:pt x="12382" y="6918"/>
                  </a:lnTo>
                  <a:lnTo>
                    <a:pt x="14487" y="702"/>
                  </a:lnTo>
                  <a:cubicBezTo>
                    <a:pt x="14612" y="351"/>
                    <a:pt x="14312" y="1"/>
                    <a:pt x="1393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7"/>
            <p:cNvSpPr/>
            <p:nvPr/>
          </p:nvSpPr>
          <p:spPr>
            <a:xfrm>
              <a:off x="6580378" y="3711246"/>
              <a:ext cx="434769" cy="35112"/>
            </a:xfrm>
            <a:custGeom>
              <a:avLst/>
              <a:gdLst/>
              <a:ahLst/>
              <a:cxnLst/>
              <a:rect l="l" t="t" r="r" b="b"/>
              <a:pathLst>
                <a:path w="12432" h="1004" extrusionOk="0">
                  <a:moveTo>
                    <a:pt x="12432" y="0"/>
                  </a:moveTo>
                  <a:lnTo>
                    <a:pt x="1" y="552"/>
                  </a:lnTo>
                  <a:lnTo>
                    <a:pt x="1" y="1003"/>
                  </a:lnTo>
                  <a:lnTo>
                    <a:pt x="12231" y="1003"/>
                  </a:lnTo>
                  <a:cubicBezTo>
                    <a:pt x="12332" y="1003"/>
                    <a:pt x="12432" y="903"/>
                    <a:pt x="12432" y="777"/>
                  </a:cubicBezTo>
                  <a:lnTo>
                    <a:pt x="1243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7"/>
            <p:cNvSpPr/>
            <p:nvPr/>
          </p:nvSpPr>
          <p:spPr>
            <a:xfrm>
              <a:off x="6824937" y="3591152"/>
              <a:ext cx="33048" cy="23746"/>
            </a:xfrm>
            <a:custGeom>
              <a:avLst/>
              <a:gdLst/>
              <a:ahLst/>
              <a:cxnLst/>
              <a:rect l="l" t="t" r="r" b="b"/>
              <a:pathLst>
                <a:path w="945" h="679" extrusionOk="0">
                  <a:moveTo>
                    <a:pt x="501" y="1"/>
                  </a:moveTo>
                  <a:cubicBezTo>
                    <a:pt x="376" y="26"/>
                    <a:pt x="226" y="76"/>
                    <a:pt x="151" y="201"/>
                  </a:cubicBezTo>
                  <a:cubicBezTo>
                    <a:pt x="0" y="477"/>
                    <a:pt x="226" y="678"/>
                    <a:pt x="476" y="678"/>
                  </a:cubicBezTo>
                  <a:cubicBezTo>
                    <a:pt x="486" y="678"/>
                    <a:pt x="495" y="678"/>
                    <a:pt x="505" y="678"/>
                  </a:cubicBezTo>
                  <a:cubicBezTo>
                    <a:pt x="928" y="678"/>
                    <a:pt x="944" y="124"/>
                    <a:pt x="552" y="26"/>
                  </a:cubicBezTo>
                  <a:cubicBezTo>
                    <a:pt x="552" y="26"/>
                    <a:pt x="526" y="1"/>
                    <a:pt x="526"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7"/>
            <p:cNvSpPr/>
            <p:nvPr/>
          </p:nvSpPr>
          <p:spPr>
            <a:xfrm>
              <a:off x="6556702" y="3599930"/>
              <a:ext cx="14933" cy="23711"/>
            </a:xfrm>
            <a:custGeom>
              <a:avLst/>
              <a:gdLst/>
              <a:ahLst/>
              <a:cxnLst/>
              <a:rect l="l" t="t" r="r" b="b"/>
              <a:pathLst>
                <a:path w="427" h="678" extrusionOk="0">
                  <a:moveTo>
                    <a:pt x="427" y="1"/>
                  </a:moveTo>
                  <a:lnTo>
                    <a:pt x="84" y="545"/>
                  </a:lnTo>
                  <a:lnTo>
                    <a:pt x="84" y="545"/>
                  </a:lnTo>
                  <a:cubicBezTo>
                    <a:pt x="98" y="530"/>
                    <a:pt x="112" y="516"/>
                    <a:pt x="126" y="502"/>
                  </a:cubicBezTo>
                  <a:cubicBezTo>
                    <a:pt x="176" y="402"/>
                    <a:pt x="227" y="326"/>
                    <a:pt x="277" y="251"/>
                  </a:cubicBezTo>
                  <a:cubicBezTo>
                    <a:pt x="327" y="176"/>
                    <a:pt x="402" y="101"/>
                    <a:pt x="427" y="1"/>
                  </a:cubicBezTo>
                  <a:close/>
                  <a:moveTo>
                    <a:pt x="84" y="545"/>
                  </a:moveTo>
                  <a:cubicBezTo>
                    <a:pt x="50" y="582"/>
                    <a:pt x="19" y="623"/>
                    <a:pt x="1" y="677"/>
                  </a:cubicBezTo>
                  <a:lnTo>
                    <a:pt x="84" y="545"/>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7"/>
            <p:cNvSpPr/>
            <p:nvPr/>
          </p:nvSpPr>
          <p:spPr>
            <a:xfrm>
              <a:off x="6636473" y="4003122"/>
              <a:ext cx="16682" cy="145518"/>
            </a:xfrm>
            <a:custGeom>
              <a:avLst/>
              <a:gdLst/>
              <a:ahLst/>
              <a:cxnLst/>
              <a:rect l="l" t="t" r="r" b="b"/>
              <a:pathLst>
                <a:path w="477" h="4161" fill="none" extrusionOk="0">
                  <a:moveTo>
                    <a:pt x="51" y="4161"/>
                  </a:moveTo>
                  <a:cubicBezTo>
                    <a:pt x="1" y="3559"/>
                    <a:pt x="51" y="2983"/>
                    <a:pt x="226" y="2406"/>
                  </a:cubicBezTo>
                  <a:cubicBezTo>
                    <a:pt x="352" y="2005"/>
                    <a:pt x="477" y="1629"/>
                    <a:pt x="377" y="1203"/>
                  </a:cubicBezTo>
                  <a:cubicBezTo>
                    <a:pt x="276" y="777"/>
                    <a:pt x="226" y="426"/>
                    <a:pt x="377" y="0"/>
                  </a:cubicBez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7"/>
            <p:cNvSpPr/>
            <p:nvPr/>
          </p:nvSpPr>
          <p:spPr>
            <a:xfrm>
              <a:off x="7897774" y="3377053"/>
              <a:ext cx="442638" cy="388676"/>
            </a:xfrm>
            <a:custGeom>
              <a:avLst/>
              <a:gdLst/>
              <a:ahLst/>
              <a:cxnLst/>
              <a:rect l="l" t="t" r="r" b="b"/>
              <a:pathLst>
                <a:path w="12657" h="11114" extrusionOk="0">
                  <a:moveTo>
                    <a:pt x="10647" y="1"/>
                  </a:moveTo>
                  <a:cubicBezTo>
                    <a:pt x="9855" y="1"/>
                    <a:pt x="9151" y="537"/>
                    <a:pt x="9198" y="1361"/>
                  </a:cubicBezTo>
                  <a:cubicBezTo>
                    <a:pt x="9273" y="2464"/>
                    <a:pt x="8922" y="3541"/>
                    <a:pt x="9148" y="4619"/>
                  </a:cubicBezTo>
                  <a:cubicBezTo>
                    <a:pt x="9173" y="4744"/>
                    <a:pt x="9223" y="4870"/>
                    <a:pt x="9223" y="5020"/>
                  </a:cubicBezTo>
                  <a:cubicBezTo>
                    <a:pt x="9223" y="5145"/>
                    <a:pt x="9173" y="5271"/>
                    <a:pt x="9148" y="5396"/>
                  </a:cubicBezTo>
                  <a:cubicBezTo>
                    <a:pt x="9073" y="5797"/>
                    <a:pt x="9073" y="6223"/>
                    <a:pt x="9073" y="6649"/>
                  </a:cubicBezTo>
                  <a:cubicBezTo>
                    <a:pt x="9073" y="6925"/>
                    <a:pt x="9098" y="7050"/>
                    <a:pt x="8847" y="7176"/>
                  </a:cubicBezTo>
                  <a:cubicBezTo>
                    <a:pt x="8597" y="7276"/>
                    <a:pt x="8196" y="7251"/>
                    <a:pt x="7920" y="7301"/>
                  </a:cubicBezTo>
                  <a:cubicBezTo>
                    <a:pt x="7318" y="7401"/>
                    <a:pt x="6717" y="7577"/>
                    <a:pt x="6191" y="7927"/>
                  </a:cubicBezTo>
                  <a:cubicBezTo>
                    <a:pt x="5288" y="8504"/>
                    <a:pt x="4236" y="8604"/>
                    <a:pt x="3308" y="9206"/>
                  </a:cubicBezTo>
                  <a:cubicBezTo>
                    <a:pt x="3133" y="9306"/>
                    <a:pt x="2982" y="9406"/>
                    <a:pt x="2807" y="9456"/>
                  </a:cubicBezTo>
                  <a:cubicBezTo>
                    <a:pt x="2694" y="9494"/>
                    <a:pt x="2581" y="9506"/>
                    <a:pt x="2469" y="9506"/>
                  </a:cubicBezTo>
                  <a:cubicBezTo>
                    <a:pt x="2356" y="9506"/>
                    <a:pt x="2243" y="9494"/>
                    <a:pt x="2130" y="9481"/>
                  </a:cubicBezTo>
                  <a:cubicBezTo>
                    <a:pt x="1454" y="9481"/>
                    <a:pt x="752" y="9632"/>
                    <a:pt x="276" y="10108"/>
                  </a:cubicBezTo>
                  <a:cubicBezTo>
                    <a:pt x="125" y="10258"/>
                    <a:pt x="0" y="10509"/>
                    <a:pt x="100" y="10709"/>
                  </a:cubicBezTo>
                  <a:cubicBezTo>
                    <a:pt x="150" y="10810"/>
                    <a:pt x="276" y="10885"/>
                    <a:pt x="376" y="10935"/>
                  </a:cubicBezTo>
                  <a:cubicBezTo>
                    <a:pt x="665" y="11062"/>
                    <a:pt x="962" y="11113"/>
                    <a:pt x="1259" y="11113"/>
                  </a:cubicBezTo>
                  <a:cubicBezTo>
                    <a:pt x="1787" y="11113"/>
                    <a:pt x="2320" y="10952"/>
                    <a:pt x="2832" y="10760"/>
                  </a:cubicBezTo>
                  <a:cubicBezTo>
                    <a:pt x="3484" y="10509"/>
                    <a:pt x="4286" y="10459"/>
                    <a:pt x="4988" y="10409"/>
                  </a:cubicBezTo>
                  <a:cubicBezTo>
                    <a:pt x="6165" y="10308"/>
                    <a:pt x="7343" y="10384"/>
                    <a:pt x="8496" y="10133"/>
                  </a:cubicBezTo>
                  <a:cubicBezTo>
                    <a:pt x="9123" y="10008"/>
                    <a:pt x="9749" y="9857"/>
                    <a:pt x="10301" y="9556"/>
                  </a:cubicBezTo>
                  <a:cubicBezTo>
                    <a:pt x="10827" y="9306"/>
                    <a:pt x="11479" y="9055"/>
                    <a:pt x="11729" y="8479"/>
                  </a:cubicBezTo>
                  <a:cubicBezTo>
                    <a:pt x="11780" y="8353"/>
                    <a:pt x="11805" y="8253"/>
                    <a:pt x="11830" y="8128"/>
                  </a:cubicBezTo>
                  <a:cubicBezTo>
                    <a:pt x="12055" y="7276"/>
                    <a:pt x="12256" y="6424"/>
                    <a:pt x="12481" y="5572"/>
                  </a:cubicBezTo>
                  <a:cubicBezTo>
                    <a:pt x="12657" y="4920"/>
                    <a:pt x="12632" y="4243"/>
                    <a:pt x="12607" y="3566"/>
                  </a:cubicBezTo>
                  <a:cubicBezTo>
                    <a:pt x="12607" y="2990"/>
                    <a:pt x="12506" y="2439"/>
                    <a:pt x="12331" y="1912"/>
                  </a:cubicBezTo>
                  <a:cubicBezTo>
                    <a:pt x="12181" y="1511"/>
                    <a:pt x="12055" y="1010"/>
                    <a:pt x="11830" y="659"/>
                  </a:cubicBezTo>
                  <a:cubicBezTo>
                    <a:pt x="11604" y="283"/>
                    <a:pt x="11203" y="58"/>
                    <a:pt x="10802" y="8"/>
                  </a:cubicBezTo>
                  <a:cubicBezTo>
                    <a:pt x="10750" y="3"/>
                    <a:pt x="10698" y="1"/>
                    <a:pt x="10647"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7"/>
            <p:cNvSpPr/>
            <p:nvPr/>
          </p:nvSpPr>
          <p:spPr>
            <a:xfrm>
              <a:off x="8090575" y="4200854"/>
              <a:ext cx="174474" cy="264387"/>
            </a:xfrm>
            <a:custGeom>
              <a:avLst/>
              <a:gdLst/>
              <a:ahLst/>
              <a:cxnLst/>
              <a:rect l="l" t="t" r="r" b="b"/>
              <a:pathLst>
                <a:path w="4989" h="7560" extrusionOk="0">
                  <a:moveTo>
                    <a:pt x="1160" y="1"/>
                  </a:moveTo>
                  <a:cubicBezTo>
                    <a:pt x="862" y="1"/>
                    <a:pt x="581" y="110"/>
                    <a:pt x="377" y="336"/>
                  </a:cubicBezTo>
                  <a:cubicBezTo>
                    <a:pt x="1" y="762"/>
                    <a:pt x="26" y="1489"/>
                    <a:pt x="427" y="2066"/>
                  </a:cubicBezTo>
                  <a:cubicBezTo>
                    <a:pt x="552" y="2241"/>
                    <a:pt x="678" y="2417"/>
                    <a:pt x="803" y="2592"/>
                  </a:cubicBezTo>
                  <a:cubicBezTo>
                    <a:pt x="1129" y="3093"/>
                    <a:pt x="1379" y="3595"/>
                    <a:pt x="1279" y="4271"/>
                  </a:cubicBezTo>
                  <a:cubicBezTo>
                    <a:pt x="1154" y="5249"/>
                    <a:pt x="352" y="5925"/>
                    <a:pt x="126" y="6878"/>
                  </a:cubicBezTo>
                  <a:cubicBezTo>
                    <a:pt x="101" y="6978"/>
                    <a:pt x="101" y="7053"/>
                    <a:pt x="126" y="7153"/>
                  </a:cubicBezTo>
                  <a:cubicBezTo>
                    <a:pt x="176" y="7329"/>
                    <a:pt x="352" y="7479"/>
                    <a:pt x="527" y="7529"/>
                  </a:cubicBezTo>
                  <a:cubicBezTo>
                    <a:pt x="603" y="7550"/>
                    <a:pt x="679" y="7560"/>
                    <a:pt x="753" y="7560"/>
                  </a:cubicBezTo>
                  <a:cubicBezTo>
                    <a:pt x="1588" y="7560"/>
                    <a:pt x="2325" y="6356"/>
                    <a:pt x="2808" y="5850"/>
                  </a:cubicBezTo>
                  <a:cubicBezTo>
                    <a:pt x="3485" y="5174"/>
                    <a:pt x="4136" y="4522"/>
                    <a:pt x="4813" y="3845"/>
                  </a:cubicBezTo>
                  <a:cubicBezTo>
                    <a:pt x="4988" y="3670"/>
                    <a:pt x="4963" y="3344"/>
                    <a:pt x="4763" y="3118"/>
                  </a:cubicBezTo>
                  <a:lnTo>
                    <a:pt x="2532" y="813"/>
                  </a:lnTo>
                  <a:lnTo>
                    <a:pt x="2206" y="462"/>
                  </a:lnTo>
                  <a:cubicBezTo>
                    <a:pt x="1905" y="160"/>
                    <a:pt x="1520" y="1"/>
                    <a:pt x="116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27"/>
            <p:cNvSpPr/>
            <p:nvPr/>
          </p:nvSpPr>
          <p:spPr>
            <a:xfrm>
              <a:off x="8379828" y="3966297"/>
              <a:ext cx="17556" cy="383955"/>
            </a:xfrm>
            <a:custGeom>
              <a:avLst/>
              <a:gdLst/>
              <a:ahLst/>
              <a:cxnLst/>
              <a:rect l="l" t="t" r="r" b="b"/>
              <a:pathLst>
                <a:path w="502" h="10979" extrusionOk="0">
                  <a:moveTo>
                    <a:pt x="1" y="1"/>
                  </a:moveTo>
                  <a:lnTo>
                    <a:pt x="1" y="10978"/>
                  </a:lnTo>
                  <a:lnTo>
                    <a:pt x="502" y="10978"/>
                  </a:lnTo>
                  <a:lnTo>
                    <a:pt x="50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7"/>
            <p:cNvSpPr/>
            <p:nvPr/>
          </p:nvSpPr>
          <p:spPr>
            <a:xfrm>
              <a:off x="8239590" y="4349345"/>
              <a:ext cx="300687" cy="80645"/>
            </a:xfrm>
            <a:custGeom>
              <a:avLst/>
              <a:gdLst/>
              <a:ahLst/>
              <a:cxnLst/>
              <a:rect l="l" t="t" r="r" b="b"/>
              <a:pathLst>
                <a:path w="8598" h="2306" fill="none" extrusionOk="0">
                  <a:moveTo>
                    <a:pt x="8597" y="2306"/>
                  </a:moveTo>
                  <a:cubicBezTo>
                    <a:pt x="8597" y="702"/>
                    <a:pt x="5740" y="25"/>
                    <a:pt x="4311" y="25"/>
                  </a:cubicBezTo>
                  <a:cubicBezTo>
                    <a:pt x="2607" y="0"/>
                    <a:pt x="1" y="652"/>
                    <a:pt x="1"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7"/>
            <p:cNvSpPr/>
            <p:nvPr/>
          </p:nvSpPr>
          <p:spPr>
            <a:xfrm>
              <a:off x="8388606" y="4351094"/>
              <a:ext cx="35" cy="94704"/>
            </a:xfrm>
            <a:custGeom>
              <a:avLst/>
              <a:gdLst/>
              <a:ahLst/>
              <a:cxnLst/>
              <a:rect l="l" t="t" r="r" b="b"/>
              <a:pathLst>
                <a:path w="1" h="2708" fill="none" extrusionOk="0">
                  <a:moveTo>
                    <a:pt x="0" y="2707"/>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7"/>
            <p:cNvSpPr/>
            <p:nvPr/>
          </p:nvSpPr>
          <p:spPr>
            <a:xfrm>
              <a:off x="8215040" y="4419464"/>
              <a:ext cx="49135" cy="49100"/>
            </a:xfrm>
            <a:custGeom>
              <a:avLst/>
              <a:gdLst/>
              <a:ahLst/>
              <a:cxnLst/>
              <a:rect l="l" t="t" r="r" b="b"/>
              <a:pathLst>
                <a:path w="1405" h="1404" extrusionOk="0">
                  <a:moveTo>
                    <a:pt x="703" y="0"/>
                  </a:moveTo>
                  <a:cubicBezTo>
                    <a:pt x="301" y="0"/>
                    <a:pt x="1" y="326"/>
                    <a:pt x="1" y="702"/>
                  </a:cubicBezTo>
                  <a:cubicBezTo>
                    <a:pt x="1" y="1103"/>
                    <a:pt x="301" y="1404"/>
                    <a:pt x="703" y="1404"/>
                  </a:cubicBezTo>
                  <a:cubicBezTo>
                    <a:pt x="1078" y="1404"/>
                    <a:pt x="1404" y="1103"/>
                    <a:pt x="1404" y="702"/>
                  </a:cubicBezTo>
                  <a:cubicBezTo>
                    <a:pt x="1404" y="326"/>
                    <a:pt x="1078"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27"/>
            <p:cNvSpPr/>
            <p:nvPr/>
          </p:nvSpPr>
          <p:spPr>
            <a:xfrm>
              <a:off x="8364056" y="4419464"/>
              <a:ext cx="49100" cy="49100"/>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7"/>
            <p:cNvSpPr/>
            <p:nvPr/>
          </p:nvSpPr>
          <p:spPr>
            <a:xfrm>
              <a:off x="8513072" y="4419464"/>
              <a:ext cx="49100" cy="49100"/>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7"/>
            <p:cNvSpPr/>
            <p:nvPr/>
          </p:nvSpPr>
          <p:spPr>
            <a:xfrm>
              <a:off x="8220321" y="3465812"/>
              <a:ext cx="459319" cy="531187"/>
            </a:xfrm>
            <a:custGeom>
              <a:avLst/>
              <a:gdLst/>
              <a:ahLst/>
              <a:cxnLst/>
              <a:rect l="l" t="t" r="r" b="b"/>
              <a:pathLst>
                <a:path w="13134" h="15189" extrusionOk="0">
                  <a:moveTo>
                    <a:pt x="7820" y="1"/>
                  </a:moveTo>
                  <a:cubicBezTo>
                    <a:pt x="6416" y="1"/>
                    <a:pt x="5288" y="1129"/>
                    <a:pt x="5288" y="2532"/>
                  </a:cubicBezTo>
                  <a:lnTo>
                    <a:pt x="5288" y="10628"/>
                  </a:lnTo>
                  <a:cubicBezTo>
                    <a:pt x="5288" y="12683"/>
                    <a:pt x="3609" y="14337"/>
                    <a:pt x="1554" y="14337"/>
                  </a:cubicBezTo>
                  <a:lnTo>
                    <a:pt x="426" y="14337"/>
                  </a:lnTo>
                  <a:cubicBezTo>
                    <a:pt x="176" y="14337"/>
                    <a:pt x="0" y="14537"/>
                    <a:pt x="0" y="14763"/>
                  </a:cubicBezTo>
                  <a:cubicBezTo>
                    <a:pt x="0" y="15014"/>
                    <a:pt x="176" y="15189"/>
                    <a:pt x="426" y="15189"/>
                  </a:cubicBezTo>
                  <a:lnTo>
                    <a:pt x="9499" y="15189"/>
                  </a:lnTo>
                  <a:cubicBezTo>
                    <a:pt x="11504" y="15189"/>
                    <a:pt x="13133" y="13560"/>
                    <a:pt x="13133" y="11580"/>
                  </a:cubicBezTo>
                  <a:lnTo>
                    <a:pt x="13133" y="2532"/>
                  </a:lnTo>
                  <a:cubicBezTo>
                    <a:pt x="13133" y="1129"/>
                    <a:pt x="12005" y="1"/>
                    <a:pt x="106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7"/>
            <p:cNvSpPr/>
            <p:nvPr/>
          </p:nvSpPr>
          <p:spPr>
            <a:xfrm>
              <a:off x="7960863" y="4314233"/>
              <a:ext cx="218294" cy="202312"/>
            </a:xfrm>
            <a:custGeom>
              <a:avLst/>
              <a:gdLst/>
              <a:ahLst/>
              <a:cxnLst/>
              <a:rect l="l" t="t" r="r" b="b"/>
              <a:pathLst>
                <a:path w="6242" h="5785" extrusionOk="0">
                  <a:moveTo>
                    <a:pt x="5077" y="1"/>
                  </a:moveTo>
                  <a:cubicBezTo>
                    <a:pt x="5064" y="1"/>
                    <a:pt x="5051" y="1"/>
                    <a:pt x="5038" y="2"/>
                  </a:cubicBezTo>
                  <a:cubicBezTo>
                    <a:pt x="4462" y="52"/>
                    <a:pt x="3960" y="603"/>
                    <a:pt x="3860" y="1280"/>
                  </a:cubicBezTo>
                  <a:cubicBezTo>
                    <a:pt x="3810" y="1505"/>
                    <a:pt x="3785" y="1706"/>
                    <a:pt x="3735" y="1932"/>
                  </a:cubicBezTo>
                  <a:cubicBezTo>
                    <a:pt x="3635" y="2533"/>
                    <a:pt x="3484" y="3034"/>
                    <a:pt x="2933" y="3460"/>
                  </a:cubicBezTo>
                  <a:cubicBezTo>
                    <a:pt x="2156" y="4087"/>
                    <a:pt x="1103" y="3987"/>
                    <a:pt x="276" y="4538"/>
                  </a:cubicBezTo>
                  <a:cubicBezTo>
                    <a:pt x="201" y="4588"/>
                    <a:pt x="126" y="4638"/>
                    <a:pt x="101" y="4739"/>
                  </a:cubicBezTo>
                  <a:cubicBezTo>
                    <a:pt x="1" y="4889"/>
                    <a:pt x="26" y="5115"/>
                    <a:pt x="126" y="5265"/>
                  </a:cubicBezTo>
                  <a:cubicBezTo>
                    <a:pt x="376" y="5678"/>
                    <a:pt x="890" y="5785"/>
                    <a:pt x="1435" y="5785"/>
                  </a:cubicBezTo>
                  <a:cubicBezTo>
                    <a:pt x="1980" y="5785"/>
                    <a:pt x="2557" y="5678"/>
                    <a:pt x="2933" y="5666"/>
                  </a:cubicBezTo>
                  <a:lnTo>
                    <a:pt x="5765" y="5616"/>
                  </a:lnTo>
                  <a:cubicBezTo>
                    <a:pt x="6016" y="5616"/>
                    <a:pt x="6216" y="5365"/>
                    <a:pt x="6216" y="5064"/>
                  </a:cubicBezTo>
                  <a:lnTo>
                    <a:pt x="6216" y="1831"/>
                  </a:lnTo>
                  <a:lnTo>
                    <a:pt x="6241" y="1380"/>
                  </a:lnTo>
                  <a:cubicBezTo>
                    <a:pt x="6241" y="594"/>
                    <a:pt x="5712" y="1"/>
                    <a:pt x="507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27"/>
            <p:cNvSpPr/>
            <p:nvPr/>
          </p:nvSpPr>
          <p:spPr>
            <a:xfrm>
              <a:off x="8276416" y="3672672"/>
              <a:ext cx="35" cy="909"/>
            </a:xfrm>
            <a:custGeom>
              <a:avLst/>
              <a:gdLst/>
              <a:ahLst/>
              <a:cxnLst/>
              <a:rect l="l" t="t" r="r" b="b"/>
              <a:pathLst>
                <a:path w="1" h="26" extrusionOk="0">
                  <a:moveTo>
                    <a:pt x="0" y="26"/>
                  </a:moveTo>
                  <a:lnTo>
                    <a:pt x="0" y="26"/>
                  </a:lnTo>
                  <a:cubicBezTo>
                    <a:pt x="0" y="26"/>
                    <a:pt x="0" y="1"/>
                    <a:pt x="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7"/>
            <p:cNvSpPr/>
            <p:nvPr/>
          </p:nvSpPr>
          <p:spPr>
            <a:xfrm>
              <a:off x="8341254" y="3357154"/>
              <a:ext cx="909" cy="6155"/>
            </a:xfrm>
            <a:custGeom>
              <a:avLst/>
              <a:gdLst/>
              <a:ahLst/>
              <a:cxnLst/>
              <a:rect l="l" t="t" r="r" b="b"/>
              <a:pathLst>
                <a:path w="26" h="176" extrusionOk="0">
                  <a:moveTo>
                    <a:pt x="26" y="0"/>
                  </a:moveTo>
                  <a:lnTo>
                    <a:pt x="1" y="176"/>
                  </a:lnTo>
                  <a:lnTo>
                    <a:pt x="1" y="176"/>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7"/>
            <p:cNvSpPr/>
            <p:nvPr/>
          </p:nvSpPr>
          <p:spPr>
            <a:xfrm>
              <a:off x="8276416" y="3668300"/>
              <a:ext cx="909" cy="4406"/>
            </a:xfrm>
            <a:custGeom>
              <a:avLst/>
              <a:gdLst/>
              <a:ahLst/>
              <a:cxnLst/>
              <a:rect l="l" t="t" r="r" b="b"/>
              <a:pathLst>
                <a:path w="26" h="126" extrusionOk="0">
                  <a:moveTo>
                    <a:pt x="25" y="0"/>
                  </a:moveTo>
                  <a:lnTo>
                    <a:pt x="11" y="69"/>
                  </a:lnTo>
                  <a:lnTo>
                    <a:pt x="11" y="69"/>
                  </a:lnTo>
                  <a:cubicBezTo>
                    <a:pt x="18" y="52"/>
                    <a:pt x="25" y="39"/>
                    <a:pt x="25" y="25"/>
                  </a:cubicBezTo>
                  <a:cubicBezTo>
                    <a:pt x="25" y="0"/>
                    <a:pt x="25" y="0"/>
                    <a:pt x="25" y="0"/>
                  </a:cubicBezTo>
                  <a:close/>
                  <a:moveTo>
                    <a:pt x="11" y="69"/>
                  </a:moveTo>
                  <a:cubicBezTo>
                    <a:pt x="6" y="84"/>
                    <a:pt x="0" y="102"/>
                    <a:pt x="0" y="126"/>
                  </a:cubicBezTo>
                  <a:lnTo>
                    <a:pt x="11" y="69"/>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7"/>
            <p:cNvSpPr/>
            <p:nvPr/>
          </p:nvSpPr>
          <p:spPr>
            <a:xfrm>
              <a:off x="8210669" y="3340473"/>
              <a:ext cx="10561" cy="86835"/>
            </a:xfrm>
            <a:custGeom>
              <a:avLst/>
              <a:gdLst/>
              <a:ahLst/>
              <a:cxnLst/>
              <a:rect l="l" t="t" r="r" b="b"/>
              <a:pathLst>
                <a:path w="302" h="2483" extrusionOk="0">
                  <a:moveTo>
                    <a:pt x="0" y="2482"/>
                  </a:moveTo>
                  <a:lnTo>
                    <a:pt x="301" y="1"/>
                  </a:lnTo>
                  <a:lnTo>
                    <a:pt x="0" y="2482"/>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7"/>
            <p:cNvSpPr/>
            <p:nvPr/>
          </p:nvSpPr>
          <p:spPr>
            <a:xfrm>
              <a:off x="8210669" y="3263045"/>
              <a:ext cx="142020" cy="183532"/>
            </a:xfrm>
            <a:custGeom>
              <a:avLst/>
              <a:gdLst/>
              <a:ahLst/>
              <a:cxnLst/>
              <a:rect l="l" t="t" r="r" b="b"/>
              <a:pathLst>
                <a:path w="4061" h="5248" extrusionOk="0">
                  <a:moveTo>
                    <a:pt x="3873" y="0"/>
                  </a:moveTo>
                  <a:cubicBezTo>
                    <a:pt x="3851" y="0"/>
                    <a:pt x="3829" y="3"/>
                    <a:pt x="3810" y="9"/>
                  </a:cubicBezTo>
                  <a:cubicBezTo>
                    <a:pt x="3259" y="85"/>
                    <a:pt x="2732" y="260"/>
                    <a:pt x="2231" y="435"/>
                  </a:cubicBezTo>
                  <a:cubicBezTo>
                    <a:pt x="2031" y="486"/>
                    <a:pt x="1805" y="561"/>
                    <a:pt x="1630" y="661"/>
                  </a:cubicBezTo>
                  <a:cubicBezTo>
                    <a:pt x="978" y="987"/>
                    <a:pt x="602" y="1588"/>
                    <a:pt x="401" y="2240"/>
                  </a:cubicBezTo>
                  <a:cubicBezTo>
                    <a:pt x="126" y="3042"/>
                    <a:pt x="101" y="3869"/>
                    <a:pt x="0" y="4696"/>
                  </a:cubicBezTo>
                  <a:lnTo>
                    <a:pt x="3234" y="5248"/>
                  </a:lnTo>
                  <a:cubicBezTo>
                    <a:pt x="3234" y="5248"/>
                    <a:pt x="3509" y="3969"/>
                    <a:pt x="3534" y="3869"/>
                  </a:cubicBezTo>
                  <a:cubicBezTo>
                    <a:pt x="3534" y="3318"/>
                    <a:pt x="3835" y="2842"/>
                    <a:pt x="3760" y="2265"/>
                  </a:cubicBezTo>
                  <a:cubicBezTo>
                    <a:pt x="3735" y="1889"/>
                    <a:pt x="3810" y="1513"/>
                    <a:pt x="3910" y="1137"/>
                  </a:cubicBezTo>
                  <a:cubicBezTo>
                    <a:pt x="3960" y="962"/>
                    <a:pt x="4036" y="786"/>
                    <a:pt x="4061" y="611"/>
                  </a:cubicBezTo>
                  <a:cubicBezTo>
                    <a:pt x="4061" y="461"/>
                    <a:pt x="3985" y="335"/>
                    <a:pt x="4036" y="210"/>
                  </a:cubicBezTo>
                  <a:cubicBezTo>
                    <a:pt x="4036" y="160"/>
                    <a:pt x="4036" y="135"/>
                    <a:pt x="4036" y="85"/>
                  </a:cubicBezTo>
                  <a:cubicBezTo>
                    <a:pt x="4017" y="28"/>
                    <a:pt x="3942" y="0"/>
                    <a:pt x="387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7"/>
            <p:cNvSpPr/>
            <p:nvPr/>
          </p:nvSpPr>
          <p:spPr>
            <a:xfrm>
              <a:off x="7941594" y="3760172"/>
              <a:ext cx="550456" cy="219168"/>
            </a:xfrm>
            <a:custGeom>
              <a:avLst/>
              <a:gdLst/>
              <a:ahLst/>
              <a:cxnLst/>
              <a:rect l="l" t="t" r="r" b="b"/>
              <a:pathLst>
                <a:path w="15740" h="6267" extrusionOk="0">
                  <a:moveTo>
                    <a:pt x="12769" y="0"/>
                  </a:moveTo>
                  <a:cubicBezTo>
                    <a:pt x="12724" y="0"/>
                    <a:pt x="12678" y="2"/>
                    <a:pt x="12632" y="5"/>
                  </a:cubicBezTo>
                  <a:cubicBezTo>
                    <a:pt x="11629" y="80"/>
                    <a:pt x="10777" y="932"/>
                    <a:pt x="9750" y="982"/>
                  </a:cubicBezTo>
                  <a:cubicBezTo>
                    <a:pt x="9349" y="982"/>
                    <a:pt x="8973" y="882"/>
                    <a:pt x="8597" y="857"/>
                  </a:cubicBezTo>
                  <a:cubicBezTo>
                    <a:pt x="8522" y="855"/>
                    <a:pt x="8447" y="853"/>
                    <a:pt x="8372" y="853"/>
                  </a:cubicBezTo>
                  <a:cubicBezTo>
                    <a:pt x="6941" y="853"/>
                    <a:pt x="5489" y="1286"/>
                    <a:pt x="4060" y="1333"/>
                  </a:cubicBezTo>
                  <a:cubicBezTo>
                    <a:pt x="3308" y="1358"/>
                    <a:pt x="2531" y="1333"/>
                    <a:pt x="1805" y="1559"/>
                  </a:cubicBezTo>
                  <a:cubicBezTo>
                    <a:pt x="1103" y="1759"/>
                    <a:pt x="401" y="2236"/>
                    <a:pt x="151" y="2962"/>
                  </a:cubicBezTo>
                  <a:cubicBezTo>
                    <a:pt x="25" y="3338"/>
                    <a:pt x="0" y="3689"/>
                    <a:pt x="50" y="4015"/>
                  </a:cubicBezTo>
                  <a:cubicBezTo>
                    <a:pt x="201" y="5419"/>
                    <a:pt x="1780" y="6120"/>
                    <a:pt x="3158" y="6246"/>
                  </a:cubicBezTo>
                  <a:cubicBezTo>
                    <a:pt x="3388" y="6261"/>
                    <a:pt x="3617" y="6267"/>
                    <a:pt x="3846" y="6267"/>
                  </a:cubicBezTo>
                  <a:cubicBezTo>
                    <a:pt x="4656" y="6267"/>
                    <a:pt x="5466" y="6193"/>
                    <a:pt x="6276" y="6193"/>
                  </a:cubicBezTo>
                  <a:cubicBezTo>
                    <a:pt x="6365" y="6193"/>
                    <a:pt x="6453" y="6194"/>
                    <a:pt x="6542" y="6196"/>
                  </a:cubicBezTo>
                  <a:cubicBezTo>
                    <a:pt x="8070" y="6196"/>
                    <a:pt x="9599" y="6221"/>
                    <a:pt x="11128" y="6221"/>
                  </a:cubicBezTo>
                  <a:cubicBezTo>
                    <a:pt x="11303" y="6227"/>
                    <a:pt x="11468" y="6232"/>
                    <a:pt x="11627" y="6232"/>
                  </a:cubicBezTo>
                  <a:cubicBezTo>
                    <a:pt x="12102" y="6232"/>
                    <a:pt x="12525" y="6189"/>
                    <a:pt x="13033" y="6020"/>
                  </a:cubicBezTo>
                  <a:cubicBezTo>
                    <a:pt x="13609" y="5845"/>
                    <a:pt x="14161" y="5594"/>
                    <a:pt x="14587" y="5143"/>
                  </a:cubicBezTo>
                  <a:cubicBezTo>
                    <a:pt x="14887" y="4842"/>
                    <a:pt x="15113" y="4441"/>
                    <a:pt x="15263" y="4040"/>
                  </a:cubicBezTo>
                  <a:cubicBezTo>
                    <a:pt x="15664" y="3038"/>
                    <a:pt x="15740" y="1784"/>
                    <a:pt x="15038" y="982"/>
                  </a:cubicBezTo>
                  <a:cubicBezTo>
                    <a:pt x="14687" y="556"/>
                    <a:pt x="14161" y="306"/>
                    <a:pt x="13634" y="155"/>
                  </a:cubicBezTo>
                  <a:cubicBezTo>
                    <a:pt x="13351" y="68"/>
                    <a:pt x="13068" y="0"/>
                    <a:pt x="1276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7"/>
            <p:cNvSpPr/>
            <p:nvPr/>
          </p:nvSpPr>
          <p:spPr>
            <a:xfrm>
              <a:off x="7933690" y="3810252"/>
              <a:ext cx="269108" cy="496180"/>
            </a:xfrm>
            <a:custGeom>
              <a:avLst/>
              <a:gdLst/>
              <a:ahLst/>
              <a:cxnLst/>
              <a:rect l="l" t="t" r="r" b="b"/>
              <a:pathLst>
                <a:path w="7695" h="14188" extrusionOk="0">
                  <a:moveTo>
                    <a:pt x="2704" y="0"/>
                  </a:moveTo>
                  <a:cubicBezTo>
                    <a:pt x="2217" y="0"/>
                    <a:pt x="1781" y="186"/>
                    <a:pt x="1404" y="478"/>
                  </a:cubicBezTo>
                  <a:cubicBezTo>
                    <a:pt x="402" y="1230"/>
                    <a:pt x="1" y="2282"/>
                    <a:pt x="251" y="3510"/>
                  </a:cubicBezTo>
                  <a:cubicBezTo>
                    <a:pt x="452" y="4613"/>
                    <a:pt x="828" y="5741"/>
                    <a:pt x="1254" y="6769"/>
                  </a:cubicBezTo>
                  <a:cubicBezTo>
                    <a:pt x="1630" y="7646"/>
                    <a:pt x="2081" y="8498"/>
                    <a:pt x="2382" y="9400"/>
                  </a:cubicBezTo>
                  <a:cubicBezTo>
                    <a:pt x="2858" y="11029"/>
                    <a:pt x="3585" y="12608"/>
                    <a:pt x="4186" y="14187"/>
                  </a:cubicBezTo>
                  <a:cubicBezTo>
                    <a:pt x="4161" y="14112"/>
                    <a:pt x="7319" y="13811"/>
                    <a:pt x="7519" y="13736"/>
                  </a:cubicBezTo>
                  <a:cubicBezTo>
                    <a:pt x="7695" y="13636"/>
                    <a:pt x="7118" y="10703"/>
                    <a:pt x="7068" y="10378"/>
                  </a:cubicBezTo>
                  <a:cubicBezTo>
                    <a:pt x="6893" y="9225"/>
                    <a:pt x="6692" y="8072"/>
                    <a:pt x="6442" y="6919"/>
                  </a:cubicBezTo>
                  <a:cubicBezTo>
                    <a:pt x="6041" y="4964"/>
                    <a:pt x="5765" y="2383"/>
                    <a:pt x="4412" y="829"/>
                  </a:cubicBezTo>
                  <a:cubicBezTo>
                    <a:pt x="4136" y="528"/>
                    <a:pt x="3785" y="277"/>
                    <a:pt x="3409" y="127"/>
                  </a:cubicBezTo>
                  <a:cubicBezTo>
                    <a:pt x="3164" y="40"/>
                    <a:pt x="2929" y="0"/>
                    <a:pt x="2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7"/>
            <p:cNvSpPr/>
            <p:nvPr/>
          </p:nvSpPr>
          <p:spPr>
            <a:xfrm>
              <a:off x="8241339" y="3680366"/>
              <a:ext cx="359405" cy="299114"/>
            </a:xfrm>
            <a:custGeom>
              <a:avLst/>
              <a:gdLst/>
              <a:ahLst/>
              <a:cxnLst/>
              <a:rect l="l" t="t" r="r" b="b"/>
              <a:pathLst>
                <a:path w="10277" h="8553" extrusionOk="0">
                  <a:moveTo>
                    <a:pt x="4513" y="1"/>
                  </a:moveTo>
                  <a:cubicBezTo>
                    <a:pt x="4231" y="1"/>
                    <a:pt x="3952" y="15"/>
                    <a:pt x="3685" y="56"/>
                  </a:cubicBezTo>
                  <a:cubicBezTo>
                    <a:pt x="3108" y="132"/>
                    <a:pt x="3184" y="6"/>
                    <a:pt x="2933" y="583"/>
                  </a:cubicBezTo>
                  <a:cubicBezTo>
                    <a:pt x="2632" y="1285"/>
                    <a:pt x="2783" y="2412"/>
                    <a:pt x="2657" y="3189"/>
                  </a:cubicBezTo>
                  <a:cubicBezTo>
                    <a:pt x="2507" y="4192"/>
                    <a:pt x="2181" y="5169"/>
                    <a:pt x="1555" y="5946"/>
                  </a:cubicBezTo>
                  <a:cubicBezTo>
                    <a:pt x="1379" y="6122"/>
                    <a:pt x="1229" y="6297"/>
                    <a:pt x="1078" y="6498"/>
                  </a:cubicBezTo>
                  <a:cubicBezTo>
                    <a:pt x="1053" y="6548"/>
                    <a:pt x="1003" y="6598"/>
                    <a:pt x="978" y="6648"/>
                  </a:cubicBezTo>
                  <a:cubicBezTo>
                    <a:pt x="1" y="8177"/>
                    <a:pt x="2607" y="8553"/>
                    <a:pt x="3534" y="8553"/>
                  </a:cubicBezTo>
                  <a:lnTo>
                    <a:pt x="6818" y="8553"/>
                  </a:lnTo>
                  <a:cubicBezTo>
                    <a:pt x="8722" y="8553"/>
                    <a:pt x="10201" y="7600"/>
                    <a:pt x="10276" y="5721"/>
                  </a:cubicBezTo>
                  <a:cubicBezTo>
                    <a:pt x="10276" y="5721"/>
                    <a:pt x="10276" y="31"/>
                    <a:pt x="10276" y="31"/>
                  </a:cubicBezTo>
                  <a:cubicBezTo>
                    <a:pt x="8923" y="31"/>
                    <a:pt x="7545" y="56"/>
                    <a:pt x="6191" y="56"/>
                  </a:cubicBezTo>
                  <a:cubicBezTo>
                    <a:pt x="5656" y="56"/>
                    <a:pt x="5077" y="1"/>
                    <a:pt x="4513"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7"/>
            <p:cNvSpPr/>
            <p:nvPr/>
          </p:nvSpPr>
          <p:spPr>
            <a:xfrm>
              <a:off x="8062527" y="3764963"/>
              <a:ext cx="550491" cy="370246"/>
            </a:xfrm>
            <a:custGeom>
              <a:avLst/>
              <a:gdLst/>
              <a:ahLst/>
              <a:cxnLst/>
              <a:rect l="l" t="t" r="r" b="b"/>
              <a:pathLst>
                <a:path w="15741" h="10587" extrusionOk="0">
                  <a:moveTo>
                    <a:pt x="11230" y="0"/>
                  </a:moveTo>
                  <a:cubicBezTo>
                    <a:pt x="10459" y="0"/>
                    <a:pt x="9698" y="151"/>
                    <a:pt x="8973" y="444"/>
                  </a:cubicBezTo>
                  <a:cubicBezTo>
                    <a:pt x="8347" y="670"/>
                    <a:pt x="7820" y="921"/>
                    <a:pt x="7269" y="1297"/>
                  </a:cubicBezTo>
                  <a:cubicBezTo>
                    <a:pt x="5991" y="2149"/>
                    <a:pt x="4637" y="2876"/>
                    <a:pt x="3234" y="3502"/>
                  </a:cubicBezTo>
                  <a:cubicBezTo>
                    <a:pt x="2783" y="3703"/>
                    <a:pt x="2357" y="3878"/>
                    <a:pt x="1956" y="4129"/>
                  </a:cubicBezTo>
                  <a:cubicBezTo>
                    <a:pt x="753" y="4906"/>
                    <a:pt x="1" y="6334"/>
                    <a:pt x="76" y="7763"/>
                  </a:cubicBezTo>
                  <a:cubicBezTo>
                    <a:pt x="126" y="8640"/>
                    <a:pt x="176" y="9868"/>
                    <a:pt x="878" y="10470"/>
                  </a:cubicBezTo>
                  <a:cubicBezTo>
                    <a:pt x="936" y="10528"/>
                    <a:pt x="1010" y="10586"/>
                    <a:pt x="1098" y="10586"/>
                  </a:cubicBezTo>
                  <a:cubicBezTo>
                    <a:pt x="1124" y="10586"/>
                    <a:pt x="1151" y="10581"/>
                    <a:pt x="1179" y="10570"/>
                  </a:cubicBezTo>
                  <a:cubicBezTo>
                    <a:pt x="1229" y="10570"/>
                    <a:pt x="1254" y="10520"/>
                    <a:pt x="1279" y="10495"/>
                  </a:cubicBezTo>
                  <a:cubicBezTo>
                    <a:pt x="1655" y="10069"/>
                    <a:pt x="1780" y="9517"/>
                    <a:pt x="2031" y="9041"/>
                  </a:cubicBezTo>
                  <a:cubicBezTo>
                    <a:pt x="2131" y="8866"/>
                    <a:pt x="2307" y="8465"/>
                    <a:pt x="2532" y="8414"/>
                  </a:cubicBezTo>
                  <a:cubicBezTo>
                    <a:pt x="2546" y="8411"/>
                    <a:pt x="2560" y="8410"/>
                    <a:pt x="2575" y="8410"/>
                  </a:cubicBezTo>
                  <a:cubicBezTo>
                    <a:pt x="2792" y="8410"/>
                    <a:pt x="3046" y="8745"/>
                    <a:pt x="3234" y="8815"/>
                  </a:cubicBezTo>
                  <a:cubicBezTo>
                    <a:pt x="3526" y="8919"/>
                    <a:pt x="3830" y="8986"/>
                    <a:pt x="4130" y="8986"/>
                  </a:cubicBezTo>
                  <a:cubicBezTo>
                    <a:pt x="4267" y="8986"/>
                    <a:pt x="4403" y="8972"/>
                    <a:pt x="4537" y="8941"/>
                  </a:cubicBezTo>
                  <a:cubicBezTo>
                    <a:pt x="4587" y="8941"/>
                    <a:pt x="4637" y="8916"/>
                    <a:pt x="4688" y="8916"/>
                  </a:cubicBezTo>
                  <a:cubicBezTo>
                    <a:pt x="4713" y="8891"/>
                    <a:pt x="4738" y="8891"/>
                    <a:pt x="4763" y="8891"/>
                  </a:cubicBezTo>
                  <a:lnTo>
                    <a:pt x="14086" y="5758"/>
                  </a:lnTo>
                  <a:cubicBezTo>
                    <a:pt x="14111" y="5758"/>
                    <a:pt x="14136" y="5758"/>
                    <a:pt x="14161" y="5733"/>
                  </a:cubicBezTo>
                  <a:cubicBezTo>
                    <a:pt x="15164" y="5382"/>
                    <a:pt x="15740" y="4003"/>
                    <a:pt x="15414" y="2500"/>
                  </a:cubicBezTo>
                  <a:cubicBezTo>
                    <a:pt x="14988" y="570"/>
                    <a:pt x="13635" y="294"/>
                    <a:pt x="12282" y="94"/>
                  </a:cubicBezTo>
                  <a:cubicBezTo>
                    <a:pt x="11930" y="31"/>
                    <a:pt x="11579" y="0"/>
                    <a:pt x="112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7"/>
            <p:cNvSpPr/>
            <p:nvPr/>
          </p:nvSpPr>
          <p:spPr>
            <a:xfrm>
              <a:off x="8270261" y="3258673"/>
              <a:ext cx="356782" cy="529753"/>
            </a:xfrm>
            <a:custGeom>
              <a:avLst/>
              <a:gdLst/>
              <a:ahLst/>
              <a:cxnLst/>
              <a:rect l="l" t="t" r="r" b="b"/>
              <a:pathLst>
                <a:path w="10202" h="15148" extrusionOk="0">
                  <a:moveTo>
                    <a:pt x="4622" y="0"/>
                  </a:moveTo>
                  <a:cubicBezTo>
                    <a:pt x="4453" y="0"/>
                    <a:pt x="4283" y="3"/>
                    <a:pt x="4111" y="9"/>
                  </a:cubicBezTo>
                  <a:cubicBezTo>
                    <a:pt x="3008" y="34"/>
                    <a:pt x="1655" y="9"/>
                    <a:pt x="778" y="811"/>
                  </a:cubicBezTo>
                  <a:cubicBezTo>
                    <a:pt x="627" y="987"/>
                    <a:pt x="502" y="1187"/>
                    <a:pt x="402" y="1388"/>
                  </a:cubicBezTo>
                  <a:cubicBezTo>
                    <a:pt x="276" y="1713"/>
                    <a:pt x="226" y="2039"/>
                    <a:pt x="151" y="2365"/>
                  </a:cubicBezTo>
                  <a:cubicBezTo>
                    <a:pt x="1" y="3067"/>
                    <a:pt x="51" y="3819"/>
                    <a:pt x="201" y="4545"/>
                  </a:cubicBezTo>
                  <a:cubicBezTo>
                    <a:pt x="402" y="5573"/>
                    <a:pt x="803" y="6576"/>
                    <a:pt x="1028" y="7603"/>
                  </a:cubicBezTo>
                  <a:cubicBezTo>
                    <a:pt x="1279" y="8781"/>
                    <a:pt x="1329" y="9959"/>
                    <a:pt x="1404" y="11137"/>
                  </a:cubicBezTo>
                  <a:cubicBezTo>
                    <a:pt x="1454" y="11613"/>
                    <a:pt x="1555" y="12064"/>
                    <a:pt x="1605" y="12515"/>
                  </a:cubicBezTo>
                  <a:cubicBezTo>
                    <a:pt x="1655" y="12941"/>
                    <a:pt x="1680" y="13368"/>
                    <a:pt x="1705" y="13769"/>
                  </a:cubicBezTo>
                  <a:cubicBezTo>
                    <a:pt x="1705" y="13894"/>
                    <a:pt x="1680" y="14270"/>
                    <a:pt x="1730" y="14345"/>
                  </a:cubicBezTo>
                  <a:cubicBezTo>
                    <a:pt x="1830" y="14470"/>
                    <a:pt x="1956" y="14395"/>
                    <a:pt x="2081" y="14495"/>
                  </a:cubicBezTo>
                  <a:cubicBezTo>
                    <a:pt x="2357" y="14646"/>
                    <a:pt x="2306" y="14821"/>
                    <a:pt x="2707" y="14871"/>
                  </a:cubicBezTo>
                  <a:cubicBezTo>
                    <a:pt x="2883" y="14884"/>
                    <a:pt x="3058" y="14884"/>
                    <a:pt x="3231" y="14884"/>
                  </a:cubicBezTo>
                  <a:cubicBezTo>
                    <a:pt x="3403" y="14884"/>
                    <a:pt x="3572" y="14884"/>
                    <a:pt x="3735" y="14896"/>
                  </a:cubicBezTo>
                  <a:cubicBezTo>
                    <a:pt x="4387" y="14947"/>
                    <a:pt x="5013" y="14997"/>
                    <a:pt x="5665" y="15022"/>
                  </a:cubicBezTo>
                  <a:cubicBezTo>
                    <a:pt x="6918" y="15072"/>
                    <a:pt x="8171" y="15097"/>
                    <a:pt x="9424" y="15147"/>
                  </a:cubicBezTo>
                  <a:cubicBezTo>
                    <a:pt x="9374" y="15147"/>
                    <a:pt x="10201" y="5222"/>
                    <a:pt x="10201" y="4245"/>
                  </a:cubicBezTo>
                  <a:cubicBezTo>
                    <a:pt x="10176" y="3267"/>
                    <a:pt x="10026" y="2215"/>
                    <a:pt x="9324" y="1538"/>
                  </a:cubicBezTo>
                  <a:cubicBezTo>
                    <a:pt x="9023" y="1237"/>
                    <a:pt x="8622" y="1062"/>
                    <a:pt x="8246" y="861"/>
                  </a:cubicBezTo>
                  <a:cubicBezTo>
                    <a:pt x="7595" y="535"/>
                    <a:pt x="7018" y="235"/>
                    <a:pt x="6266" y="109"/>
                  </a:cubicBezTo>
                  <a:cubicBezTo>
                    <a:pt x="5711" y="33"/>
                    <a:pt x="5171" y="0"/>
                    <a:pt x="462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7"/>
            <p:cNvSpPr/>
            <p:nvPr/>
          </p:nvSpPr>
          <p:spPr>
            <a:xfrm>
              <a:off x="8321984" y="3067026"/>
              <a:ext cx="149924" cy="261869"/>
            </a:xfrm>
            <a:custGeom>
              <a:avLst/>
              <a:gdLst/>
              <a:ahLst/>
              <a:cxnLst/>
              <a:rect l="l" t="t" r="r" b="b"/>
              <a:pathLst>
                <a:path w="4287" h="7488" extrusionOk="0">
                  <a:moveTo>
                    <a:pt x="577" y="0"/>
                  </a:moveTo>
                  <a:lnTo>
                    <a:pt x="151" y="2657"/>
                  </a:lnTo>
                  <a:cubicBezTo>
                    <a:pt x="0" y="3334"/>
                    <a:pt x="226" y="4010"/>
                    <a:pt x="727" y="4436"/>
                  </a:cubicBezTo>
                  <a:lnTo>
                    <a:pt x="1003" y="6291"/>
                  </a:lnTo>
                  <a:cubicBezTo>
                    <a:pt x="1093" y="6991"/>
                    <a:pt x="1692" y="7488"/>
                    <a:pt x="2378" y="7488"/>
                  </a:cubicBezTo>
                  <a:cubicBezTo>
                    <a:pt x="2453" y="7488"/>
                    <a:pt x="2530" y="7481"/>
                    <a:pt x="2607" y="7469"/>
                  </a:cubicBezTo>
                  <a:cubicBezTo>
                    <a:pt x="3359" y="7319"/>
                    <a:pt x="3860" y="6567"/>
                    <a:pt x="3685" y="5815"/>
                  </a:cubicBezTo>
                  <a:lnTo>
                    <a:pt x="3509" y="3910"/>
                  </a:lnTo>
                  <a:cubicBezTo>
                    <a:pt x="3660" y="3710"/>
                    <a:pt x="3609" y="3760"/>
                    <a:pt x="3685" y="3484"/>
                  </a:cubicBezTo>
                  <a:lnTo>
                    <a:pt x="4286" y="852"/>
                  </a:lnTo>
                  <a:lnTo>
                    <a:pt x="577"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7"/>
            <p:cNvSpPr/>
            <p:nvPr/>
          </p:nvSpPr>
          <p:spPr>
            <a:xfrm>
              <a:off x="8343003" y="3214748"/>
              <a:ext cx="47387" cy="23221"/>
            </a:xfrm>
            <a:custGeom>
              <a:avLst/>
              <a:gdLst/>
              <a:ahLst/>
              <a:cxnLst/>
              <a:rect l="l" t="t" r="r" b="b"/>
              <a:pathLst>
                <a:path w="1355" h="664" extrusionOk="0">
                  <a:moveTo>
                    <a:pt x="1354" y="12"/>
                  </a:moveTo>
                  <a:cubicBezTo>
                    <a:pt x="1354" y="14"/>
                    <a:pt x="1353" y="17"/>
                    <a:pt x="1352" y="19"/>
                  </a:cubicBezTo>
                  <a:lnTo>
                    <a:pt x="1352" y="19"/>
                  </a:lnTo>
                  <a:cubicBezTo>
                    <a:pt x="1354" y="17"/>
                    <a:pt x="1354" y="14"/>
                    <a:pt x="1354" y="12"/>
                  </a:cubicBezTo>
                  <a:close/>
                  <a:moveTo>
                    <a:pt x="95" y="1"/>
                  </a:moveTo>
                  <a:cubicBezTo>
                    <a:pt x="90" y="1"/>
                    <a:pt x="84" y="4"/>
                    <a:pt x="76" y="12"/>
                  </a:cubicBezTo>
                  <a:cubicBezTo>
                    <a:pt x="76" y="12"/>
                    <a:pt x="51" y="12"/>
                    <a:pt x="51" y="37"/>
                  </a:cubicBezTo>
                  <a:cubicBezTo>
                    <a:pt x="1" y="87"/>
                    <a:pt x="26" y="212"/>
                    <a:pt x="76" y="263"/>
                  </a:cubicBezTo>
                  <a:cubicBezTo>
                    <a:pt x="126" y="313"/>
                    <a:pt x="176" y="338"/>
                    <a:pt x="176" y="413"/>
                  </a:cubicBezTo>
                  <a:cubicBezTo>
                    <a:pt x="201" y="488"/>
                    <a:pt x="201" y="563"/>
                    <a:pt x="226" y="613"/>
                  </a:cubicBezTo>
                  <a:cubicBezTo>
                    <a:pt x="226" y="639"/>
                    <a:pt x="277" y="664"/>
                    <a:pt x="327" y="664"/>
                  </a:cubicBezTo>
                  <a:cubicBezTo>
                    <a:pt x="775" y="664"/>
                    <a:pt x="1224" y="465"/>
                    <a:pt x="1352" y="19"/>
                  </a:cubicBezTo>
                  <a:lnTo>
                    <a:pt x="1352" y="19"/>
                  </a:lnTo>
                  <a:cubicBezTo>
                    <a:pt x="1340" y="42"/>
                    <a:pt x="1277" y="62"/>
                    <a:pt x="1254" y="62"/>
                  </a:cubicBezTo>
                  <a:cubicBezTo>
                    <a:pt x="1104" y="129"/>
                    <a:pt x="942" y="140"/>
                    <a:pt x="784" y="140"/>
                  </a:cubicBezTo>
                  <a:cubicBezTo>
                    <a:pt x="705" y="140"/>
                    <a:pt x="627" y="137"/>
                    <a:pt x="552" y="137"/>
                  </a:cubicBezTo>
                  <a:cubicBezTo>
                    <a:pt x="402" y="112"/>
                    <a:pt x="252" y="87"/>
                    <a:pt x="126" y="12"/>
                  </a:cubicBezTo>
                  <a:cubicBezTo>
                    <a:pt x="110" y="12"/>
                    <a:pt x="104" y="1"/>
                    <a:pt x="95"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7"/>
            <p:cNvSpPr/>
            <p:nvPr/>
          </p:nvSpPr>
          <p:spPr>
            <a:xfrm>
              <a:off x="8309709" y="3011106"/>
              <a:ext cx="170942" cy="192415"/>
            </a:xfrm>
            <a:custGeom>
              <a:avLst/>
              <a:gdLst/>
              <a:ahLst/>
              <a:cxnLst/>
              <a:rect l="l" t="t" r="r" b="b"/>
              <a:pathLst>
                <a:path w="4888" h="5502" extrusionOk="0">
                  <a:moveTo>
                    <a:pt x="2171" y="1"/>
                  </a:moveTo>
                  <a:cubicBezTo>
                    <a:pt x="1951" y="1"/>
                    <a:pt x="1728" y="74"/>
                    <a:pt x="1554" y="196"/>
                  </a:cubicBezTo>
                  <a:cubicBezTo>
                    <a:pt x="1479" y="271"/>
                    <a:pt x="1404" y="346"/>
                    <a:pt x="1329" y="371"/>
                  </a:cubicBezTo>
                  <a:cubicBezTo>
                    <a:pt x="1265" y="392"/>
                    <a:pt x="1202" y="400"/>
                    <a:pt x="1138" y="400"/>
                  </a:cubicBezTo>
                  <a:cubicBezTo>
                    <a:pt x="1051" y="400"/>
                    <a:pt x="965" y="386"/>
                    <a:pt x="878" y="371"/>
                  </a:cubicBezTo>
                  <a:cubicBezTo>
                    <a:pt x="652" y="371"/>
                    <a:pt x="402" y="421"/>
                    <a:pt x="251" y="572"/>
                  </a:cubicBezTo>
                  <a:cubicBezTo>
                    <a:pt x="76" y="722"/>
                    <a:pt x="1" y="973"/>
                    <a:pt x="101" y="1198"/>
                  </a:cubicBezTo>
                  <a:cubicBezTo>
                    <a:pt x="151" y="1299"/>
                    <a:pt x="251" y="1399"/>
                    <a:pt x="301" y="1524"/>
                  </a:cubicBezTo>
                  <a:cubicBezTo>
                    <a:pt x="427" y="1800"/>
                    <a:pt x="376" y="2025"/>
                    <a:pt x="677" y="2151"/>
                  </a:cubicBezTo>
                  <a:lnTo>
                    <a:pt x="752" y="2151"/>
                  </a:lnTo>
                  <a:cubicBezTo>
                    <a:pt x="1003" y="2251"/>
                    <a:pt x="1279" y="2301"/>
                    <a:pt x="1554" y="2376"/>
                  </a:cubicBezTo>
                  <a:cubicBezTo>
                    <a:pt x="1930" y="2477"/>
                    <a:pt x="2306" y="2552"/>
                    <a:pt x="2682" y="2652"/>
                  </a:cubicBezTo>
                  <a:cubicBezTo>
                    <a:pt x="3710" y="2953"/>
                    <a:pt x="3484" y="3955"/>
                    <a:pt x="3484" y="4807"/>
                  </a:cubicBezTo>
                  <a:cubicBezTo>
                    <a:pt x="3484" y="5033"/>
                    <a:pt x="3484" y="5309"/>
                    <a:pt x="3685" y="5434"/>
                  </a:cubicBezTo>
                  <a:cubicBezTo>
                    <a:pt x="3755" y="5480"/>
                    <a:pt x="3817" y="5501"/>
                    <a:pt x="3874" y="5501"/>
                  </a:cubicBezTo>
                  <a:cubicBezTo>
                    <a:pt x="4245" y="5501"/>
                    <a:pt x="4356" y="4624"/>
                    <a:pt x="4487" y="4406"/>
                  </a:cubicBezTo>
                  <a:cubicBezTo>
                    <a:pt x="4537" y="4256"/>
                    <a:pt x="4662" y="4131"/>
                    <a:pt x="4712" y="3980"/>
                  </a:cubicBezTo>
                  <a:cubicBezTo>
                    <a:pt x="4838" y="3680"/>
                    <a:pt x="4712" y="3354"/>
                    <a:pt x="4762" y="3028"/>
                  </a:cubicBezTo>
                  <a:cubicBezTo>
                    <a:pt x="4788" y="2878"/>
                    <a:pt x="4838" y="2752"/>
                    <a:pt x="4838" y="2602"/>
                  </a:cubicBezTo>
                  <a:cubicBezTo>
                    <a:pt x="4888" y="1975"/>
                    <a:pt x="4336" y="1424"/>
                    <a:pt x="3835" y="1173"/>
                  </a:cubicBezTo>
                  <a:cubicBezTo>
                    <a:pt x="3434" y="973"/>
                    <a:pt x="3008" y="697"/>
                    <a:pt x="2757" y="321"/>
                  </a:cubicBezTo>
                  <a:cubicBezTo>
                    <a:pt x="2707" y="246"/>
                    <a:pt x="2682" y="171"/>
                    <a:pt x="2607" y="146"/>
                  </a:cubicBezTo>
                  <a:cubicBezTo>
                    <a:pt x="2582" y="96"/>
                    <a:pt x="2507" y="71"/>
                    <a:pt x="2457" y="45"/>
                  </a:cubicBezTo>
                  <a:cubicBezTo>
                    <a:pt x="2365" y="15"/>
                    <a:pt x="2268" y="1"/>
                    <a:pt x="217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7"/>
            <p:cNvSpPr/>
            <p:nvPr/>
          </p:nvSpPr>
          <p:spPr>
            <a:xfrm>
              <a:off x="8415779" y="3154316"/>
              <a:ext cx="29831" cy="27942"/>
            </a:xfrm>
            <a:custGeom>
              <a:avLst/>
              <a:gdLst/>
              <a:ahLst/>
              <a:cxnLst/>
              <a:rect l="l" t="t" r="r" b="b"/>
              <a:pathLst>
                <a:path w="853" h="799" extrusionOk="0">
                  <a:moveTo>
                    <a:pt x="439" y="1"/>
                  </a:moveTo>
                  <a:cubicBezTo>
                    <a:pt x="251" y="1"/>
                    <a:pt x="94" y="137"/>
                    <a:pt x="50" y="311"/>
                  </a:cubicBezTo>
                  <a:cubicBezTo>
                    <a:pt x="0" y="512"/>
                    <a:pt x="125" y="737"/>
                    <a:pt x="351" y="788"/>
                  </a:cubicBezTo>
                  <a:cubicBezTo>
                    <a:pt x="381" y="795"/>
                    <a:pt x="411" y="799"/>
                    <a:pt x="441" y="799"/>
                  </a:cubicBezTo>
                  <a:cubicBezTo>
                    <a:pt x="614" y="799"/>
                    <a:pt x="784" y="679"/>
                    <a:pt x="827" y="487"/>
                  </a:cubicBezTo>
                  <a:cubicBezTo>
                    <a:pt x="852" y="286"/>
                    <a:pt x="727" y="61"/>
                    <a:pt x="526" y="11"/>
                  </a:cubicBezTo>
                  <a:cubicBezTo>
                    <a:pt x="497" y="4"/>
                    <a:pt x="468" y="1"/>
                    <a:pt x="4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7"/>
            <p:cNvSpPr/>
            <p:nvPr/>
          </p:nvSpPr>
          <p:spPr>
            <a:xfrm>
              <a:off x="8068682" y="3881140"/>
              <a:ext cx="204620" cy="522514"/>
            </a:xfrm>
            <a:custGeom>
              <a:avLst/>
              <a:gdLst/>
              <a:ahLst/>
              <a:cxnLst/>
              <a:rect l="l" t="t" r="r" b="b"/>
              <a:pathLst>
                <a:path w="5851" h="14941" extrusionOk="0">
                  <a:moveTo>
                    <a:pt x="4317" y="1"/>
                  </a:moveTo>
                  <a:cubicBezTo>
                    <a:pt x="3422" y="1"/>
                    <a:pt x="2345" y="431"/>
                    <a:pt x="1805" y="907"/>
                  </a:cubicBezTo>
                  <a:cubicBezTo>
                    <a:pt x="1579" y="1133"/>
                    <a:pt x="1379" y="1383"/>
                    <a:pt x="1203" y="1634"/>
                  </a:cubicBezTo>
                  <a:cubicBezTo>
                    <a:pt x="852" y="2185"/>
                    <a:pt x="652" y="2812"/>
                    <a:pt x="502" y="3438"/>
                  </a:cubicBezTo>
                  <a:cubicBezTo>
                    <a:pt x="251" y="4416"/>
                    <a:pt x="0" y="5443"/>
                    <a:pt x="151" y="6446"/>
                  </a:cubicBezTo>
                  <a:cubicBezTo>
                    <a:pt x="201" y="6722"/>
                    <a:pt x="276" y="7022"/>
                    <a:pt x="276" y="7323"/>
                  </a:cubicBezTo>
                  <a:cubicBezTo>
                    <a:pt x="326" y="7849"/>
                    <a:pt x="151" y="8376"/>
                    <a:pt x="151" y="8902"/>
                  </a:cubicBezTo>
                  <a:cubicBezTo>
                    <a:pt x="151" y="9278"/>
                    <a:pt x="251" y="9654"/>
                    <a:pt x="326" y="10030"/>
                  </a:cubicBezTo>
                  <a:cubicBezTo>
                    <a:pt x="527" y="10957"/>
                    <a:pt x="577" y="11859"/>
                    <a:pt x="552" y="12787"/>
                  </a:cubicBezTo>
                  <a:cubicBezTo>
                    <a:pt x="527" y="13087"/>
                    <a:pt x="527" y="13413"/>
                    <a:pt x="502" y="13714"/>
                  </a:cubicBezTo>
                  <a:cubicBezTo>
                    <a:pt x="476" y="13940"/>
                    <a:pt x="527" y="14290"/>
                    <a:pt x="401" y="14516"/>
                  </a:cubicBezTo>
                  <a:cubicBezTo>
                    <a:pt x="777" y="14566"/>
                    <a:pt x="1128" y="14591"/>
                    <a:pt x="1479" y="14641"/>
                  </a:cubicBezTo>
                  <a:cubicBezTo>
                    <a:pt x="2156" y="14742"/>
                    <a:pt x="2832" y="14842"/>
                    <a:pt x="3509" y="14892"/>
                  </a:cubicBezTo>
                  <a:cubicBezTo>
                    <a:pt x="3634" y="14892"/>
                    <a:pt x="3858" y="14941"/>
                    <a:pt x="4050" y="14941"/>
                  </a:cubicBezTo>
                  <a:cubicBezTo>
                    <a:pt x="4166" y="14941"/>
                    <a:pt x="4270" y="14923"/>
                    <a:pt x="4336" y="14867"/>
                  </a:cubicBezTo>
                  <a:cubicBezTo>
                    <a:pt x="4486" y="14767"/>
                    <a:pt x="4512" y="14391"/>
                    <a:pt x="4562" y="14240"/>
                  </a:cubicBezTo>
                  <a:cubicBezTo>
                    <a:pt x="4862" y="12987"/>
                    <a:pt x="5138" y="11709"/>
                    <a:pt x="4888" y="10431"/>
                  </a:cubicBezTo>
                  <a:cubicBezTo>
                    <a:pt x="4837" y="10205"/>
                    <a:pt x="4762" y="9980"/>
                    <a:pt x="4737" y="9729"/>
                  </a:cubicBezTo>
                  <a:cubicBezTo>
                    <a:pt x="4712" y="9453"/>
                    <a:pt x="4737" y="9153"/>
                    <a:pt x="4787" y="8877"/>
                  </a:cubicBezTo>
                  <a:cubicBezTo>
                    <a:pt x="4938" y="7674"/>
                    <a:pt x="5238" y="6496"/>
                    <a:pt x="5389" y="5293"/>
                  </a:cubicBezTo>
                  <a:cubicBezTo>
                    <a:pt x="5564" y="4040"/>
                    <a:pt x="5664" y="2762"/>
                    <a:pt x="5765" y="1483"/>
                  </a:cubicBezTo>
                  <a:cubicBezTo>
                    <a:pt x="5850" y="386"/>
                    <a:pt x="5165" y="1"/>
                    <a:pt x="43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7"/>
            <p:cNvSpPr/>
            <p:nvPr/>
          </p:nvSpPr>
          <p:spPr>
            <a:xfrm>
              <a:off x="8080957" y="3157219"/>
              <a:ext cx="452290" cy="352236"/>
            </a:xfrm>
            <a:custGeom>
              <a:avLst/>
              <a:gdLst/>
              <a:ahLst/>
              <a:cxnLst/>
              <a:rect l="l" t="t" r="r" b="b"/>
              <a:pathLst>
                <a:path w="12933" h="10072" extrusionOk="0">
                  <a:moveTo>
                    <a:pt x="568" y="0"/>
                  </a:moveTo>
                  <a:cubicBezTo>
                    <a:pt x="474" y="0"/>
                    <a:pt x="368" y="45"/>
                    <a:pt x="251" y="153"/>
                  </a:cubicBezTo>
                  <a:cubicBezTo>
                    <a:pt x="0" y="379"/>
                    <a:pt x="100" y="855"/>
                    <a:pt x="151" y="1181"/>
                  </a:cubicBezTo>
                  <a:cubicBezTo>
                    <a:pt x="226" y="1632"/>
                    <a:pt x="326" y="2108"/>
                    <a:pt x="426" y="2559"/>
                  </a:cubicBezTo>
                  <a:cubicBezTo>
                    <a:pt x="577" y="3236"/>
                    <a:pt x="652" y="3461"/>
                    <a:pt x="1253" y="3787"/>
                  </a:cubicBezTo>
                  <a:cubicBezTo>
                    <a:pt x="1855" y="4138"/>
                    <a:pt x="2456" y="4539"/>
                    <a:pt x="2932" y="5040"/>
                  </a:cubicBezTo>
                  <a:cubicBezTo>
                    <a:pt x="3233" y="5366"/>
                    <a:pt x="3484" y="5742"/>
                    <a:pt x="3785" y="6093"/>
                  </a:cubicBezTo>
                  <a:cubicBezTo>
                    <a:pt x="4812" y="7271"/>
                    <a:pt x="6341" y="7948"/>
                    <a:pt x="7469" y="9025"/>
                  </a:cubicBezTo>
                  <a:cubicBezTo>
                    <a:pt x="7947" y="9482"/>
                    <a:pt x="8464" y="10071"/>
                    <a:pt x="9133" y="10071"/>
                  </a:cubicBezTo>
                  <a:cubicBezTo>
                    <a:pt x="9234" y="10071"/>
                    <a:pt x="9340" y="10058"/>
                    <a:pt x="9449" y="10028"/>
                  </a:cubicBezTo>
                  <a:cubicBezTo>
                    <a:pt x="9724" y="9953"/>
                    <a:pt x="12933" y="9101"/>
                    <a:pt x="12832" y="8925"/>
                  </a:cubicBezTo>
                  <a:cubicBezTo>
                    <a:pt x="12431" y="8223"/>
                    <a:pt x="12156" y="7572"/>
                    <a:pt x="11880" y="6845"/>
                  </a:cubicBezTo>
                  <a:cubicBezTo>
                    <a:pt x="11704" y="6419"/>
                    <a:pt x="11454" y="5993"/>
                    <a:pt x="11303" y="5542"/>
                  </a:cubicBezTo>
                  <a:cubicBezTo>
                    <a:pt x="10902" y="5918"/>
                    <a:pt x="10276" y="6218"/>
                    <a:pt x="9825" y="6519"/>
                  </a:cubicBezTo>
                  <a:cubicBezTo>
                    <a:pt x="9424" y="6168"/>
                    <a:pt x="8948" y="5893"/>
                    <a:pt x="8421" y="5742"/>
                  </a:cubicBezTo>
                  <a:cubicBezTo>
                    <a:pt x="8120" y="5642"/>
                    <a:pt x="7820" y="5592"/>
                    <a:pt x="7544" y="5492"/>
                  </a:cubicBezTo>
                  <a:cubicBezTo>
                    <a:pt x="6266" y="5015"/>
                    <a:pt x="5263" y="4063"/>
                    <a:pt x="3960" y="3637"/>
                  </a:cubicBezTo>
                  <a:cubicBezTo>
                    <a:pt x="3283" y="3411"/>
                    <a:pt x="2557" y="3261"/>
                    <a:pt x="2080" y="2735"/>
                  </a:cubicBezTo>
                  <a:cubicBezTo>
                    <a:pt x="1529" y="2083"/>
                    <a:pt x="1429" y="1106"/>
                    <a:pt x="1003" y="379"/>
                  </a:cubicBezTo>
                  <a:cubicBezTo>
                    <a:pt x="902" y="178"/>
                    <a:pt x="758" y="0"/>
                    <a:pt x="56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7"/>
            <p:cNvSpPr/>
            <p:nvPr/>
          </p:nvSpPr>
          <p:spPr>
            <a:xfrm>
              <a:off x="8529718" y="3419369"/>
              <a:ext cx="69279" cy="53507"/>
            </a:xfrm>
            <a:custGeom>
              <a:avLst/>
              <a:gdLst/>
              <a:ahLst/>
              <a:cxnLst/>
              <a:rect l="l" t="t" r="r" b="b"/>
              <a:pathLst>
                <a:path w="1981" h="1530" extrusionOk="0">
                  <a:moveTo>
                    <a:pt x="1980" y="1"/>
                  </a:moveTo>
                  <a:lnTo>
                    <a:pt x="0" y="1529"/>
                  </a:lnTo>
                  <a:cubicBezTo>
                    <a:pt x="827" y="1279"/>
                    <a:pt x="1529" y="727"/>
                    <a:pt x="198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7"/>
            <p:cNvSpPr/>
            <p:nvPr/>
          </p:nvSpPr>
          <p:spPr>
            <a:xfrm>
              <a:off x="8529718" y="3419369"/>
              <a:ext cx="69279" cy="53507"/>
            </a:xfrm>
            <a:custGeom>
              <a:avLst/>
              <a:gdLst/>
              <a:ahLst/>
              <a:cxnLst/>
              <a:rect l="l" t="t" r="r" b="b"/>
              <a:pathLst>
                <a:path w="1981" h="1530" fill="none" extrusionOk="0">
                  <a:moveTo>
                    <a:pt x="1980" y="1"/>
                  </a:moveTo>
                  <a:cubicBezTo>
                    <a:pt x="1529" y="727"/>
                    <a:pt x="827" y="1279"/>
                    <a:pt x="0" y="1529"/>
                  </a:cubicBezTo>
                </a:path>
              </a:pathLst>
            </a:custGeom>
            <a:solidFill>
              <a:schemeClr val="accent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7"/>
            <p:cNvSpPr/>
            <p:nvPr/>
          </p:nvSpPr>
          <p:spPr>
            <a:xfrm>
              <a:off x="7607646" y="3338724"/>
              <a:ext cx="587281" cy="315585"/>
            </a:xfrm>
            <a:custGeom>
              <a:avLst/>
              <a:gdLst/>
              <a:ahLst/>
              <a:cxnLst/>
              <a:rect l="l" t="t" r="r" b="b"/>
              <a:pathLst>
                <a:path w="16793" h="9024" extrusionOk="0">
                  <a:moveTo>
                    <a:pt x="577" y="1"/>
                  </a:moveTo>
                  <a:cubicBezTo>
                    <a:pt x="251" y="1"/>
                    <a:pt x="0" y="302"/>
                    <a:pt x="75" y="602"/>
                  </a:cubicBezTo>
                  <a:lnTo>
                    <a:pt x="1805" y="8622"/>
                  </a:lnTo>
                  <a:cubicBezTo>
                    <a:pt x="1855" y="8848"/>
                    <a:pt x="2055" y="9023"/>
                    <a:pt x="2306" y="9023"/>
                  </a:cubicBezTo>
                  <a:lnTo>
                    <a:pt x="16241" y="9023"/>
                  </a:lnTo>
                  <a:cubicBezTo>
                    <a:pt x="16567" y="9023"/>
                    <a:pt x="16792" y="8723"/>
                    <a:pt x="16742" y="8397"/>
                  </a:cubicBezTo>
                  <a:lnTo>
                    <a:pt x="14988" y="402"/>
                  </a:lnTo>
                  <a:cubicBezTo>
                    <a:pt x="14938" y="151"/>
                    <a:pt x="14737" y="1"/>
                    <a:pt x="1451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7"/>
            <p:cNvSpPr/>
            <p:nvPr/>
          </p:nvSpPr>
          <p:spPr>
            <a:xfrm>
              <a:off x="7801356" y="3598181"/>
              <a:ext cx="180594" cy="148175"/>
            </a:xfrm>
            <a:custGeom>
              <a:avLst/>
              <a:gdLst/>
              <a:ahLst/>
              <a:cxnLst/>
              <a:rect l="l" t="t" r="r" b="b"/>
              <a:pathLst>
                <a:path w="5164" h="4237" extrusionOk="0">
                  <a:moveTo>
                    <a:pt x="2832" y="0"/>
                  </a:moveTo>
                  <a:cubicBezTo>
                    <a:pt x="2557" y="0"/>
                    <a:pt x="2306" y="226"/>
                    <a:pt x="2281" y="502"/>
                  </a:cubicBezTo>
                  <a:lnTo>
                    <a:pt x="2005" y="3885"/>
                  </a:lnTo>
                  <a:lnTo>
                    <a:pt x="0" y="3885"/>
                  </a:lnTo>
                  <a:lnTo>
                    <a:pt x="0" y="4236"/>
                  </a:lnTo>
                  <a:lnTo>
                    <a:pt x="5163" y="4236"/>
                  </a:lnTo>
                  <a:lnTo>
                    <a:pt x="5163" y="3885"/>
                  </a:lnTo>
                  <a:lnTo>
                    <a:pt x="3083" y="3885"/>
                  </a:lnTo>
                  <a:lnTo>
                    <a:pt x="3359" y="577"/>
                  </a:lnTo>
                  <a:cubicBezTo>
                    <a:pt x="3384" y="276"/>
                    <a:pt x="3133" y="0"/>
                    <a:pt x="283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7"/>
            <p:cNvSpPr/>
            <p:nvPr/>
          </p:nvSpPr>
          <p:spPr>
            <a:xfrm>
              <a:off x="7806602" y="3393525"/>
              <a:ext cx="24585" cy="56340"/>
            </a:xfrm>
            <a:custGeom>
              <a:avLst/>
              <a:gdLst/>
              <a:ahLst/>
              <a:cxnLst/>
              <a:rect l="l" t="t" r="r" b="b"/>
              <a:pathLst>
                <a:path w="703" h="1611" extrusionOk="0">
                  <a:moveTo>
                    <a:pt x="251" y="0"/>
                  </a:moveTo>
                  <a:cubicBezTo>
                    <a:pt x="120" y="0"/>
                    <a:pt x="0" y="88"/>
                    <a:pt x="26" y="263"/>
                  </a:cubicBezTo>
                  <a:cubicBezTo>
                    <a:pt x="51" y="614"/>
                    <a:pt x="101" y="990"/>
                    <a:pt x="151" y="1366"/>
                  </a:cubicBezTo>
                  <a:cubicBezTo>
                    <a:pt x="163" y="1529"/>
                    <a:pt x="308" y="1611"/>
                    <a:pt x="442" y="1611"/>
                  </a:cubicBezTo>
                  <a:cubicBezTo>
                    <a:pt x="577" y="1611"/>
                    <a:pt x="702" y="1529"/>
                    <a:pt x="677" y="1366"/>
                  </a:cubicBezTo>
                  <a:cubicBezTo>
                    <a:pt x="627" y="990"/>
                    <a:pt x="602" y="614"/>
                    <a:pt x="552" y="263"/>
                  </a:cubicBezTo>
                  <a:cubicBezTo>
                    <a:pt x="527" y="88"/>
                    <a:pt x="383" y="0"/>
                    <a:pt x="25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7"/>
            <p:cNvSpPr/>
            <p:nvPr/>
          </p:nvSpPr>
          <p:spPr>
            <a:xfrm>
              <a:off x="7843847" y="3393525"/>
              <a:ext cx="24585" cy="56340"/>
            </a:xfrm>
            <a:custGeom>
              <a:avLst/>
              <a:gdLst/>
              <a:ahLst/>
              <a:cxnLst/>
              <a:rect l="l" t="t" r="r" b="b"/>
              <a:pathLst>
                <a:path w="703" h="1611" extrusionOk="0">
                  <a:moveTo>
                    <a:pt x="261" y="0"/>
                  </a:moveTo>
                  <a:cubicBezTo>
                    <a:pt x="126" y="0"/>
                    <a:pt x="1" y="88"/>
                    <a:pt x="13" y="263"/>
                  </a:cubicBezTo>
                  <a:cubicBezTo>
                    <a:pt x="63" y="614"/>
                    <a:pt x="113" y="990"/>
                    <a:pt x="138" y="1366"/>
                  </a:cubicBezTo>
                  <a:cubicBezTo>
                    <a:pt x="164" y="1529"/>
                    <a:pt x="308" y="1611"/>
                    <a:pt x="442" y="1611"/>
                  </a:cubicBezTo>
                  <a:cubicBezTo>
                    <a:pt x="577" y="1611"/>
                    <a:pt x="702" y="1529"/>
                    <a:pt x="690" y="1366"/>
                  </a:cubicBezTo>
                  <a:cubicBezTo>
                    <a:pt x="640" y="990"/>
                    <a:pt x="615" y="614"/>
                    <a:pt x="565" y="263"/>
                  </a:cubicBezTo>
                  <a:cubicBezTo>
                    <a:pt x="540" y="88"/>
                    <a:pt x="395" y="0"/>
                    <a:pt x="26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7"/>
            <p:cNvSpPr/>
            <p:nvPr/>
          </p:nvSpPr>
          <p:spPr>
            <a:xfrm>
              <a:off x="7881547" y="3393525"/>
              <a:ext cx="24585" cy="56340"/>
            </a:xfrm>
            <a:custGeom>
              <a:avLst/>
              <a:gdLst/>
              <a:ahLst/>
              <a:cxnLst/>
              <a:rect l="l" t="t" r="r" b="b"/>
              <a:pathLst>
                <a:path w="703" h="1611" extrusionOk="0">
                  <a:moveTo>
                    <a:pt x="260" y="0"/>
                  </a:moveTo>
                  <a:cubicBezTo>
                    <a:pt x="126" y="0"/>
                    <a:pt x="0" y="88"/>
                    <a:pt x="13" y="263"/>
                  </a:cubicBezTo>
                  <a:cubicBezTo>
                    <a:pt x="63" y="614"/>
                    <a:pt x="113" y="990"/>
                    <a:pt x="138" y="1366"/>
                  </a:cubicBezTo>
                  <a:cubicBezTo>
                    <a:pt x="163" y="1529"/>
                    <a:pt x="307" y="1611"/>
                    <a:pt x="442" y="1611"/>
                  </a:cubicBezTo>
                  <a:cubicBezTo>
                    <a:pt x="577" y="1611"/>
                    <a:pt x="702" y="1529"/>
                    <a:pt x="690" y="1366"/>
                  </a:cubicBezTo>
                  <a:cubicBezTo>
                    <a:pt x="639" y="990"/>
                    <a:pt x="589" y="614"/>
                    <a:pt x="564" y="263"/>
                  </a:cubicBezTo>
                  <a:cubicBezTo>
                    <a:pt x="539" y="88"/>
                    <a:pt x="395" y="0"/>
                    <a:pt x="2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7"/>
            <p:cNvSpPr/>
            <p:nvPr/>
          </p:nvSpPr>
          <p:spPr>
            <a:xfrm>
              <a:off x="7919247" y="3393525"/>
              <a:ext cx="24550" cy="56340"/>
            </a:xfrm>
            <a:custGeom>
              <a:avLst/>
              <a:gdLst/>
              <a:ahLst/>
              <a:cxnLst/>
              <a:rect l="l" t="t" r="r" b="b"/>
              <a:pathLst>
                <a:path w="702" h="1611" extrusionOk="0">
                  <a:moveTo>
                    <a:pt x="260" y="0"/>
                  </a:moveTo>
                  <a:cubicBezTo>
                    <a:pt x="125" y="0"/>
                    <a:pt x="0" y="88"/>
                    <a:pt x="13" y="263"/>
                  </a:cubicBezTo>
                  <a:cubicBezTo>
                    <a:pt x="63" y="614"/>
                    <a:pt x="88" y="990"/>
                    <a:pt x="138" y="1366"/>
                  </a:cubicBezTo>
                  <a:cubicBezTo>
                    <a:pt x="163" y="1529"/>
                    <a:pt x="307" y="1611"/>
                    <a:pt x="442" y="1611"/>
                  </a:cubicBezTo>
                  <a:cubicBezTo>
                    <a:pt x="576" y="1611"/>
                    <a:pt x="702" y="1529"/>
                    <a:pt x="689" y="1366"/>
                  </a:cubicBezTo>
                  <a:cubicBezTo>
                    <a:pt x="639" y="990"/>
                    <a:pt x="589" y="614"/>
                    <a:pt x="564" y="263"/>
                  </a:cubicBezTo>
                  <a:cubicBezTo>
                    <a:pt x="539" y="88"/>
                    <a:pt x="395" y="0"/>
                    <a:pt x="2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7"/>
            <p:cNvSpPr/>
            <p:nvPr/>
          </p:nvSpPr>
          <p:spPr>
            <a:xfrm>
              <a:off x="7956492" y="3393525"/>
              <a:ext cx="24550" cy="56340"/>
            </a:xfrm>
            <a:custGeom>
              <a:avLst/>
              <a:gdLst/>
              <a:ahLst/>
              <a:cxnLst/>
              <a:rect l="l" t="t" r="r" b="b"/>
              <a:pathLst>
                <a:path w="702" h="1611" extrusionOk="0">
                  <a:moveTo>
                    <a:pt x="260" y="0"/>
                  </a:moveTo>
                  <a:cubicBezTo>
                    <a:pt x="126" y="0"/>
                    <a:pt x="0" y="88"/>
                    <a:pt x="25" y="263"/>
                  </a:cubicBezTo>
                  <a:cubicBezTo>
                    <a:pt x="75" y="614"/>
                    <a:pt x="100" y="990"/>
                    <a:pt x="151" y="1366"/>
                  </a:cubicBezTo>
                  <a:cubicBezTo>
                    <a:pt x="176" y="1529"/>
                    <a:pt x="320" y="1611"/>
                    <a:pt x="451" y="1611"/>
                  </a:cubicBezTo>
                  <a:cubicBezTo>
                    <a:pt x="583" y="1611"/>
                    <a:pt x="702" y="1529"/>
                    <a:pt x="677" y="1366"/>
                  </a:cubicBezTo>
                  <a:cubicBezTo>
                    <a:pt x="652" y="990"/>
                    <a:pt x="602" y="614"/>
                    <a:pt x="552" y="263"/>
                  </a:cubicBezTo>
                  <a:cubicBezTo>
                    <a:pt x="539" y="88"/>
                    <a:pt x="395" y="0"/>
                    <a:pt x="2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7"/>
            <p:cNvSpPr/>
            <p:nvPr/>
          </p:nvSpPr>
          <p:spPr>
            <a:xfrm>
              <a:off x="8271135" y="3656899"/>
              <a:ext cx="20214" cy="29831"/>
            </a:xfrm>
            <a:custGeom>
              <a:avLst/>
              <a:gdLst/>
              <a:ahLst/>
              <a:cxnLst/>
              <a:rect l="l" t="t" r="r" b="b"/>
              <a:pathLst>
                <a:path w="578" h="853" extrusionOk="0">
                  <a:moveTo>
                    <a:pt x="552" y="1"/>
                  </a:moveTo>
                  <a:lnTo>
                    <a:pt x="1" y="853"/>
                  </a:lnTo>
                  <a:cubicBezTo>
                    <a:pt x="151" y="828"/>
                    <a:pt x="302" y="778"/>
                    <a:pt x="402" y="702"/>
                  </a:cubicBezTo>
                  <a:cubicBezTo>
                    <a:pt x="577" y="527"/>
                    <a:pt x="577" y="251"/>
                    <a:pt x="552"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7"/>
            <p:cNvSpPr/>
            <p:nvPr/>
          </p:nvSpPr>
          <p:spPr>
            <a:xfrm>
              <a:off x="8385074" y="3473716"/>
              <a:ext cx="29866" cy="13359"/>
            </a:xfrm>
            <a:custGeom>
              <a:avLst/>
              <a:gdLst/>
              <a:ahLst/>
              <a:cxnLst/>
              <a:rect l="l" t="t" r="r" b="b"/>
              <a:pathLst>
                <a:path w="854" h="382" extrusionOk="0">
                  <a:moveTo>
                    <a:pt x="1" y="0"/>
                  </a:moveTo>
                  <a:lnTo>
                    <a:pt x="1" y="0"/>
                  </a:lnTo>
                  <a:cubicBezTo>
                    <a:pt x="26" y="176"/>
                    <a:pt x="176" y="326"/>
                    <a:pt x="352" y="376"/>
                  </a:cubicBezTo>
                  <a:cubicBezTo>
                    <a:pt x="374" y="380"/>
                    <a:pt x="397" y="381"/>
                    <a:pt x="420" y="381"/>
                  </a:cubicBezTo>
                  <a:cubicBezTo>
                    <a:pt x="577" y="381"/>
                    <a:pt x="744" y="307"/>
                    <a:pt x="853" y="176"/>
                  </a:cubicBezTo>
                  <a:lnTo>
                    <a:pt x="1"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7"/>
            <p:cNvSpPr/>
            <p:nvPr/>
          </p:nvSpPr>
          <p:spPr>
            <a:xfrm>
              <a:off x="5844986" y="3744539"/>
              <a:ext cx="3032719" cy="34237"/>
            </a:xfrm>
            <a:custGeom>
              <a:avLst/>
              <a:gdLst/>
              <a:ahLst/>
              <a:cxnLst/>
              <a:rect l="l" t="t" r="r" b="b"/>
              <a:pathLst>
                <a:path w="86719" h="979" extrusionOk="0">
                  <a:moveTo>
                    <a:pt x="1" y="1"/>
                  </a:moveTo>
                  <a:lnTo>
                    <a:pt x="1" y="978"/>
                  </a:lnTo>
                  <a:lnTo>
                    <a:pt x="86718" y="978"/>
                  </a:lnTo>
                  <a:lnTo>
                    <a:pt x="8671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7"/>
            <p:cNvSpPr/>
            <p:nvPr/>
          </p:nvSpPr>
          <p:spPr>
            <a:xfrm>
              <a:off x="8634879" y="3751569"/>
              <a:ext cx="211265" cy="789733"/>
            </a:xfrm>
            <a:custGeom>
              <a:avLst/>
              <a:gdLst/>
              <a:ahLst/>
              <a:cxnLst/>
              <a:rect l="l" t="t" r="r" b="b"/>
              <a:pathLst>
                <a:path w="6041" h="22582" extrusionOk="0">
                  <a:moveTo>
                    <a:pt x="1" y="0"/>
                  </a:moveTo>
                  <a:lnTo>
                    <a:pt x="5389" y="22582"/>
                  </a:lnTo>
                  <a:lnTo>
                    <a:pt x="6041" y="22582"/>
                  </a:lnTo>
                  <a:lnTo>
                    <a:pt x="65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7"/>
            <p:cNvSpPr/>
            <p:nvPr/>
          </p:nvSpPr>
          <p:spPr>
            <a:xfrm>
              <a:off x="8425397" y="3754968"/>
              <a:ext cx="212139" cy="789733"/>
            </a:xfrm>
            <a:custGeom>
              <a:avLst/>
              <a:gdLst/>
              <a:ahLst/>
              <a:cxnLst/>
              <a:rect l="l" t="t" r="r" b="b"/>
              <a:pathLst>
                <a:path w="6066" h="22582" extrusionOk="0">
                  <a:moveTo>
                    <a:pt x="1" y="0"/>
                  </a:moveTo>
                  <a:lnTo>
                    <a:pt x="5414" y="22582"/>
                  </a:lnTo>
                  <a:lnTo>
                    <a:pt x="6066" y="22582"/>
                  </a:lnTo>
                  <a:lnTo>
                    <a:pt x="6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7"/>
            <p:cNvSpPr/>
            <p:nvPr/>
          </p:nvSpPr>
          <p:spPr>
            <a:xfrm>
              <a:off x="5884435" y="3751569"/>
              <a:ext cx="212139" cy="789733"/>
            </a:xfrm>
            <a:custGeom>
              <a:avLst/>
              <a:gdLst/>
              <a:ahLst/>
              <a:cxnLst/>
              <a:rect l="l" t="t" r="r" b="b"/>
              <a:pathLst>
                <a:path w="6066" h="22582" extrusionOk="0">
                  <a:moveTo>
                    <a:pt x="5414" y="0"/>
                  </a:moveTo>
                  <a:lnTo>
                    <a:pt x="1" y="22582"/>
                  </a:lnTo>
                  <a:lnTo>
                    <a:pt x="677" y="22582"/>
                  </a:lnTo>
                  <a:lnTo>
                    <a:pt x="606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7"/>
            <p:cNvSpPr/>
            <p:nvPr/>
          </p:nvSpPr>
          <p:spPr>
            <a:xfrm>
              <a:off x="6093917" y="3751569"/>
              <a:ext cx="211265" cy="789733"/>
            </a:xfrm>
            <a:custGeom>
              <a:avLst/>
              <a:gdLst/>
              <a:ahLst/>
              <a:cxnLst/>
              <a:rect l="l" t="t" r="r" b="b"/>
              <a:pathLst>
                <a:path w="6041" h="22582" extrusionOk="0">
                  <a:moveTo>
                    <a:pt x="5389" y="0"/>
                  </a:moveTo>
                  <a:lnTo>
                    <a:pt x="1" y="22582"/>
                  </a:lnTo>
                  <a:lnTo>
                    <a:pt x="652" y="22582"/>
                  </a:lnTo>
                  <a:lnTo>
                    <a:pt x="60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7"/>
            <p:cNvSpPr/>
            <p:nvPr/>
          </p:nvSpPr>
          <p:spPr>
            <a:xfrm>
              <a:off x="7314021" y="3998821"/>
              <a:ext cx="384795" cy="582210"/>
            </a:xfrm>
            <a:custGeom>
              <a:avLst/>
              <a:gdLst/>
              <a:ahLst/>
              <a:cxnLst/>
              <a:rect l="l" t="t" r="r" b="b"/>
              <a:pathLst>
                <a:path w="11003" h="16648" extrusionOk="0">
                  <a:moveTo>
                    <a:pt x="2014" y="1"/>
                  </a:moveTo>
                  <a:cubicBezTo>
                    <a:pt x="1825" y="1"/>
                    <a:pt x="1638" y="31"/>
                    <a:pt x="1479" y="123"/>
                  </a:cubicBezTo>
                  <a:cubicBezTo>
                    <a:pt x="1303" y="249"/>
                    <a:pt x="1178" y="399"/>
                    <a:pt x="1078" y="575"/>
                  </a:cubicBezTo>
                  <a:cubicBezTo>
                    <a:pt x="627" y="1226"/>
                    <a:pt x="226" y="1928"/>
                    <a:pt x="126" y="2680"/>
                  </a:cubicBezTo>
                  <a:cubicBezTo>
                    <a:pt x="0" y="3432"/>
                    <a:pt x="176" y="4234"/>
                    <a:pt x="727" y="4710"/>
                  </a:cubicBezTo>
                  <a:cubicBezTo>
                    <a:pt x="1228" y="5161"/>
                    <a:pt x="1955" y="5261"/>
                    <a:pt x="2632" y="5362"/>
                  </a:cubicBezTo>
                  <a:cubicBezTo>
                    <a:pt x="3058" y="5412"/>
                    <a:pt x="3459" y="5512"/>
                    <a:pt x="3860" y="5587"/>
                  </a:cubicBezTo>
                  <a:cubicBezTo>
                    <a:pt x="4110" y="5612"/>
                    <a:pt x="4336" y="5587"/>
                    <a:pt x="4537" y="5712"/>
                  </a:cubicBezTo>
                  <a:cubicBezTo>
                    <a:pt x="5138" y="6113"/>
                    <a:pt x="4963" y="7066"/>
                    <a:pt x="4812" y="7692"/>
                  </a:cubicBezTo>
                  <a:cubicBezTo>
                    <a:pt x="4662" y="8269"/>
                    <a:pt x="4461" y="8895"/>
                    <a:pt x="4612" y="9447"/>
                  </a:cubicBezTo>
                  <a:cubicBezTo>
                    <a:pt x="4662" y="9597"/>
                    <a:pt x="4737" y="9748"/>
                    <a:pt x="4762" y="9898"/>
                  </a:cubicBezTo>
                  <a:cubicBezTo>
                    <a:pt x="4787" y="10098"/>
                    <a:pt x="4737" y="10299"/>
                    <a:pt x="4712" y="10499"/>
                  </a:cubicBezTo>
                  <a:cubicBezTo>
                    <a:pt x="4511" y="11552"/>
                    <a:pt x="4161" y="12680"/>
                    <a:pt x="4562" y="13682"/>
                  </a:cubicBezTo>
                  <a:cubicBezTo>
                    <a:pt x="4612" y="13783"/>
                    <a:pt x="4662" y="13908"/>
                    <a:pt x="4687" y="14033"/>
                  </a:cubicBezTo>
                  <a:cubicBezTo>
                    <a:pt x="4712" y="14134"/>
                    <a:pt x="4687" y="14234"/>
                    <a:pt x="4687" y="14359"/>
                  </a:cubicBezTo>
                  <a:cubicBezTo>
                    <a:pt x="4587" y="15061"/>
                    <a:pt x="4511" y="15788"/>
                    <a:pt x="4436" y="16489"/>
                  </a:cubicBezTo>
                  <a:cubicBezTo>
                    <a:pt x="4436" y="16489"/>
                    <a:pt x="6867" y="16615"/>
                    <a:pt x="7068" y="16615"/>
                  </a:cubicBezTo>
                  <a:cubicBezTo>
                    <a:pt x="7225" y="16615"/>
                    <a:pt x="7498" y="16647"/>
                    <a:pt x="7749" y="16647"/>
                  </a:cubicBezTo>
                  <a:cubicBezTo>
                    <a:pt x="7937" y="16647"/>
                    <a:pt x="8113" y="16629"/>
                    <a:pt x="8221" y="16565"/>
                  </a:cubicBezTo>
                  <a:cubicBezTo>
                    <a:pt x="8622" y="16314"/>
                    <a:pt x="8697" y="15136"/>
                    <a:pt x="8772" y="14710"/>
                  </a:cubicBezTo>
                  <a:cubicBezTo>
                    <a:pt x="8847" y="14083"/>
                    <a:pt x="8897" y="13457"/>
                    <a:pt x="9023" y="12855"/>
                  </a:cubicBezTo>
                  <a:cubicBezTo>
                    <a:pt x="9223" y="11753"/>
                    <a:pt x="9699" y="10700"/>
                    <a:pt x="9900" y="9597"/>
                  </a:cubicBezTo>
                  <a:cubicBezTo>
                    <a:pt x="10000" y="9046"/>
                    <a:pt x="9950" y="8444"/>
                    <a:pt x="10075" y="7918"/>
                  </a:cubicBezTo>
                  <a:cubicBezTo>
                    <a:pt x="10151" y="7442"/>
                    <a:pt x="10276" y="6991"/>
                    <a:pt x="10351" y="6514"/>
                  </a:cubicBezTo>
                  <a:cubicBezTo>
                    <a:pt x="10552" y="5387"/>
                    <a:pt x="10727" y="4284"/>
                    <a:pt x="10928" y="3156"/>
                  </a:cubicBezTo>
                  <a:cubicBezTo>
                    <a:pt x="10953" y="2880"/>
                    <a:pt x="11003" y="2630"/>
                    <a:pt x="10978" y="2379"/>
                  </a:cubicBezTo>
                  <a:cubicBezTo>
                    <a:pt x="10953" y="2354"/>
                    <a:pt x="10953" y="2329"/>
                    <a:pt x="10953" y="2304"/>
                  </a:cubicBezTo>
                  <a:cubicBezTo>
                    <a:pt x="10677" y="925"/>
                    <a:pt x="8196" y="1026"/>
                    <a:pt x="7068" y="850"/>
                  </a:cubicBezTo>
                  <a:cubicBezTo>
                    <a:pt x="5539" y="575"/>
                    <a:pt x="4035" y="324"/>
                    <a:pt x="2506" y="48"/>
                  </a:cubicBezTo>
                  <a:cubicBezTo>
                    <a:pt x="2353" y="25"/>
                    <a:pt x="2183" y="1"/>
                    <a:pt x="201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7"/>
            <p:cNvSpPr/>
            <p:nvPr/>
          </p:nvSpPr>
          <p:spPr>
            <a:xfrm>
              <a:off x="7329793" y="3880825"/>
              <a:ext cx="584658" cy="774975"/>
            </a:xfrm>
            <a:custGeom>
              <a:avLst/>
              <a:gdLst/>
              <a:ahLst/>
              <a:cxnLst/>
              <a:rect l="l" t="t" r="r" b="b"/>
              <a:pathLst>
                <a:path w="16718" h="22160" extrusionOk="0">
                  <a:moveTo>
                    <a:pt x="2784" y="1"/>
                  </a:moveTo>
                  <a:cubicBezTo>
                    <a:pt x="2489" y="1"/>
                    <a:pt x="2209" y="40"/>
                    <a:pt x="1980" y="114"/>
                  </a:cubicBezTo>
                  <a:cubicBezTo>
                    <a:pt x="727" y="515"/>
                    <a:pt x="326" y="2069"/>
                    <a:pt x="201" y="3372"/>
                  </a:cubicBezTo>
                  <a:cubicBezTo>
                    <a:pt x="76" y="4450"/>
                    <a:pt x="0" y="5527"/>
                    <a:pt x="301" y="6580"/>
                  </a:cubicBezTo>
                  <a:cubicBezTo>
                    <a:pt x="777" y="8109"/>
                    <a:pt x="2055" y="9287"/>
                    <a:pt x="3509" y="9939"/>
                  </a:cubicBezTo>
                  <a:cubicBezTo>
                    <a:pt x="4662" y="10440"/>
                    <a:pt x="5915" y="10640"/>
                    <a:pt x="7168" y="10715"/>
                  </a:cubicBezTo>
                  <a:cubicBezTo>
                    <a:pt x="7282" y="10721"/>
                    <a:pt x="7397" y="10724"/>
                    <a:pt x="7511" y="10724"/>
                  </a:cubicBezTo>
                  <a:cubicBezTo>
                    <a:pt x="8349" y="10724"/>
                    <a:pt x="9187" y="10575"/>
                    <a:pt x="10025" y="10465"/>
                  </a:cubicBezTo>
                  <a:cubicBezTo>
                    <a:pt x="10113" y="10455"/>
                    <a:pt x="10186" y="10450"/>
                    <a:pt x="10248" y="10450"/>
                  </a:cubicBezTo>
                  <a:cubicBezTo>
                    <a:pt x="10648" y="10450"/>
                    <a:pt x="10550" y="10664"/>
                    <a:pt x="10376" y="11142"/>
                  </a:cubicBezTo>
                  <a:cubicBezTo>
                    <a:pt x="10251" y="11442"/>
                    <a:pt x="10151" y="11743"/>
                    <a:pt x="10025" y="12019"/>
                  </a:cubicBezTo>
                  <a:cubicBezTo>
                    <a:pt x="9950" y="12219"/>
                    <a:pt x="9875" y="12395"/>
                    <a:pt x="9825" y="12595"/>
                  </a:cubicBezTo>
                  <a:cubicBezTo>
                    <a:pt x="9624" y="13046"/>
                    <a:pt x="9449" y="13548"/>
                    <a:pt x="9424" y="14049"/>
                  </a:cubicBezTo>
                  <a:cubicBezTo>
                    <a:pt x="9399" y="14550"/>
                    <a:pt x="9524" y="15051"/>
                    <a:pt x="9549" y="15553"/>
                  </a:cubicBezTo>
                  <a:cubicBezTo>
                    <a:pt x="9574" y="16405"/>
                    <a:pt x="9123" y="17157"/>
                    <a:pt x="9123" y="18009"/>
                  </a:cubicBezTo>
                  <a:cubicBezTo>
                    <a:pt x="9123" y="18310"/>
                    <a:pt x="9198" y="18610"/>
                    <a:pt x="9223" y="18936"/>
                  </a:cubicBezTo>
                  <a:cubicBezTo>
                    <a:pt x="9248" y="19237"/>
                    <a:pt x="9198" y="19563"/>
                    <a:pt x="9173" y="19863"/>
                  </a:cubicBezTo>
                  <a:lnTo>
                    <a:pt x="8948" y="21392"/>
                  </a:lnTo>
                  <a:cubicBezTo>
                    <a:pt x="8898" y="21793"/>
                    <a:pt x="8772" y="22069"/>
                    <a:pt x="9248" y="22119"/>
                  </a:cubicBezTo>
                  <a:cubicBezTo>
                    <a:pt x="9535" y="22148"/>
                    <a:pt x="9818" y="22159"/>
                    <a:pt x="10101" y="22159"/>
                  </a:cubicBezTo>
                  <a:cubicBezTo>
                    <a:pt x="11054" y="22159"/>
                    <a:pt x="11991" y="22027"/>
                    <a:pt x="12958" y="21969"/>
                  </a:cubicBezTo>
                  <a:cubicBezTo>
                    <a:pt x="13008" y="21969"/>
                    <a:pt x="13058" y="21969"/>
                    <a:pt x="13108" y="21919"/>
                  </a:cubicBezTo>
                  <a:cubicBezTo>
                    <a:pt x="13133" y="21893"/>
                    <a:pt x="13133" y="21868"/>
                    <a:pt x="13158" y="21818"/>
                  </a:cubicBezTo>
                  <a:cubicBezTo>
                    <a:pt x="13609" y="20064"/>
                    <a:pt x="14035" y="18385"/>
                    <a:pt x="14261" y="16580"/>
                  </a:cubicBezTo>
                  <a:cubicBezTo>
                    <a:pt x="14261" y="16405"/>
                    <a:pt x="14286" y="16254"/>
                    <a:pt x="14361" y="16104"/>
                  </a:cubicBezTo>
                  <a:cubicBezTo>
                    <a:pt x="14436" y="15929"/>
                    <a:pt x="14587" y="15778"/>
                    <a:pt x="14737" y="15628"/>
                  </a:cubicBezTo>
                  <a:cubicBezTo>
                    <a:pt x="15038" y="15227"/>
                    <a:pt x="15063" y="14801"/>
                    <a:pt x="15188" y="14350"/>
                  </a:cubicBezTo>
                  <a:cubicBezTo>
                    <a:pt x="15339" y="13898"/>
                    <a:pt x="15489" y="13472"/>
                    <a:pt x="15589" y="12996"/>
                  </a:cubicBezTo>
                  <a:cubicBezTo>
                    <a:pt x="15815" y="11893"/>
                    <a:pt x="16066" y="10791"/>
                    <a:pt x="16291" y="9688"/>
                  </a:cubicBezTo>
                  <a:cubicBezTo>
                    <a:pt x="16492" y="8786"/>
                    <a:pt x="16717" y="7959"/>
                    <a:pt x="16241" y="7081"/>
                  </a:cubicBezTo>
                  <a:cubicBezTo>
                    <a:pt x="16066" y="6806"/>
                    <a:pt x="15815" y="6580"/>
                    <a:pt x="15564" y="6380"/>
                  </a:cubicBezTo>
                  <a:cubicBezTo>
                    <a:pt x="13384" y="4600"/>
                    <a:pt x="10602" y="3573"/>
                    <a:pt x="7795" y="3472"/>
                  </a:cubicBezTo>
                  <a:cubicBezTo>
                    <a:pt x="6742" y="3447"/>
                    <a:pt x="5414" y="3372"/>
                    <a:pt x="5013" y="2395"/>
                  </a:cubicBezTo>
                  <a:cubicBezTo>
                    <a:pt x="4863" y="2044"/>
                    <a:pt x="4913" y="1618"/>
                    <a:pt x="4863" y="1217"/>
                  </a:cubicBezTo>
                  <a:cubicBezTo>
                    <a:pt x="4730" y="367"/>
                    <a:pt x="3687" y="1"/>
                    <a:pt x="278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7"/>
            <p:cNvSpPr/>
            <p:nvPr/>
          </p:nvSpPr>
          <p:spPr>
            <a:xfrm>
              <a:off x="7263172" y="3227723"/>
              <a:ext cx="130620" cy="279460"/>
            </a:xfrm>
            <a:custGeom>
              <a:avLst/>
              <a:gdLst/>
              <a:ahLst/>
              <a:cxnLst/>
              <a:rect l="l" t="t" r="r" b="b"/>
              <a:pathLst>
                <a:path w="3735" h="7991" extrusionOk="0">
                  <a:moveTo>
                    <a:pt x="2378" y="1"/>
                  </a:moveTo>
                  <a:cubicBezTo>
                    <a:pt x="2161" y="1"/>
                    <a:pt x="1935" y="82"/>
                    <a:pt x="1755" y="217"/>
                  </a:cubicBezTo>
                  <a:cubicBezTo>
                    <a:pt x="1454" y="443"/>
                    <a:pt x="1204" y="869"/>
                    <a:pt x="978" y="1195"/>
                  </a:cubicBezTo>
                  <a:cubicBezTo>
                    <a:pt x="677" y="1646"/>
                    <a:pt x="502" y="2247"/>
                    <a:pt x="376" y="2774"/>
                  </a:cubicBezTo>
                  <a:cubicBezTo>
                    <a:pt x="1" y="4177"/>
                    <a:pt x="326" y="5656"/>
                    <a:pt x="652" y="7060"/>
                  </a:cubicBezTo>
                  <a:cubicBezTo>
                    <a:pt x="677" y="7235"/>
                    <a:pt x="727" y="7435"/>
                    <a:pt x="853" y="7586"/>
                  </a:cubicBezTo>
                  <a:cubicBezTo>
                    <a:pt x="1078" y="7912"/>
                    <a:pt x="1529" y="7962"/>
                    <a:pt x="1930" y="7987"/>
                  </a:cubicBezTo>
                  <a:cubicBezTo>
                    <a:pt x="1963" y="7989"/>
                    <a:pt x="1996" y="7991"/>
                    <a:pt x="2028" y="7991"/>
                  </a:cubicBezTo>
                  <a:cubicBezTo>
                    <a:pt x="2632" y="7991"/>
                    <a:pt x="3085" y="7550"/>
                    <a:pt x="3108" y="6884"/>
                  </a:cubicBezTo>
                  <a:cubicBezTo>
                    <a:pt x="3133" y="6533"/>
                    <a:pt x="2983" y="6207"/>
                    <a:pt x="2958" y="5857"/>
                  </a:cubicBezTo>
                  <a:cubicBezTo>
                    <a:pt x="2933" y="5531"/>
                    <a:pt x="2933" y="5230"/>
                    <a:pt x="2883" y="4879"/>
                  </a:cubicBezTo>
                  <a:cubicBezTo>
                    <a:pt x="2833" y="4603"/>
                    <a:pt x="2858" y="4278"/>
                    <a:pt x="3058" y="4077"/>
                  </a:cubicBezTo>
                  <a:cubicBezTo>
                    <a:pt x="3184" y="3927"/>
                    <a:pt x="3384" y="3852"/>
                    <a:pt x="3509" y="3701"/>
                  </a:cubicBezTo>
                  <a:cubicBezTo>
                    <a:pt x="3735" y="3450"/>
                    <a:pt x="3685" y="3075"/>
                    <a:pt x="3635" y="2749"/>
                  </a:cubicBezTo>
                  <a:cubicBezTo>
                    <a:pt x="3610" y="2573"/>
                    <a:pt x="3585" y="2423"/>
                    <a:pt x="3534" y="2247"/>
                  </a:cubicBezTo>
                  <a:cubicBezTo>
                    <a:pt x="3434" y="1746"/>
                    <a:pt x="3309" y="1245"/>
                    <a:pt x="3133" y="744"/>
                  </a:cubicBezTo>
                  <a:cubicBezTo>
                    <a:pt x="3058" y="518"/>
                    <a:pt x="2958" y="268"/>
                    <a:pt x="2783" y="117"/>
                  </a:cubicBezTo>
                  <a:cubicBezTo>
                    <a:pt x="2662" y="37"/>
                    <a:pt x="2522" y="1"/>
                    <a:pt x="2378"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7"/>
            <p:cNvSpPr/>
            <p:nvPr/>
          </p:nvSpPr>
          <p:spPr>
            <a:xfrm>
              <a:off x="7505947" y="3153792"/>
              <a:ext cx="577664" cy="419766"/>
            </a:xfrm>
            <a:custGeom>
              <a:avLst/>
              <a:gdLst/>
              <a:ahLst/>
              <a:cxnLst/>
              <a:rect l="l" t="t" r="r" b="b"/>
              <a:pathLst>
                <a:path w="16518" h="12003" extrusionOk="0">
                  <a:moveTo>
                    <a:pt x="15858" y="0"/>
                  </a:moveTo>
                  <a:cubicBezTo>
                    <a:pt x="15678" y="0"/>
                    <a:pt x="15514" y="237"/>
                    <a:pt x="15415" y="452"/>
                  </a:cubicBezTo>
                  <a:cubicBezTo>
                    <a:pt x="15064" y="1254"/>
                    <a:pt x="15289" y="2382"/>
                    <a:pt x="14537" y="2958"/>
                  </a:cubicBezTo>
                  <a:cubicBezTo>
                    <a:pt x="13635" y="3635"/>
                    <a:pt x="12658" y="4136"/>
                    <a:pt x="11630" y="4612"/>
                  </a:cubicBezTo>
                  <a:cubicBezTo>
                    <a:pt x="10126" y="5314"/>
                    <a:pt x="8623" y="6066"/>
                    <a:pt x="7094" y="6692"/>
                  </a:cubicBezTo>
                  <a:cubicBezTo>
                    <a:pt x="5690" y="7269"/>
                    <a:pt x="4211" y="7570"/>
                    <a:pt x="2783" y="8071"/>
                  </a:cubicBezTo>
                  <a:cubicBezTo>
                    <a:pt x="2708" y="8096"/>
                    <a:pt x="2633" y="8121"/>
                    <a:pt x="2557" y="8146"/>
                  </a:cubicBezTo>
                  <a:cubicBezTo>
                    <a:pt x="2031" y="8346"/>
                    <a:pt x="1505" y="8647"/>
                    <a:pt x="1029" y="8923"/>
                  </a:cubicBezTo>
                  <a:cubicBezTo>
                    <a:pt x="552" y="9199"/>
                    <a:pt x="277" y="9700"/>
                    <a:pt x="176" y="10201"/>
                  </a:cubicBezTo>
                  <a:cubicBezTo>
                    <a:pt x="1" y="11279"/>
                    <a:pt x="1104" y="11880"/>
                    <a:pt x="2031" y="11981"/>
                  </a:cubicBezTo>
                  <a:cubicBezTo>
                    <a:pt x="2169" y="11995"/>
                    <a:pt x="2305" y="12002"/>
                    <a:pt x="2439" y="12002"/>
                  </a:cubicBezTo>
                  <a:cubicBezTo>
                    <a:pt x="3446" y="12002"/>
                    <a:pt x="4344" y="11619"/>
                    <a:pt x="5339" y="11354"/>
                  </a:cubicBezTo>
                  <a:cubicBezTo>
                    <a:pt x="5339" y="11354"/>
                    <a:pt x="5364" y="11354"/>
                    <a:pt x="5389" y="11329"/>
                  </a:cubicBezTo>
                  <a:cubicBezTo>
                    <a:pt x="6492" y="11053"/>
                    <a:pt x="7595" y="10502"/>
                    <a:pt x="8572" y="9875"/>
                  </a:cubicBezTo>
                  <a:cubicBezTo>
                    <a:pt x="9575" y="9224"/>
                    <a:pt x="10377" y="8422"/>
                    <a:pt x="11254" y="7620"/>
                  </a:cubicBezTo>
                  <a:cubicBezTo>
                    <a:pt x="12131" y="6818"/>
                    <a:pt x="13059" y="6041"/>
                    <a:pt x="14011" y="5314"/>
                  </a:cubicBezTo>
                  <a:cubicBezTo>
                    <a:pt x="14312" y="5088"/>
                    <a:pt x="14587" y="4813"/>
                    <a:pt x="14888" y="4562"/>
                  </a:cubicBezTo>
                  <a:cubicBezTo>
                    <a:pt x="15139" y="4336"/>
                    <a:pt x="15389" y="4111"/>
                    <a:pt x="15640" y="3885"/>
                  </a:cubicBezTo>
                  <a:cubicBezTo>
                    <a:pt x="15891" y="3635"/>
                    <a:pt x="16166" y="3409"/>
                    <a:pt x="16292" y="3083"/>
                  </a:cubicBezTo>
                  <a:cubicBezTo>
                    <a:pt x="16517" y="2632"/>
                    <a:pt x="16442" y="2156"/>
                    <a:pt x="16392" y="1680"/>
                  </a:cubicBezTo>
                  <a:cubicBezTo>
                    <a:pt x="16317" y="1204"/>
                    <a:pt x="16392" y="652"/>
                    <a:pt x="16141" y="226"/>
                  </a:cubicBezTo>
                  <a:cubicBezTo>
                    <a:pt x="16047" y="64"/>
                    <a:pt x="15950" y="0"/>
                    <a:pt x="1585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7"/>
            <p:cNvSpPr/>
            <p:nvPr/>
          </p:nvSpPr>
          <p:spPr>
            <a:xfrm>
              <a:off x="7127305" y="3426399"/>
              <a:ext cx="513666" cy="496320"/>
            </a:xfrm>
            <a:custGeom>
              <a:avLst/>
              <a:gdLst/>
              <a:ahLst/>
              <a:cxnLst/>
              <a:rect l="l" t="t" r="r" b="b"/>
              <a:pathLst>
                <a:path w="14688" h="14192" extrusionOk="0">
                  <a:moveTo>
                    <a:pt x="13460" y="0"/>
                  </a:moveTo>
                  <a:cubicBezTo>
                    <a:pt x="11755" y="451"/>
                    <a:pt x="10001" y="677"/>
                    <a:pt x="8221" y="702"/>
                  </a:cubicBezTo>
                  <a:cubicBezTo>
                    <a:pt x="6041" y="727"/>
                    <a:pt x="4988" y="852"/>
                    <a:pt x="3485" y="2406"/>
                  </a:cubicBezTo>
                  <a:cubicBezTo>
                    <a:pt x="2081" y="3910"/>
                    <a:pt x="853" y="5514"/>
                    <a:pt x="1" y="7394"/>
                  </a:cubicBezTo>
                  <a:cubicBezTo>
                    <a:pt x="452" y="7694"/>
                    <a:pt x="928" y="7995"/>
                    <a:pt x="1379" y="8271"/>
                  </a:cubicBezTo>
                  <a:cubicBezTo>
                    <a:pt x="2056" y="8697"/>
                    <a:pt x="3234" y="8973"/>
                    <a:pt x="3284" y="9900"/>
                  </a:cubicBezTo>
                  <a:cubicBezTo>
                    <a:pt x="3334" y="11053"/>
                    <a:pt x="3409" y="12206"/>
                    <a:pt x="3459" y="13333"/>
                  </a:cubicBezTo>
                  <a:cubicBezTo>
                    <a:pt x="3485" y="13509"/>
                    <a:pt x="3485" y="13684"/>
                    <a:pt x="3610" y="13785"/>
                  </a:cubicBezTo>
                  <a:cubicBezTo>
                    <a:pt x="3693" y="13868"/>
                    <a:pt x="3804" y="13895"/>
                    <a:pt x="3924" y="13895"/>
                  </a:cubicBezTo>
                  <a:cubicBezTo>
                    <a:pt x="4059" y="13895"/>
                    <a:pt x="4205" y="13861"/>
                    <a:pt x="4337" y="13835"/>
                  </a:cubicBezTo>
                  <a:cubicBezTo>
                    <a:pt x="4375" y="13828"/>
                    <a:pt x="4411" y="13824"/>
                    <a:pt x="4446" y="13824"/>
                  </a:cubicBezTo>
                  <a:cubicBezTo>
                    <a:pt x="4768" y="13824"/>
                    <a:pt x="4919" y="14115"/>
                    <a:pt x="5214" y="14161"/>
                  </a:cubicBezTo>
                  <a:cubicBezTo>
                    <a:pt x="5335" y="14183"/>
                    <a:pt x="5462" y="14191"/>
                    <a:pt x="5594" y="14191"/>
                  </a:cubicBezTo>
                  <a:cubicBezTo>
                    <a:pt x="6065" y="14191"/>
                    <a:pt x="6588" y="14080"/>
                    <a:pt x="7018" y="14060"/>
                  </a:cubicBezTo>
                  <a:cubicBezTo>
                    <a:pt x="7294" y="14035"/>
                    <a:pt x="10327" y="13885"/>
                    <a:pt x="10327" y="13860"/>
                  </a:cubicBezTo>
                  <a:cubicBezTo>
                    <a:pt x="10352" y="11579"/>
                    <a:pt x="10377" y="9298"/>
                    <a:pt x="10377" y="6993"/>
                  </a:cubicBezTo>
                  <a:cubicBezTo>
                    <a:pt x="10402" y="6742"/>
                    <a:pt x="10402" y="6441"/>
                    <a:pt x="10527" y="6216"/>
                  </a:cubicBezTo>
                  <a:cubicBezTo>
                    <a:pt x="10703" y="5915"/>
                    <a:pt x="11054" y="5765"/>
                    <a:pt x="11379" y="5664"/>
                  </a:cubicBezTo>
                  <a:cubicBezTo>
                    <a:pt x="12457" y="5288"/>
                    <a:pt x="13685" y="4887"/>
                    <a:pt x="14688" y="4361"/>
                  </a:cubicBezTo>
                  <a:cubicBezTo>
                    <a:pt x="14287" y="2907"/>
                    <a:pt x="13861" y="1454"/>
                    <a:pt x="134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7"/>
            <p:cNvSpPr/>
            <p:nvPr/>
          </p:nvSpPr>
          <p:spPr>
            <a:xfrm>
              <a:off x="7379733" y="4009243"/>
              <a:ext cx="268269" cy="247216"/>
            </a:xfrm>
            <a:custGeom>
              <a:avLst/>
              <a:gdLst/>
              <a:ahLst/>
              <a:cxnLst/>
              <a:rect l="l" t="t" r="r" b="b"/>
              <a:pathLst>
                <a:path w="7671" h="7069" fill="none" extrusionOk="0">
                  <a:moveTo>
                    <a:pt x="1" y="1"/>
                  </a:moveTo>
                  <a:cubicBezTo>
                    <a:pt x="828" y="101"/>
                    <a:pt x="1630" y="201"/>
                    <a:pt x="2457" y="302"/>
                  </a:cubicBezTo>
                  <a:cubicBezTo>
                    <a:pt x="3911" y="477"/>
                    <a:pt x="5515" y="703"/>
                    <a:pt x="6542" y="1780"/>
                  </a:cubicBezTo>
                  <a:cubicBezTo>
                    <a:pt x="7169" y="2457"/>
                    <a:pt x="7470" y="3384"/>
                    <a:pt x="7570" y="4287"/>
                  </a:cubicBezTo>
                  <a:cubicBezTo>
                    <a:pt x="7670" y="5214"/>
                    <a:pt x="7570" y="6141"/>
                    <a:pt x="7470" y="7069"/>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7"/>
            <p:cNvSpPr/>
            <p:nvPr/>
          </p:nvSpPr>
          <p:spPr>
            <a:xfrm>
              <a:off x="7303494" y="4243275"/>
              <a:ext cx="17556" cy="383955"/>
            </a:xfrm>
            <a:custGeom>
              <a:avLst/>
              <a:gdLst/>
              <a:ahLst/>
              <a:cxnLst/>
              <a:rect l="l" t="t" r="r" b="b"/>
              <a:pathLst>
                <a:path w="502" h="10979" extrusionOk="0">
                  <a:moveTo>
                    <a:pt x="0" y="1"/>
                  </a:moveTo>
                  <a:lnTo>
                    <a:pt x="0" y="10978"/>
                  </a:lnTo>
                  <a:lnTo>
                    <a:pt x="502" y="10978"/>
                  </a:lnTo>
                  <a:lnTo>
                    <a:pt x="50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7"/>
            <p:cNvSpPr/>
            <p:nvPr/>
          </p:nvSpPr>
          <p:spPr>
            <a:xfrm>
              <a:off x="7159759" y="4627198"/>
              <a:ext cx="300652" cy="80645"/>
            </a:xfrm>
            <a:custGeom>
              <a:avLst/>
              <a:gdLst/>
              <a:ahLst/>
              <a:cxnLst/>
              <a:rect l="l" t="t" r="r" b="b"/>
              <a:pathLst>
                <a:path w="8597" h="2306" fill="none" extrusionOk="0">
                  <a:moveTo>
                    <a:pt x="0" y="2306"/>
                  </a:moveTo>
                  <a:cubicBezTo>
                    <a:pt x="0" y="677"/>
                    <a:pt x="2882" y="0"/>
                    <a:pt x="4311" y="0"/>
                  </a:cubicBezTo>
                  <a:cubicBezTo>
                    <a:pt x="6015" y="0"/>
                    <a:pt x="8597" y="627"/>
                    <a:pt x="8597"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7"/>
            <p:cNvSpPr/>
            <p:nvPr/>
          </p:nvSpPr>
          <p:spPr>
            <a:xfrm>
              <a:off x="7312272" y="4628947"/>
              <a:ext cx="35" cy="93794"/>
            </a:xfrm>
            <a:custGeom>
              <a:avLst/>
              <a:gdLst/>
              <a:ahLst/>
              <a:cxnLst/>
              <a:rect l="l" t="t" r="r" b="b"/>
              <a:pathLst>
                <a:path w="1" h="2682" fill="none" extrusionOk="0">
                  <a:moveTo>
                    <a:pt x="0" y="2682"/>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7"/>
            <p:cNvSpPr/>
            <p:nvPr/>
          </p:nvSpPr>
          <p:spPr>
            <a:xfrm>
              <a:off x="7435828" y="4696443"/>
              <a:ext cx="50010" cy="49100"/>
            </a:xfrm>
            <a:custGeom>
              <a:avLst/>
              <a:gdLst/>
              <a:ahLst/>
              <a:cxnLst/>
              <a:rect l="l" t="t" r="r" b="b"/>
              <a:pathLst>
                <a:path w="1430" h="1404" extrusionOk="0">
                  <a:moveTo>
                    <a:pt x="703" y="0"/>
                  </a:moveTo>
                  <a:cubicBezTo>
                    <a:pt x="327" y="0"/>
                    <a:pt x="1" y="326"/>
                    <a:pt x="1" y="702"/>
                  </a:cubicBezTo>
                  <a:cubicBezTo>
                    <a:pt x="1" y="1103"/>
                    <a:pt x="327" y="1404"/>
                    <a:pt x="703" y="1404"/>
                  </a:cubicBezTo>
                  <a:cubicBezTo>
                    <a:pt x="1104" y="1404"/>
                    <a:pt x="1429" y="1103"/>
                    <a:pt x="1429" y="702"/>
                  </a:cubicBezTo>
                  <a:cubicBezTo>
                    <a:pt x="1429" y="326"/>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7"/>
            <p:cNvSpPr/>
            <p:nvPr/>
          </p:nvSpPr>
          <p:spPr>
            <a:xfrm>
              <a:off x="7286848" y="4696443"/>
              <a:ext cx="49100" cy="49100"/>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7"/>
            <p:cNvSpPr/>
            <p:nvPr/>
          </p:nvSpPr>
          <p:spPr>
            <a:xfrm>
              <a:off x="7137832" y="4696443"/>
              <a:ext cx="49135" cy="49100"/>
            </a:xfrm>
            <a:custGeom>
              <a:avLst/>
              <a:gdLst/>
              <a:ahLst/>
              <a:cxnLst/>
              <a:rect l="l" t="t" r="r" b="b"/>
              <a:pathLst>
                <a:path w="1405" h="1404" extrusionOk="0">
                  <a:moveTo>
                    <a:pt x="702" y="0"/>
                  </a:moveTo>
                  <a:cubicBezTo>
                    <a:pt x="301" y="0"/>
                    <a:pt x="1" y="326"/>
                    <a:pt x="1" y="702"/>
                  </a:cubicBezTo>
                  <a:cubicBezTo>
                    <a:pt x="1" y="1103"/>
                    <a:pt x="301"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7"/>
            <p:cNvSpPr/>
            <p:nvPr/>
          </p:nvSpPr>
          <p:spPr>
            <a:xfrm>
              <a:off x="7067713" y="3665677"/>
              <a:ext cx="606551" cy="619700"/>
            </a:xfrm>
            <a:custGeom>
              <a:avLst/>
              <a:gdLst/>
              <a:ahLst/>
              <a:cxnLst/>
              <a:rect l="l" t="t" r="r" b="b"/>
              <a:pathLst>
                <a:path w="17344" h="17720" extrusionOk="0">
                  <a:moveTo>
                    <a:pt x="3334" y="0"/>
                  </a:moveTo>
                  <a:cubicBezTo>
                    <a:pt x="1504" y="0"/>
                    <a:pt x="1" y="1329"/>
                    <a:pt x="1" y="2958"/>
                  </a:cubicBezTo>
                  <a:lnTo>
                    <a:pt x="1" y="13484"/>
                  </a:lnTo>
                  <a:cubicBezTo>
                    <a:pt x="1" y="15815"/>
                    <a:pt x="2156" y="17720"/>
                    <a:pt x="4788" y="17720"/>
                  </a:cubicBezTo>
                  <a:lnTo>
                    <a:pt x="16793" y="17720"/>
                  </a:lnTo>
                  <a:cubicBezTo>
                    <a:pt x="17093" y="17720"/>
                    <a:pt x="17344" y="17494"/>
                    <a:pt x="17344" y="17218"/>
                  </a:cubicBezTo>
                  <a:cubicBezTo>
                    <a:pt x="17344" y="16943"/>
                    <a:pt x="17093" y="16717"/>
                    <a:pt x="16793" y="16717"/>
                  </a:cubicBezTo>
                  <a:lnTo>
                    <a:pt x="15289" y="16717"/>
                  </a:lnTo>
                  <a:cubicBezTo>
                    <a:pt x="12557" y="16717"/>
                    <a:pt x="10351" y="14787"/>
                    <a:pt x="10351" y="12381"/>
                  </a:cubicBezTo>
                  <a:lnTo>
                    <a:pt x="10351" y="2958"/>
                  </a:lnTo>
                  <a:cubicBezTo>
                    <a:pt x="10351" y="1329"/>
                    <a:pt x="8873" y="0"/>
                    <a:pt x="701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7"/>
            <p:cNvSpPr/>
            <p:nvPr/>
          </p:nvSpPr>
          <p:spPr>
            <a:xfrm>
              <a:off x="6986193" y="3152603"/>
              <a:ext cx="418997" cy="426061"/>
            </a:xfrm>
            <a:custGeom>
              <a:avLst/>
              <a:gdLst/>
              <a:ahLst/>
              <a:cxnLst/>
              <a:rect l="l" t="t" r="r" b="b"/>
              <a:pathLst>
                <a:path w="11981" h="12183" extrusionOk="0">
                  <a:moveTo>
                    <a:pt x="10174" y="0"/>
                  </a:moveTo>
                  <a:cubicBezTo>
                    <a:pt x="9983" y="0"/>
                    <a:pt x="9791" y="33"/>
                    <a:pt x="9600" y="110"/>
                  </a:cubicBezTo>
                  <a:cubicBezTo>
                    <a:pt x="9023" y="360"/>
                    <a:pt x="8723" y="962"/>
                    <a:pt x="8196" y="1313"/>
                  </a:cubicBezTo>
                  <a:cubicBezTo>
                    <a:pt x="7670" y="1689"/>
                    <a:pt x="6993" y="1714"/>
                    <a:pt x="6317" y="1764"/>
                  </a:cubicBezTo>
                  <a:cubicBezTo>
                    <a:pt x="5815" y="1789"/>
                    <a:pt x="5314" y="1814"/>
                    <a:pt x="4863" y="1964"/>
                  </a:cubicBezTo>
                  <a:cubicBezTo>
                    <a:pt x="3961" y="2290"/>
                    <a:pt x="3535" y="2992"/>
                    <a:pt x="3058" y="3744"/>
                  </a:cubicBezTo>
                  <a:cubicBezTo>
                    <a:pt x="2607" y="4496"/>
                    <a:pt x="1830" y="4972"/>
                    <a:pt x="1229" y="5624"/>
                  </a:cubicBezTo>
                  <a:cubicBezTo>
                    <a:pt x="151" y="6852"/>
                    <a:pt x="1" y="8807"/>
                    <a:pt x="903" y="10185"/>
                  </a:cubicBezTo>
                  <a:cubicBezTo>
                    <a:pt x="1204" y="10636"/>
                    <a:pt x="1580" y="11012"/>
                    <a:pt x="2006" y="11338"/>
                  </a:cubicBezTo>
                  <a:cubicBezTo>
                    <a:pt x="2784" y="11921"/>
                    <a:pt x="3716" y="12182"/>
                    <a:pt x="4669" y="12182"/>
                  </a:cubicBezTo>
                  <a:cubicBezTo>
                    <a:pt x="6664" y="12182"/>
                    <a:pt x="8750" y="11038"/>
                    <a:pt x="9700" y="9308"/>
                  </a:cubicBezTo>
                  <a:cubicBezTo>
                    <a:pt x="10427" y="7979"/>
                    <a:pt x="10151" y="6325"/>
                    <a:pt x="9850" y="4822"/>
                  </a:cubicBezTo>
                  <a:cubicBezTo>
                    <a:pt x="9700" y="3994"/>
                    <a:pt x="9775" y="3368"/>
                    <a:pt x="10627" y="2942"/>
                  </a:cubicBezTo>
                  <a:cubicBezTo>
                    <a:pt x="10853" y="2817"/>
                    <a:pt x="11104" y="2741"/>
                    <a:pt x="11304" y="2616"/>
                  </a:cubicBezTo>
                  <a:cubicBezTo>
                    <a:pt x="11805" y="2290"/>
                    <a:pt x="11981" y="1563"/>
                    <a:pt x="11755" y="1012"/>
                  </a:cubicBezTo>
                  <a:cubicBezTo>
                    <a:pt x="11530" y="461"/>
                    <a:pt x="10953" y="85"/>
                    <a:pt x="10352" y="9"/>
                  </a:cubicBezTo>
                  <a:cubicBezTo>
                    <a:pt x="10292" y="4"/>
                    <a:pt x="10233" y="0"/>
                    <a:pt x="101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7"/>
            <p:cNvSpPr/>
            <p:nvPr/>
          </p:nvSpPr>
          <p:spPr>
            <a:xfrm>
              <a:off x="7757501" y="3485117"/>
              <a:ext cx="36860" cy="11436"/>
            </a:xfrm>
            <a:custGeom>
              <a:avLst/>
              <a:gdLst/>
              <a:ahLst/>
              <a:cxnLst/>
              <a:rect l="l" t="t" r="r" b="b"/>
              <a:pathLst>
                <a:path w="1054" h="327" extrusionOk="0">
                  <a:moveTo>
                    <a:pt x="26" y="0"/>
                  </a:moveTo>
                  <a:cubicBezTo>
                    <a:pt x="1" y="25"/>
                    <a:pt x="1" y="50"/>
                    <a:pt x="26" y="75"/>
                  </a:cubicBezTo>
                  <a:cubicBezTo>
                    <a:pt x="126" y="251"/>
                    <a:pt x="327" y="326"/>
                    <a:pt x="527" y="326"/>
                  </a:cubicBezTo>
                  <a:cubicBezTo>
                    <a:pt x="728" y="301"/>
                    <a:pt x="903" y="201"/>
                    <a:pt x="1054" y="75"/>
                  </a:cubicBezTo>
                  <a:lnTo>
                    <a:pt x="26"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7"/>
            <p:cNvSpPr/>
            <p:nvPr/>
          </p:nvSpPr>
          <p:spPr>
            <a:xfrm>
              <a:off x="8432426" y="3162570"/>
              <a:ext cx="6155" cy="12310"/>
            </a:xfrm>
            <a:custGeom>
              <a:avLst/>
              <a:gdLst/>
              <a:ahLst/>
              <a:cxnLst/>
              <a:rect l="l" t="t" r="r" b="b"/>
              <a:pathLst>
                <a:path w="176" h="352" extrusionOk="0">
                  <a:moveTo>
                    <a:pt x="0" y="0"/>
                  </a:moveTo>
                  <a:lnTo>
                    <a:pt x="0" y="351"/>
                  </a:lnTo>
                  <a:lnTo>
                    <a:pt x="25" y="351"/>
                  </a:lnTo>
                  <a:cubicBezTo>
                    <a:pt x="76" y="326"/>
                    <a:pt x="126" y="301"/>
                    <a:pt x="151" y="251"/>
                  </a:cubicBezTo>
                  <a:cubicBezTo>
                    <a:pt x="176" y="201"/>
                    <a:pt x="176" y="126"/>
                    <a:pt x="151" y="75"/>
                  </a:cubicBezTo>
                  <a:cubicBezTo>
                    <a:pt x="126" y="25"/>
                    <a:pt x="50" y="0"/>
                    <a:pt x="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7"/>
            <p:cNvSpPr/>
            <p:nvPr/>
          </p:nvSpPr>
          <p:spPr>
            <a:xfrm>
              <a:off x="8336883" y="3176594"/>
              <a:ext cx="28082" cy="12730"/>
            </a:xfrm>
            <a:custGeom>
              <a:avLst/>
              <a:gdLst/>
              <a:ahLst/>
              <a:cxnLst/>
              <a:rect l="l" t="t" r="r" b="b"/>
              <a:pathLst>
                <a:path w="803" h="364" extrusionOk="0">
                  <a:moveTo>
                    <a:pt x="26" y="0"/>
                  </a:moveTo>
                  <a:lnTo>
                    <a:pt x="26" y="0"/>
                  </a:lnTo>
                  <a:cubicBezTo>
                    <a:pt x="0" y="50"/>
                    <a:pt x="26" y="100"/>
                    <a:pt x="76" y="151"/>
                  </a:cubicBezTo>
                  <a:cubicBezTo>
                    <a:pt x="126" y="226"/>
                    <a:pt x="176" y="301"/>
                    <a:pt x="251" y="326"/>
                  </a:cubicBezTo>
                  <a:cubicBezTo>
                    <a:pt x="301" y="351"/>
                    <a:pt x="358" y="364"/>
                    <a:pt x="414" y="364"/>
                  </a:cubicBezTo>
                  <a:cubicBezTo>
                    <a:pt x="470" y="364"/>
                    <a:pt x="527" y="351"/>
                    <a:pt x="577" y="326"/>
                  </a:cubicBezTo>
                  <a:cubicBezTo>
                    <a:pt x="677" y="276"/>
                    <a:pt x="752" y="201"/>
                    <a:pt x="802" y="100"/>
                  </a:cubicBezTo>
                  <a:lnTo>
                    <a:pt x="777" y="100"/>
                  </a:lnTo>
                  <a:lnTo>
                    <a:pt x="26"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7"/>
            <p:cNvSpPr/>
            <p:nvPr/>
          </p:nvSpPr>
          <p:spPr>
            <a:xfrm>
              <a:off x="6371265" y="3312084"/>
              <a:ext cx="114417" cy="136976"/>
            </a:xfrm>
            <a:custGeom>
              <a:avLst/>
              <a:gdLst/>
              <a:ahLst/>
              <a:cxnLst/>
              <a:rect l="l" t="t" r="r" b="b"/>
              <a:pathLst>
                <a:path w="4022" h="4815" extrusionOk="0">
                  <a:moveTo>
                    <a:pt x="1587" y="0"/>
                  </a:moveTo>
                  <a:lnTo>
                    <a:pt x="1058" y="1481"/>
                  </a:lnTo>
                  <a:lnTo>
                    <a:pt x="0" y="2169"/>
                  </a:lnTo>
                  <a:lnTo>
                    <a:pt x="106" y="2963"/>
                  </a:lnTo>
                  <a:lnTo>
                    <a:pt x="4022" y="4815"/>
                  </a:lnTo>
                  <a:lnTo>
                    <a:pt x="3440" y="952"/>
                  </a:lnTo>
                  <a:close/>
                </a:path>
              </a:pathLst>
            </a:custGeom>
            <a:solidFill>
              <a:schemeClr val="dk2"/>
            </a:solidFill>
            <a:ln w="9525" cap="flat" cmpd="sng">
              <a:solidFill>
                <a:schemeClr val="dk2"/>
              </a:solidFill>
              <a:prstDash val="solid"/>
              <a:round/>
              <a:headEnd type="none" w="med" len="med"/>
              <a:tailEnd type="none" w="med" len="med"/>
            </a:ln>
          </p:spPr>
          <p:txBody>
            <a:bodyPr/>
            <a:lstStyle/>
            <a:p>
              <a:endParaRPr lang="en-IN"/>
            </a:p>
          </p:txBody>
        </p:sp>
        <p:grpSp>
          <p:nvGrpSpPr>
            <p:cNvPr id="759" name="Google Shape;759;p27"/>
            <p:cNvGrpSpPr/>
            <p:nvPr/>
          </p:nvGrpSpPr>
          <p:grpSpPr>
            <a:xfrm>
              <a:off x="6285878" y="3051254"/>
              <a:ext cx="164818" cy="315544"/>
              <a:chOff x="5990537" y="2792332"/>
              <a:chExt cx="144842" cy="277301"/>
            </a:xfrm>
          </p:grpSpPr>
          <p:sp>
            <p:nvSpPr>
              <p:cNvPr id="760" name="Google Shape;760;p27"/>
              <p:cNvSpPr/>
              <p:nvPr/>
            </p:nvSpPr>
            <p:spPr>
              <a:xfrm>
                <a:off x="6003630" y="2839324"/>
                <a:ext cx="126341" cy="230309"/>
              </a:xfrm>
              <a:custGeom>
                <a:avLst/>
                <a:gdLst/>
                <a:ahLst/>
                <a:cxnLst/>
                <a:rect l="l" t="t" r="r" b="b"/>
                <a:pathLst>
                  <a:path w="4111" h="7494" extrusionOk="0">
                    <a:moveTo>
                      <a:pt x="3509" y="0"/>
                    </a:moveTo>
                    <a:lnTo>
                      <a:pt x="1780" y="401"/>
                    </a:lnTo>
                    <a:cubicBezTo>
                      <a:pt x="677" y="652"/>
                      <a:pt x="1" y="1754"/>
                      <a:pt x="251" y="2832"/>
                    </a:cubicBezTo>
                    <a:lnTo>
                      <a:pt x="427" y="3484"/>
                    </a:lnTo>
                    <a:cubicBezTo>
                      <a:pt x="477" y="3759"/>
                      <a:pt x="602" y="3985"/>
                      <a:pt x="752" y="4186"/>
                    </a:cubicBezTo>
                    <a:lnTo>
                      <a:pt x="402" y="5815"/>
                    </a:lnTo>
                    <a:cubicBezTo>
                      <a:pt x="226" y="6566"/>
                      <a:pt x="727" y="7343"/>
                      <a:pt x="1504" y="7469"/>
                    </a:cubicBezTo>
                    <a:cubicBezTo>
                      <a:pt x="1588" y="7485"/>
                      <a:pt x="1672" y="7494"/>
                      <a:pt x="1754" y="7494"/>
                    </a:cubicBezTo>
                    <a:cubicBezTo>
                      <a:pt x="2411" y="7494"/>
                      <a:pt x="2997" y="6981"/>
                      <a:pt x="3108" y="6291"/>
                    </a:cubicBezTo>
                    <a:lnTo>
                      <a:pt x="3359" y="4461"/>
                    </a:lnTo>
                    <a:cubicBezTo>
                      <a:pt x="3860" y="4035"/>
                      <a:pt x="4111" y="3358"/>
                      <a:pt x="3935" y="2682"/>
                    </a:cubicBezTo>
                    <a:lnTo>
                      <a:pt x="3509"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7"/>
              <p:cNvSpPr/>
              <p:nvPr/>
            </p:nvSpPr>
            <p:spPr>
              <a:xfrm>
                <a:off x="5990537" y="2792332"/>
                <a:ext cx="144842" cy="168476"/>
              </a:xfrm>
              <a:custGeom>
                <a:avLst/>
                <a:gdLst/>
                <a:ahLst/>
                <a:cxnLst/>
                <a:rect l="l" t="t" r="r" b="b"/>
                <a:pathLst>
                  <a:path w="4713" h="5482" extrusionOk="0">
                    <a:moveTo>
                      <a:pt x="3608" y="1"/>
                    </a:moveTo>
                    <a:cubicBezTo>
                      <a:pt x="3312" y="1"/>
                      <a:pt x="3017" y="100"/>
                      <a:pt x="2783" y="276"/>
                    </a:cubicBezTo>
                    <a:cubicBezTo>
                      <a:pt x="2582" y="426"/>
                      <a:pt x="2407" y="627"/>
                      <a:pt x="2181" y="752"/>
                    </a:cubicBezTo>
                    <a:cubicBezTo>
                      <a:pt x="1780" y="978"/>
                      <a:pt x="1304" y="877"/>
                      <a:pt x="903" y="1128"/>
                    </a:cubicBezTo>
                    <a:cubicBezTo>
                      <a:pt x="652" y="1303"/>
                      <a:pt x="427" y="1604"/>
                      <a:pt x="376" y="1905"/>
                    </a:cubicBezTo>
                    <a:cubicBezTo>
                      <a:pt x="351" y="2156"/>
                      <a:pt x="376" y="2406"/>
                      <a:pt x="326" y="2632"/>
                    </a:cubicBezTo>
                    <a:cubicBezTo>
                      <a:pt x="276" y="2933"/>
                      <a:pt x="51" y="3183"/>
                      <a:pt x="26" y="3509"/>
                    </a:cubicBezTo>
                    <a:cubicBezTo>
                      <a:pt x="1" y="3710"/>
                      <a:pt x="101" y="3910"/>
                      <a:pt x="176" y="4111"/>
                    </a:cubicBezTo>
                    <a:cubicBezTo>
                      <a:pt x="276" y="4411"/>
                      <a:pt x="402" y="4687"/>
                      <a:pt x="502" y="4963"/>
                    </a:cubicBezTo>
                    <a:cubicBezTo>
                      <a:pt x="552" y="5113"/>
                      <a:pt x="602" y="5464"/>
                      <a:pt x="828" y="5464"/>
                    </a:cubicBezTo>
                    <a:cubicBezTo>
                      <a:pt x="855" y="5476"/>
                      <a:pt x="882" y="5481"/>
                      <a:pt x="907" y="5481"/>
                    </a:cubicBezTo>
                    <a:cubicBezTo>
                      <a:pt x="1212" y="5481"/>
                      <a:pt x="1402" y="4718"/>
                      <a:pt x="1379" y="4486"/>
                    </a:cubicBezTo>
                    <a:cubicBezTo>
                      <a:pt x="1304" y="3760"/>
                      <a:pt x="1204" y="2832"/>
                      <a:pt x="2056" y="2557"/>
                    </a:cubicBezTo>
                    <a:cubicBezTo>
                      <a:pt x="2356" y="2456"/>
                      <a:pt x="2707" y="2456"/>
                      <a:pt x="3033" y="2406"/>
                    </a:cubicBezTo>
                    <a:cubicBezTo>
                      <a:pt x="3384" y="2331"/>
                      <a:pt x="3735" y="2206"/>
                      <a:pt x="4011" y="1980"/>
                    </a:cubicBezTo>
                    <a:cubicBezTo>
                      <a:pt x="4211" y="1830"/>
                      <a:pt x="4361" y="1654"/>
                      <a:pt x="4487" y="1454"/>
                    </a:cubicBezTo>
                    <a:cubicBezTo>
                      <a:pt x="4637" y="1178"/>
                      <a:pt x="4712" y="877"/>
                      <a:pt x="4612" y="577"/>
                    </a:cubicBezTo>
                    <a:cubicBezTo>
                      <a:pt x="4487" y="276"/>
                      <a:pt x="4186" y="75"/>
                      <a:pt x="3860" y="25"/>
                    </a:cubicBezTo>
                    <a:cubicBezTo>
                      <a:pt x="3777" y="9"/>
                      <a:pt x="3693" y="1"/>
                      <a:pt x="360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7"/>
              <p:cNvSpPr/>
              <p:nvPr/>
            </p:nvSpPr>
            <p:spPr>
              <a:xfrm>
                <a:off x="6064482" y="2971017"/>
                <a:ext cx="45484" cy="44716"/>
              </a:xfrm>
              <a:custGeom>
                <a:avLst/>
                <a:gdLst/>
                <a:ahLst/>
                <a:cxnLst/>
                <a:rect l="l" t="t" r="r" b="b"/>
                <a:pathLst>
                  <a:path w="1480" h="1455" extrusionOk="0">
                    <a:moveTo>
                      <a:pt x="1479" y="1"/>
                    </a:moveTo>
                    <a:cubicBezTo>
                      <a:pt x="1125" y="89"/>
                      <a:pt x="808" y="178"/>
                      <a:pt x="458" y="178"/>
                    </a:cubicBezTo>
                    <a:cubicBezTo>
                      <a:pt x="313" y="178"/>
                      <a:pt x="162" y="163"/>
                      <a:pt x="1" y="126"/>
                    </a:cubicBezTo>
                    <a:lnTo>
                      <a:pt x="1" y="126"/>
                    </a:lnTo>
                    <a:cubicBezTo>
                      <a:pt x="402" y="602"/>
                      <a:pt x="903" y="953"/>
                      <a:pt x="1229" y="1454"/>
                    </a:cubicBezTo>
                    <a:lnTo>
                      <a:pt x="1354" y="502"/>
                    </a:lnTo>
                    <a:cubicBezTo>
                      <a:pt x="1379" y="327"/>
                      <a:pt x="1429" y="176"/>
                      <a:pt x="14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7"/>
              <p:cNvSpPr/>
              <p:nvPr/>
            </p:nvSpPr>
            <p:spPr>
              <a:xfrm>
                <a:off x="6082983" y="2929434"/>
                <a:ext cx="28520" cy="18993"/>
              </a:xfrm>
              <a:custGeom>
                <a:avLst/>
                <a:gdLst/>
                <a:ahLst/>
                <a:cxnLst/>
                <a:rect l="l" t="t" r="r" b="b"/>
                <a:pathLst>
                  <a:path w="928" h="618" extrusionOk="0">
                    <a:moveTo>
                      <a:pt x="902" y="0"/>
                    </a:moveTo>
                    <a:cubicBezTo>
                      <a:pt x="902" y="0"/>
                      <a:pt x="877" y="25"/>
                      <a:pt x="902" y="25"/>
                    </a:cubicBezTo>
                    <a:lnTo>
                      <a:pt x="0" y="276"/>
                    </a:lnTo>
                    <a:cubicBezTo>
                      <a:pt x="25" y="426"/>
                      <a:pt x="150" y="577"/>
                      <a:pt x="301" y="602"/>
                    </a:cubicBezTo>
                    <a:cubicBezTo>
                      <a:pt x="338" y="613"/>
                      <a:pt x="376" y="618"/>
                      <a:pt x="413" y="618"/>
                    </a:cubicBezTo>
                    <a:cubicBezTo>
                      <a:pt x="548" y="618"/>
                      <a:pt x="673" y="550"/>
                      <a:pt x="752" y="452"/>
                    </a:cubicBezTo>
                    <a:cubicBezTo>
                      <a:pt x="852" y="351"/>
                      <a:pt x="927" y="176"/>
                      <a:pt x="9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4" name="Google Shape;764;p27"/>
          <p:cNvGrpSpPr/>
          <p:nvPr/>
        </p:nvGrpSpPr>
        <p:grpSpPr>
          <a:xfrm>
            <a:off x="6171613" y="0"/>
            <a:ext cx="422503" cy="1832059"/>
            <a:chOff x="7093138" y="727500"/>
            <a:chExt cx="422503" cy="1832059"/>
          </a:xfrm>
        </p:grpSpPr>
        <p:sp>
          <p:nvSpPr>
            <p:cNvPr id="765" name="Google Shape;765;p27"/>
            <p:cNvSpPr/>
            <p:nvPr/>
          </p:nvSpPr>
          <p:spPr>
            <a:xfrm>
              <a:off x="7246525" y="2440303"/>
              <a:ext cx="119221" cy="119256"/>
            </a:xfrm>
            <a:custGeom>
              <a:avLst/>
              <a:gdLst/>
              <a:ahLst/>
              <a:cxnLst/>
              <a:rect l="l" t="t" r="r" b="b"/>
              <a:pathLst>
                <a:path w="3409" h="3410" extrusionOk="0">
                  <a:moveTo>
                    <a:pt x="1705" y="1"/>
                  </a:moveTo>
                  <a:cubicBezTo>
                    <a:pt x="777" y="1"/>
                    <a:pt x="0" y="752"/>
                    <a:pt x="0" y="1705"/>
                  </a:cubicBezTo>
                  <a:cubicBezTo>
                    <a:pt x="0" y="2657"/>
                    <a:pt x="777" y="3409"/>
                    <a:pt x="1705" y="3409"/>
                  </a:cubicBezTo>
                  <a:cubicBezTo>
                    <a:pt x="2657" y="3409"/>
                    <a:pt x="3409" y="2657"/>
                    <a:pt x="3409" y="1705"/>
                  </a:cubicBezTo>
                  <a:cubicBezTo>
                    <a:pt x="3409" y="752"/>
                    <a:pt x="2657"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7"/>
            <p:cNvSpPr/>
            <p:nvPr/>
          </p:nvSpPr>
          <p:spPr>
            <a:xfrm>
              <a:off x="7093138" y="2264989"/>
              <a:ext cx="422503" cy="213052"/>
            </a:xfrm>
            <a:custGeom>
              <a:avLst/>
              <a:gdLst/>
              <a:ahLst/>
              <a:cxnLst/>
              <a:rect l="l" t="t" r="r" b="b"/>
              <a:pathLst>
                <a:path w="12081" h="6092" extrusionOk="0">
                  <a:moveTo>
                    <a:pt x="6040" y="1"/>
                  </a:moveTo>
                  <a:cubicBezTo>
                    <a:pt x="2707" y="1"/>
                    <a:pt x="0" y="2708"/>
                    <a:pt x="0" y="6041"/>
                  </a:cubicBezTo>
                  <a:lnTo>
                    <a:pt x="0" y="6091"/>
                  </a:lnTo>
                  <a:lnTo>
                    <a:pt x="12081" y="6091"/>
                  </a:lnTo>
                  <a:lnTo>
                    <a:pt x="12081" y="6041"/>
                  </a:lnTo>
                  <a:cubicBezTo>
                    <a:pt x="12081" y="2708"/>
                    <a:pt x="9374" y="1"/>
                    <a:pt x="6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67" name="Google Shape;767;p27"/>
            <p:cNvCxnSpPr/>
            <p:nvPr/>
          </p:nvCxnSpPr>
          <p:spPr>
            <a:xfrm rot="10800000">
              <a:off x="7304385" y="727500"/>
              <a:ext cx="0" cy="1537500"/>
            </a:xfrm>
            <a:prstGeom prst="straightConnector1">
              <a:avLst/>
            </a:prstGeom>
            <a:noFill/>
            <a:ln w="19050" cap="flat" cmpd="sng">
              <a:solidFill>
                <a:schemeClr val="dk1"/>
              </a:solidFill>
              <a:prstDash val="solid"/>
              <a:round/>
              <a:headEnd type="none" w="med" len="med"/>
              <a:tailEnd type="none" w="med" len="med"/>
            </a:ln>
          </p:spPr>
        </p:cxnSp>
      </p:grpSp>
      <p:grpSp>
        <p:nvGrpSpPr>
          <p:cNvPr id="768" name="Google Shape;768;p27"/>
          <p:cNvGrpSpPr/>
          <p:nvPr/>
        </p:nvGrpSpPr>
        <p:grpSpPr>
          <a:xfrm>
            <a:off x="7047923" y="0"/>
            <a:ext cx="422503" cy="1286059"/>
            <a:chOff x="7856998" y="456300"/>
            <a:chExt cx="422503" cy="1286059"/>
          </a:xfrm>
        </p:grpSpPr>
        <p:sp>
          <p:nvSpPr>
            <p:cNvPr id="769" name="Google Shape;769;p27"/>
            <p:cNvSpPr/>
            <p:nvPr/>
          </p:nvSpPr>
          <p:spPr>
            <a:xfrm>
              <a:off x="8011260" y="1623103"/>
              <a:ext cx="119256" cy="119256"/>
            </a:xfrm>
            <a:custGeom>
              <a:avLst/>
              <a:gdLst/>
              <a:ahLst/>
              <a:cxnLst/>
              <a:rect l="l" t="t" r="r" b="b"/>
              <a:pathLst>
                <a:path w="3410" h="3410" extrusionOk="0">
                  <a:moveTo>
                    <a:pt x="1705" y="1"/>
                  </a:moveTo>
                  <a:cubicBezTo>
                    <a:pt x="752" y="1"/>
                    <a:pt x="1" y="752"/>
                    <a:pt x="1" y="1705"/>
                  </a:cubicBezTo>
                  <a:cubicBezTo>
                    <a:pt x="1" y="2657"/>
                    <a:pt x="752" y="3409"/>
                    <a:pt x="1705" y="3409"/>
                  </a:cubicBezTo>
                  <a:cubicBezTo>
                    <a:pt x="2632" y="3409"/>
                    <a:pt x="3409" y="2657"/>
                    <a:pt x="3409" y="1705"/>
                  </a:cubicBezTo>
                  <a:cubicBezTo>
                    <a:pt x="3409" y="752"/>
                    <a:pt x="2632"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7"/>
            <p:cNvSpPr/>
            <p:nvPr/>
          </p:nvSpPr>
          <p:spPr>
            <a:xfrm>
              <a:off x="7856998" y="1447789"/>
              <a:ext cx="422503" cy="213052"/>
            </a:xfrm>
            <a:custGeom>
              <a:avLst/>
              <a:gdLst/>
              <a:ahLst/>
              <a:cxnLst/>
              <a:rect l="l" t="t" r="r" b="b"/>
              <a:pathLst>
                <a:path w="12081" h="6092" extrusionOk="0">
                  <a:moveTo>
                    <a:pt x="6041" y="1"/>
                  </a:moveTo>
                  <a:cubicBezTo>
                    <a:pt x="2707" y="1"/>
                    <a:pt x="1" y="2708"/>
                    <a:pt x="1" y="6041"/>
                  </a:cubicBezTo>
                  <a:lnTo>
                    <a:pt x="1"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71" name="Google Shape;771;p27"/>
            <p:cNvCxnSpPr/>
            <p:nvPr/>
          </p:nvCxnSpPr>
          <p:spPr>
            <a:xfrm rot="10800000">
              <a:off x="8068260" y="456300"/>
              <a:ext cx="0" cy="991500"/>
            </a:xfrm>
            <a:prstGeom prst="straightConnector1">
              <a:avLst/>
            </a:prstGeom>
            <a:noFill/>
            <a:ln w="19050" cap="flat" cmpd="sng">
              <a:solidFill>
                <a:schemeClr val="dk1"/>
              </a:solidFill>
              <a:prstDash val="solid"/>
              <a:round/>
              <a:headEnd type="none" w="med" len="med"/>
              <a:tailEnd type="none" w="med" len="med"/>
            </a:ln>
          </p:spPr>
        </p:cxnSp>
      </p:grpSp>
      <p:cxnSp>
        <p:nvCxnSpPr>
          <p:cNvPr id="772" name="Google Shape;772;p27"/>
          <p:cNvCxnSpPr/>
          <p:nvPr/>
        </p:nvCxnSpPr>
        <p:spPr>
          <a:xfrm>
            <a:off x="813967" y="2535500"/>
            <a:ext cx="1732800"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2">
          <a:extLst>
            <a:ext uri="{FF2B5EF4-FFF2-40B4-BE49-F238E27FC236}">
              <a16:creationId xmlns:a16="http://schemas.microsoft.com/office/drawing/2014/main" id="{2A4DCD7D-9E20-9D7F-3EC0-CD71E6552ACC}"/>
            </a:ext>
          </a:extLst>
        </p:cNvPr>
        <p:cNvGrpSpPr/>
        <p:nvPr/>
      </p:nvGrpSpPr>
      <p:grpSpPr>
        <a:xfrm>
          <a:off x="0" y="0"/>
          <a:ext cx="0" cy="0"/>
          <a:chOff x="0" y="0"/>
          <a:chExt cx="0" cy="0"/>
        </a:xfrm>
      </p:grpSpPr>
      <p:sp>
        <p:nvSpPr>
          <p:cNvPr id="803" name="Google Shape;803;p30">
            <a:extLst>
              <a:ext uri="{FF2B5EF4-FFF2-40B4-BE49-F238E27FC236}">
                <a16:creationId xmlns:a16="http://schemas.microsoft.com/office/drawing/2014/main" id="{787F0FFB-0415-156E-4B25-4CDF4B74AFFF}"/>
              </a:ext>
            </a:extLst>
          </p:cNvPr>
          <p:cNvSpPr txBox="1">
            <a:spLocks noGrp="1"/>
          </p:cNvSpPr>
          <p:nvPr>
            <p:ph type="title"/>
          </p:nvPr>
        </p:nvSpPr>
        <p:spPr>
          <a:xfrm>
            <a:off x="788121" y="645301"/>
            <a:ext cx="4260116" cy="79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u="sng" dirty="0">
                <a:solidFill>
                  <a:schemeClr val="dk2"/>
                </a:solidFill>
              </a:rPr>
              <a:t>Team</a:t>
            </a:r>
            <a:r>
              <a:rPr lang="en" u="sng" dirty="0"/>
              <a:t> Members</a:t>
            </a:r>
            <a:endParaRPr u="sng" dirty="0"/>
          </a:p>
        </p:txBody>
      </p:sp>
      <p:sp>
        <p:nvSpPr>
          <p:cNvPr id="804" name="Google Shape;804;p30">
            <a:extLst>
              <a:ext uri="{FF2B5EF4-FFF2-40B4-BE49-F238E27FC236}">
                <a16:creationId xmlns:a16="http://schemas.microsoft.com/office/drawing/2014/main" id="{5C3F6682-998E-1164-B2F4-70B2F448CC03}"/>
              </a:ext>
            </a:extLst>
          </p:cNvPr>
          <p:cNvSpPr txBox="1">
            <a:spLocks noGrp="1"/>
          </p:cNvSpPr>
          <p:nvPr>
            <p:ph type="subTitle" idx="1"/>
          </p:nvPr>
        </p:nvSpPr>
        <p:spPr>
          <a:xfrm>
            <a:off x="788121" y="1488285"/>
            <a:ext cx="3971700" cy="30099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dirty="0"/>
              <a:t>Team Members:</a:t>
            </a:r>
          </a:p>
          <a:p>
            <a:pPr marL="0" lvl="0" indent="0" rtl="0">
              <a:spcBef>
                <a:spcPts val="0"/>
              </a:spcBef>
              <a:spcAft>
                <a:spcPts val="0"/>
              </a:spcAft>
              <a:buClr>
                <a:schemeClr val="dk1"/>
              </a:buClr>
              <a:buSzPts val="1100"/>
              <a:buFont typeface="Arial"/>
              <a:buNone/>
            </a:pPr>
            <a:endParaRPr lang="en-US" sz="1400" dirty="0"/>
          </a:p>
          <a:p>
            <a:pPr marL="228600" lvl="0" indent="-228600" rtl="0">
              <a:spcBef>
                <a:spcPts val="0"/>
              </a:spcBef>
              <a:spcAft>
                <a:spcPts val="0"/>
              </a:spcAft>
              <a:buClr>
                <a:schemeClr val="dk1"/>
              </a:buClr>
              <a:buSzPts val="1100"/>
              <a:buFont typeface="Arial"/>
              <a:buAutoNum type="arabicParenR"/>
            </a:pPr>
            <a:r>
              <a:rPr lang="en-US" sz="1400" dirty="0" err="1"/>
              <a:t>Bindupautra</a:t>
            </a:r>
            <a:r>
              <a:rPr lang="en-US" sz="1400" dirty="0"/>
              <a:t> </a:t>
            </a:r>
            <a:r>
              <a:rPr lang="en-US" sz="1400" dirty="0" err="1"/>
              <a:t>Jyotibrat</a:t>
            </a:r>
            <a:r>
              <a:rPr lang="en-US" sz="1400" dirty="0"/>
              <a:t> (23BAI10963)</a:t>
            </a:r>
          </a:p>
          <a:p>
            <a:pPr marL="228600" lvl="0" indent="-228600" rtl="0">
              <a:spcBef>
                <a:spcPts val="0"/>
              </a:spcBef>
              <a:spcAft>
                <a:spcPts val="0"/>
              </a:spcAft>
              <a:buClr>
                <a:schemeClr val="dk1"/>
              </a:buClr>
              <a:buSzPts val="1100"/>
              <a:buFont typeface="Arial"/>
              <a:buAutoNum type="arabicParenR"/>
            </a:pPr>
            <a:r>
              <a:rPr lang="en-US" sz="1400" dirty="0"/>
              <a:t>Rana Talukdar (23BAI10186)</a:t>
            </a:r>
          </a:p>
          <a:p>
            <a:pPr marL="228600" lvl="0" indent="-228600" rtl="0">
              <a:spcBef>
                <a:spcPts val="0"/>
              </a:spcBef>
              <a:spcAft>
                <a:spcPts val="0"/>
              </a:spcAft>
              <a:buClr>
                <a:schemeClr val="dk1"/>
              </a:buClr>
              <a:buSzPts val="1100"/>
              <a:buFont typeface="Arial"/>
              <a:buAutoNum type="arabicParenR"/>
            </a:pPr>
            <a:r>
              <a:rPr lang="en-US" sz="1400" dirty="0" err="1"/>
              <a:t>Arunim</a:t>
            </a:r>
            <a:r>
              <a:rPr lang="en-US" sz="1400" dirty="0"/>
              <a:t> </a:t>
            </a:r>
            <a:r>
              <a:rPr lang="en-US" sz="1400" dirty="0" err="1"/>
              <a:t>Gogoi</a:t>
            </a:r>
            <a:r>
              <a:rPr lang="en-US" sz="1400" dirty="0"/>
              <a:t> (23BAI11381)</a:t>
            </a:r>
          </a:p>
          <a:p>
            <a:pPr marL="228600" lvl="0" indent="-228600" rtl="0">
              <a:spcBef>
                <a:spcPts val="0"/>
              </a:spcBef>
              <a:spcAft>
                <a:spcPts val="0"/>
              </a:spcAft>
              <a:buClr>
                <a:schemeClr val="dk1"/>
              </a:buClr>
              <a:buSzPts val="1100"/>
              <a:buFont typeface="Arial"/>
              <a:buAutoNum type="arabicParenR"/>
            </a:pPr>
            <a:r>
              <a:rPr lang="en-US" sz="1400" dirty="0"/>
              <a:t>Navjot Singh Gill (23BAI11355)</a:t>
            </a:r>
          </a:p>
          <a:p>
            <a:pPr marL="228600" lvl="0" indent="-228600" rtl="0">
              <a:spcBef>
                <a:spcPts val="0"/>
              </a:spcBef>
              <a:spcAft>
                <a:spcPts val="0"/>
              </a:spcAft>
              <a:buClr>
                <a:schemeClr val="dk1"/>
              </a:buClr>
              <a:buSzPts val="1100"/>
              <a:buFont typeface="Arial"/>
              <a:buAutoNum type="arabicParenR"/>
            </a:pPr>
            <a:r>
              <a:rPr lang="en-US" sz="1400" dirty="0"/>
              <a:t>Avinash Kushwaha (23BAI10237)</a:t>
            </a:r>
          </a:p>
          <a:p>
            <a:pPr marL="228600" lvl="0" indent="-228600" algn="l" rtl="0">
              <a:spcBef>
                <a:spcPts val="0"/>
              </a:spcBef>
              <a:spcAft>
                <a:spcPts val="0"/>
              </a:spcAft>
              <a:buClr>
                <a:schemeClr val="dk1"/>
              </a:buClr>
              <a:buSzPts val="1100"/>
              <a:buFont typeface="Arial"/>
              <a:buAutoNum type="arabicParenR"/>
            </a:pPr>
            <a:endParaRPr lang="en-US" sz="1400" dirty="0"/>
          </a:p>
          <a:p>
            <a:pPr marL="0" lvl="0" indent="0" algn="l" rtl="0">
              <a:spcBef>
                <a:spcPts val="0"/>
              </a:spcBef>
              <a:spcAft>
                <a:spcPts val="0"/>
              </a:spcAft>
              <a:buClr>
                <a:schemeClr val="dk1"/>
              </a:buClr>
              <a:buSzPts val="1100"/>
              <a:buNone/>
            </a:pPr>
            <a:endParaRPr lang="en-US" sz="1400" dirty="0"/>
          </a:p>
          <a:p>
            <a:pPr marL="0" lvl="0" indent="0" algn="l" rtl="0">
              <a:spcBef>
                <a:spcPts val="0"/>
              </a:spcBef>
              <a:spcAft>
                <a:spcPts val="0"/>
              </a:spcAft>
              <a:buClr>
                <a:schemeClr val="dk1"/>
              </a:buClr>
              <a:buSzPts val="1100"/>
              <a:buNone/>
            </a:pPr>
            <a:r>
              <a:rPr lang="en-US" sz="1400" dirty="0"/>
              <a:t>Dr. Ankur Jain</a:t>
            </a:r>
          </a:p>
          <a:p>
            <a:pPr marL="0" lvl="0" indent="0" algn="l" rtl="0">
              <a:spcBef>
                <a:spcPts val="0"/>
              </a:spcBef>
              <a:spcAft>
                <a:spcPts val="0"/>
              </a:spcAft>
              <a:buClr>
                <a:schemeClr val="dk1"/>
              </a:buClr>
              <a:buSzPts val="1100"/>
              <a:buNone/>
            </a:pPr>
            <a:r>
              <a:rPr lang="en-US" sz="1400" dirty="0"/>
              <a:t>(Supervisor)</a:t>
            </a:r>
          </a:p>
          <a:p>
            <a:pPr marL="0" lvl="0" indent="0" algn="l" rtl="0">
              <a:spcBef>
                <a:spcPts val="0"/>
              </a:spcBef>
              <a:spcAft>
                <a:spcPts val="0"/>
              </a:spcAft>
              <a:buClr>
                <a:schemeClr val="dk1"/>
              </a:buClr>
              <a:buSzPts val="1100"/>
              <a:buNone/>
            </a:pPr>
            <a:endParaRPr lang="en-US" sz="1400" dirty="0"/>
          </a:p>
        </p:txBody>
      </p:sp>
      <p:pic>
        <p:nvPicPr>
          <p:cNvPr id="805" name="Google Shape;805;p30">
            <a:extLst>
              <a:ext uri="{FF2B5EF4-FFF2-40B4-BE49-F238E27FC236}">
                <a16:creationId xmlns:a16="http://schemas.microsoft.com/office/drawing/2014/main" id="{11667436-1B03-5C06-8A6C-3105F3AEFC16}"/>
              </a:ext>
            </a:extLst>
          </p:cNvPr>
          <p:cNvPicPr preferRelativeResize="0">
            <a:picLocks noGrp="1"/>
          </p:cNvPicPr>
          <p:nvPr>
            <p:ph type="pic" idx="2"/>
          </p:nvPr>
        </p:nvPicPr>
        <p:blipFill rotWithShape="1">
          <a:blip r:embed="rId3">
            <a:alphaModFix/>
          </a:blip>
          <a:srcRect l="1363" r="48673"/>
          <a:stretch/>
        </p:blipFill>
        <p:spPr>
          <a:xfrm>
            <a:off x="5328075" y="998300"/>
            <a:ext cx="3102900" cy="4145100"/>
          </a:xfrm>
          <a:prstGeom prst="round2SameRect">
            <a:avLst>
              <a:gd name="adj1" fmla="val 50000"/>
              <a:gd name="adj2" fmla="val 0"/>
            </a:avLst>
          </a:prstGeom>
        </p:spPr>
      </p:pic>
      <p:grpSp>
        <p:nvGrpSpPr>
          <p:cNvPr id="806" name="Google Shape;806;p30">
            <a:extLst>
              <a:ext uri="{FF2B5EF4-FFF2-40B4-BE49-F238E27FC236}">
                <a16:creationId xmlns:a16="http://schemas.microsoft.com/office/drawing/2014/main" id="{13814D3F-EB22-C20B-1920-8818C8D50409}"/>
              </a:ext>
            </a:extLst>
          </p:cNvPr>
          <p:cNvGrpSpPr/>
          <p:nvPr/>
        </p:nvGrpSpPr>
        <p:grpSpPr>
          <a:xfrm>
            <a:off x="5328069" y="-24"/>
            <a:ext cx="1119432" cy="1639409"/>
            <a:chOff x="5903235" y="-19"/>
            <a:chExt cx="1293543" cy="1894394"/>
          </a:xfrm>
        </p:grpSpPr>
        <p:sp>
          <p:nvSpPr>
            <p:cNvPr id="807" name="Google Shape;807;p30">
              <a:extLst>
                <a:ext uri="{FF2B5EF4-FFF2-40B4-BE49-F238E27FC236}">
                  <a16:creationId xmlns:a16="http://schemas.microsoft.com/office/drawing/2014/main" id="{5DE4E084-913F-703A-0D9D-E798F544ED44}"/>
                </a:ext>
              </a:extLst>
            </p:cNvPr>
            <p:cNvSpPr/>
            <p:nvPr/>
          </p:nvSpPr>
          <p:spPr>
            <a:xfrm>
              <a:off x="6375400" y="1545175"/>
              <a:ext cx="349200" cy="349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0">
              <a:extLst>
                <a:ext uri="{FF2B5EF4-FFF2-40B4-BE49-F238E27FC236}">
                  <a16:creationId xmlns:a16="http://schemas.microsoft.com/office/drawing/2014/main" id="{204819E0-9963-84F6-E5DA-FECCC84CD7AE}"/>
                </a:ext>
              </a:extLst>
            </p:cNvPr>
            <p:cNvSpPr/>
            <p:nvPr/>
          </p:nvSpPr>
          <p:spPr>
            <a:xfrm>
              <a:off x="5903235" y="1008921"/>
              <a:ext cx="1293543" cy="652286"/>
            </a:xfrm>
            <a:custGeom>
              <a:avLst/>
              <a:gdLst/>
              <a:ahLst/>
              <a:cxnLst/>
              <a:rect l="l" t="t" r="r" b="b"/>
              <a:pathLst>
                <a:path w="12081" h="6092" extrusionOk="0">
                  <a:moveTo>
                    <a:pt x="6041" y="1"/>
                  </a:moveTo>
                  <a:cubicBezTo>
                    <a:pt x="2707" y="1"/>
                    <a:pt x="0" y="2708"/>
                    <a:pt x="0" y="6041"/>
                  </a:cubicBezTo>
                  <a:lnTo>
                    <a:pt x="0"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0">
              <a:extLst>
                <a:ext uri="{FF2B5EF4-FFF2-40B4-BE49-F238E27FC236}">
                  <a16:creationId xmlns:a16="http://schemas.microsoft.com/office/drawing/2014/main" id="{4CDBE4C6-EFFC-C08A-02D1-B4D310F5A295}"/>
                </a:ext>
              </a:extLst>
            </p:cNvPr>
            <p:cNvSpPr/>
            <p:nvPr/>
          </p:nvSpPr>
          <p:spPr>
            <a:xfrm>
              <a:off x="6549946" y="-19"/>
              <a:ext cx="107" cy="1009051"/>
            </a:xfrm>
            <a:custGeom>
              <a:avLst/>
              <a:gdLst/>
              <a:ahLst/>
              <a:cxnLst/>
              <a:rect l="l" t="t" r="r" b="b"/>
              <a:pathLst>
                <a:path w="1" h="9424" fill="none" extrusionOk="0">
                  <a:moveTo>
                    <a:pt x="0" y="0"/>
                  </a:moveTo>
                  <a:lnTo>
                    <a:pt x="0" y="9424"/>
                  </a:lnTo>
                </a:path>
              </a:pathLst>
            </a:custGeom>
            <a:solidFill>
              <a:schemeClr val="accent1"/>
            </a:solidFill>
            <a:ln w="3810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 name="Google Shape;810;p30">
            <a:extLst>
              <a:ext uri="{FF2B5EF4-FFF2-40B4-BE49-F238E27FC236}">
                <a16:creationId xmlns:a16="http://schemas.microsoft.com/office/drawing/2014/main" id="{FEB21EEE-FC2A-876F-17A4-42904607AA8E}"/>
              </a:ext>
            </a:extLst>
          </p:cNvPr>
          <p:cNvGrpSpPr/>
          <p:nvPr/>
        </p:nvGrpSpPr>
        <p:grpSpPr>
          <a:xfrm rot="10800000">
            <a:off x="8625196" y="135041"/>
            <a:ext cx="374394" cy="962866"/>
            <a:chOff x="-720900" y="1958300"/>
            <a:chExt cx="462900" cy="1190488"/>
          </a:xfrm>
        </p:grpSpPr>
        <p:sp>
          <p:nvSpPr>
            <p:cNvPr id="811" name="Google Shape;811;p30">
              <a:extLst>
                <a:ext uri="{FF2B5EF4-FFF2-40B4-BE49-F238E27FC236}">
                  <a16:creationId xmlns:a16="http://schemas.microsoft.com/office/drawing/2014/main" id="{40D8DBF1-3CB1-188E-1555-75DE5443BB37}"/>
                </a:ext>
              </a:extLst>
            </p:cNvPr>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0">
              <a:extLst>
                <a:ext uri="{FF2B5EF4-FFF2-40B4-BE49-F238E27FC236}">
                  <a16:creationId xmlns:a16="http://schemas.microsoft.com/office/drawing/2014/main" id="{F91D95A9-B95F-C012-7185-97C9A2EBEAC0}"/>
                </a:ext>
              </a:extLst>
            </p:cNvPr>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0">
              <a:extLst>
                <a:ext uri="{FF2B5EF4-FFF2-40B4-BE49-F238E27FC236}">
                  <a16:creationId xmlns:a16="http://schemas.microsoft.com/office/drawing/2014/main" id="{5FF2B81A-0B49-5C57-BC5E-9A842AEFEA72}"/>
                </a:ext>
              </a:extLst>
            </p:cNvPr>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0">
              <a:extLst>
                <a:ext uri="{FF2B5EF4-FFF2-40B4-BE49-F238E27FC236}">
                  <a16:creationId xmlns:a16="http://schemas.microsoft.com/office/drawing/2014/main" id="{43283C6D-4072-6F50-A7D9-4AA7506A1FC3}"/>
                </a:ext>
              </a:extLst>
            </p:cNvPr>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0">
              <a:extLst>
                <a:ext uri="{FF2B5EF4-FFF2-40B4-BE49-F238E27FC236}">
                  <a16:creationId xmlns:a16="http://schemas.microsoft.com/office/drawing/2014/main" id="{543CF45A-6C0D-79BA-96CB-235679209CA7}"/>
                </a:ext>
              </a:extLst>
            </p:cNvPr>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0">
              <a:extLst>
                <a:ext uri="{FF2B5EF4-FFF2-40B4-BE49-F238E27FC236}">
                  <a16:creationId xmlns:a16="http://schemas.microsoft.com/office/drawing/2014/main" id="{16ACBD7F-3612-260F-D24B-49DCD4AB21B7}"/>
                </a:ext>
              </a:extLst>
            </p:cNvPr>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0">
              <a:extLst>
                <a:ext uri="{FF2B5EF4-FFF2-40B4-BE49-F238E27FC236}">
                  <a16:creationId xmlns:a16="http://schemas.microsoft.com/office/drawing/2014/main" id="{2980F9D3-3FE4-EB26-C016-0F0718BD4A6B}"/>
                </a:ext>
              </a:extLst>
            </p:cNvPr>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0">
              <a:extLst>
                <a:ext uri="{FF2B5EF4-FFF2-40B4-BE49-F238E27FC236}">
                  <a16:creationId xmlns:a16="http://schemas.microsoft.com/office/drawing/2014/main" id="{3F1C6B2F-A041-08D5-0F1D-6063454BC64D}"/>
                </a:ext>
              </a:extLst>
            </p:cNvPr>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0">
              <a:extLst>
                <a:ext uri="{FF2B5EF4-FFF2-40B4-BE49-F238E27FC236}">
                  <a16:creationId xmlns:a16="http://schemas.microsoft.com/office/drawing/2014/main" id="{FD83C224-EDB1-16AF-F06D-B76DAA24FD2D}"/>
                </a:ext>
              </a:extLst>
            </p:cNvPr>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0">
              <a:extLst>
                <a:ext uri="{FF2B5EF4-FFF2-40B4-BE49-F238E27FC236}">
                  <a16:creationId xmlns:a16="http://schemas.microsoft.com/office/drawing/2014/main" id="{CE2EE1BF-B9B7-A056-3F3F-BCC6589DBD21}"/>
                </a:ext>
              </a:extLst>
            </p:cNvPr>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0">
              <a:extLst>
                <a:ext uri="{FF2B5EF4-FFF2-40B4-BE49-F238E27FC236}">
                  <a16:creationId xmlns:a16="http://schemas.microsoft.com/office/drawing/2014/main" id="{06FB9687-E218-5372-B14E-6707BDA98200}"/>
                </a:ext>
              </a:extLst>
            </p:cNvPr>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0">
              <a:extLst>
                <a:ext uri="{FF2B5EF4-FFF2-40B4-BE49-F238E27FC236}">
                  <a16:creationId xmlns:a16="http://schemas.microsoft.com/office/drawing/2014/main" id="{1C7890D4-A0F2-F21C-CFED-5E8DCA2A3174}"/>
                </a:ext>
              </a:extLst>
            </p:cNvPr>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0">
              <a:extLst>
                <a:ext uri="{FF2B5EF4-FFF2-40B4-BE49-F238E27FC236}">
                  <a16:creationId xmlns:a16="http://schemas.microsoft.com/office/drawing/2014/main" id="{D541A2F8-29E0-628A-AE1F-8F1B4D94BF58}"/>
                </a:ext>
              </a:extLst>
            </p:cNvPr>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0">
              <a:extLst>
                <a:ext uri="{FF2B5EF4-FFF2-40B4-BE49-F238E27FC236}">
                  <a16:creationId xmlns:a16="http://schemas.microsoft.com/office/drawing/2014/main" id="{54CB9103-34E5-4B8F-61A2-DC349F5185F1}"/>
                </a:ext>
              </a:extLst>
            </p:cNvPr>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0">
              <a:extLst>
                <a:ext uri="{FF2B5EF4-FFF2-40B4-BE49-F238E27FC236}">
                  <a16:creationId xmlns:a16="http://schemas.microsoft.com/office/drawing/2014/main" id="{93AE4F7C-47CD-89E8-9CB1-3AB2D84A9933}"/>
                </a:ext>
              </a:extLst>
            </p:cNvPr>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03569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2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2"/>
                </a:solidFill>
              </a:rPr>
              <a:t>Contents</a:t>
            </a:r>
            <a:r>
              <a:rPr lang="en" dirty="0"/>
              <a:t> of </a:t>
            </a:r>
            <a:r>
              <a:rPr lang="en-US" dirty="0"/>
              <a:t>review </a:t>
            </a:r>
            <a:endParaRPr dirty="0"/>
          </a:p>
        </p:txBody>
      </p:sp>
      <p:graphicFrame>
        <p:nvGraphicFramePr>
          <p:cNvPr id="779" name="Google Shape;779;p28"/>
          <p:cNvGraphicFramePr/>
          <p:nvPr>
            <p:extLst>
              <p:ext uri="{D42A27DB-BD31-4B8C-83A1-F6EECF244321}">
                <p14:modId xmlns:p14="http://schemas.microsoft.com/office/powerpoint/2010/main" val="50237612"/>
              </p:ext>
            </p:extLst>
          </p:nvPr>
        </p:nvGraphicFramePr>
        <p:xfrm>
          <a:off x="833450" y="1338146"/>
          <a:ext cx="7477100" cy="2926680"/>
        </p:xfrm>
        <a:graphic>
          <a:graphicData uri="http://schemas.openxmlformats.org/drawingml/2006/table">
            <a:tbl>
              <a:tblPr>
                <a:noFill/>
                <a:tableStyleId>{426CCA4F-AD00-4243-BC98-150B587832AA}</a:tableStyleId>
              </a:tblPr>
              <a:tblGrid>
                <a:gridCol w="965613">
                  <a:extLst>
                    <a:ext uri="{9D8B030D-6E8A-4147-A177-3AD203B41FA5}">
                      <a16:colId xmlns:a16="http://schemas.microsoft.com/office/drawing/2014/main" val="20000"/>
                    </a:ext>
                  </a:extLst>
                </a:gridCol>
                <a:gridCol w="6511487">
                  <a:extLst>
                    <a:ext uri="{9D8B030D-6E8A-4147-A177-3AD203B41FA5}">
                      <a16:colId xmlns:a16="http://schemas.microsoft.com/office/drawing/2014/main" val="20001"/>
                    </a:ext>
                  </a:extLst>
                </a:gridCol>
              </a:tblGrid>
              <a:tr h="339400">
                <a:tc>
                  <a:txBody>
                    <a:bodyPr/>
                    <a:lstStyle/>
                    <a:p>
                      <a:pPr marL="0" lvl="0" indent="0" algn="ctr" rtl="0">
                        <a:spcBef>
                          <a:spcPts val="0"/>
                        </a:spcBef>
                        <a:spcAft>
                          <a:spcPts val="0"/>
                        </a:spcAft>
                        <a:buNone/>
                      </a:pPr>
                      <a:r>
                        <a:rPr lang="en" sz="1200" b="1" u="sng" dirty="0">
                          <a:solidFill>
                            <a:schemeClr val="accent1"/>
                          </a:solidFill>
                          <a:latin typeface="DM Sans"/>
                          <a:ea typeface="DM Sans"/>
                          <a:cs typeface="DM Sans"/>
                          <a:sym typeface="DM Sans"/>
                        </a:rPr>
                        <a:t>01</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accent1">
                          <a:alpha val="0"/>
                        </a:schemeClr>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200" b="1" dirty="0"/>
                        <a:t>Introduction to Generative AI in Urban Planning</a:t>
                      </a:r>
                      <a:endParaRPr sz="1200" dirty="0">
                        <a:solidFill>
                          <a:schemeClr val="dk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02</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US" sz="1200" b="1" i="0" dirty="0"/>
                        <a:t>State-of-the-Art Generative AI Models in Smart City Planning</a:t>
                      </a:r>
                      <a:endParaRPr sz="1200" b="1" i="0" dirty="0">
                        <a:solidFill>
                          <a:schemeClr val="dk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1"/>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03</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200" b="1" dirty="0"/>
                        <a:t>How Generative AI Enhances Efficiency, Resource Management &amp; Sustainability</a:t>
                      </a:r>
                      <a:endParaRPr sz="1200" b="1" dirty="0">
                        <a:solidFill>
                          <a:schemeClr val="dk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2"/>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04</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200" b="1" dirty="0"/>
                        <a:t>Challenges of Generative AI in Urban Planning</a:t>
                      </a:r>
                      <a:endParaRPr sz="1200" b="1" dirty="0">
                        <a:solidFill>
                          <a:schemeClr val="dk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3"/>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05</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dk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Future Integration of Generative AI with IoT, Public Data, and Environmental Planning</a:t>
                      </a:r>
                      <a:endParaRPr lang="en-IN" sz="1200" b="1" dirty="0"/>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4"/>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06</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chemeClr val="dk2"/>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200" b="1" dirty="0"/>
                        <a:t>Ethical Considerations and Regulations for Generative AI in Urban Planning</a:t>
                      </a:r>
                      <a:endParaRPr lang="en-IN" sz="1200" b="1" dirty="0"/>
                    </a:p>
                  </a:txBody>
                  <a:tcPr marL="91425" marR="91425" marT="91425" marB="91425" anchor="ctr">
                    <a:lnL w="9525" cap="flat" cmpd="sng">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07</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lgn="ctr">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chemeClr val="dk2"/>
                    </a:solidFill>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200" b="1" dirty="0"/>
                        <a:t>Future Directions and Opportunities for Generative AI in Urban Planning</a:t>
                      </a:r>
                      <a:endParaRPr lang="en-IN" sz="1200" b="1" dirty="0"/>
                    </a:p>
                  </a:txBody>
                  <a:tcPr marL="91425" marR="91425" marT="91425" marB="91425" anchor="ctr">
                    <a:lnL w="9525" cap="flat" cmpd="sng" algn="ctr">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4155131715"/>
                  </a:ext>
                </a:extLst>
              </a:tr>
              <a:tr h="365850">
                <a:tc>
                  <a:txBody>
                    <a:bodyPr/>
                    <a:lstStyle/>
                    <a:p>
                      <a:pPr marL="0" lvl="0" indent="0" algn="ctr" rtl="0">
                        <a:spcBef>
                          <a:spcPts val="0"/>
                        </a:spcBef>
                        <a:spcAft>
                          <a:spcPts val="0"/>
                        </a:spcAft>
                        <a:buNone/>
                      </a:pPr>
                      <a:r>
                        <a:rPr lang="en-US" sz="1200" b="1" u="sng" dirty="0">
                          <a:solidFill>
                            <a:schemeClr val="accent1"/>
                          </a:solidFill>
                          <a:latin typeface="DM Sans"/>
                          <a:ea typeface="DM Sans"/>
                          <a:cs typeface="DM Sans"/>
                          <a:sym typeface="DM Sans"/>
                        </a:rPr>
                        <a:t>08</a:t>
                      </a:r>
                      <a:endParaRPr sz="1200" b="1" u="sng" dirty="0">
                        <a:solidFill>
                          <a:schemeClr val="accent1"/>
                        </a:solidFill>
                        <a:latin typeface="DM Sans"/>
                        <a:ea typeface="DM Sans"/>
                        <a:cs typeface="DM Sans"/>
                        <a:sym typeface="DM Sans"/>
                      </a:endParaRPr>
                    </a:p>
                  </a:txBody>
                  <a:tcPr marL="91425" marR="91425" marT="91425" marB="91425" anchor="ctr">
                    <a:lnL w="9525" cap="flat" cmpd="sng">
                      <a:solidFill>
                        <a:schemeClr val="accent1">
                          <a:alpha val="0"/>
                        </a:schemeClr>
                      </a:solidFill>
                      <a:prstDash val="solid"/>
                      <a:round/>
                      <a:headEnd type="none" w="sm" len="sm"/>
                      <a:tailEnd type="none" w="sm" len="sm"/>
                    </a:lnL>
                    <a:lnR w="9525" cap="flat" cmpd="sng" algn="ctr">
                      <a:solidFill>
                        <a:schemeClr val="accent1">
                          <a:alpha val="0"/>
                        </a:schemeClr>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accent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IN" sz="1200" b="1" dirty="0"/>
                        <a:t>Conclusion</a:t>
                      </a:r>
                      <a:endParaRPr sz="1200" b="1" u="sng" dirty="0">
                        <a:solidFill>
                          <a:schemeClr val="dk1"/>
                        </a:solidFill>
                        <a:latin typeface="DM Sans"/>
                        <a:ea typeface="DM Sans"/>
                        <a:cs typeface="DM Sans"/>
                        <a:sym typeface="DM Sans"/>
                      </a:endParaRPr>
                    </a:p>
                  </a:txBody>
                  <a:tcPr marL="91425" marR="91425" marT="91425" marB="91425" anchor="ctr">
                    <a:lnL w="9525" cap="flat" cmpd="sng" algn="ctr">
                      <a:solidFill>
                        <a:schemeClr val="accent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1"/>
                    </a:solidFill>
                  </a:tcPr>
                </a:tc>
                <a:extLst>
                  <a:ext uri="{0D108BD9-81ED-4DB2-BD59-A6C34878D82A}">
                    <a16:rowId xmlns:a16="http://schemas.microsoft.com/office/drawing/2014/main" val="121557917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31"/>
          <p:cNvSpPr txBox="1">
            <a:spLocks noGrp="1"/>
          </p:cNvSpPr>
          <p:nvPr>
            <p:ph type="title"/>
          </p:nvPr>
        </p:nvSpPr>
        <p:spPr>
          <a:xfrm>
            <a:off x="818325" y="2380401"/>
            <a:ext cx="4383600" cy="1581600"/>
          </a:xfrm>
          <a:prstGeom prst="rect">
            <a:avLst/>
          </a:prstGeom>
        </p:spPr>
        <p:txBody>
          <a:bodyPr spcFirstLastPara="1" wrap="square" lIns="91425" tIns="91425" rIns="91425" bIns="91425" anchor="t" anchorCtr="0">
            <a:noAutofit/>
          </a:bodyPr>
          <a:lstStyle/>
          <a:p>
            <a:r>
              <a:rPr lang="en-US" sz="2800" b="1" dirty="0"/>
              <a:t>Introduction to Generative AI in Urban Planning</a:t>
            </a:r>
          </a:p>
        </p:txBody>
      </p:sp>
      <p:sp>
        <p:nvSpPr>
          <p:cNvPr id="831" name="Google Shape;831;p31"/>
          <p:cNvSpPr txBox="1">
            <a:spLocks noGrp="1"/>
          </p:cNvSpPr>
          <p:nvPr>
            <p:ph type="title" idx="2"/>
          </p:nvPr>
        </p:nvSpPr>
        <p:spPr>
          <a:xfrm>
            <a:off x="818325" y="657900"/>
            <a:ext cx="2396400" cy="15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grpSp>
        <p:nvGrpSpPr>
          <p:cNvPr id="832" name="Google Shape;832;p31"/>
          <p:cNvGrpSpPr/>
          <p:nvPr/>
        </p:nvGrpSpPr>
        <p:grpSpPr>
          <a:xfrm>
            <a:off x="4405009" y="3325337"/>
            <a:ext cx="877590" cy="1278503"/>
            <a:chOff x="4393218" y="3866890"/>
            <a:chExt cx="567799" cy="827189"/>
          </a:xfrm>
        </p:grpSpPr>
        <p:sp>
          <p:nvSpPr>
            <p:cNvPr id="833" name="Google Shape;833;p31"/>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1"/>
          <p:cNvGrpSpPr/>
          <p:nvPr/>
        </p:nvGrpSpPr>
        <p:grpSpPr>
          <a:xfrm>
            <a:off x="6334732" y="2388996"/>
            <a:ext cx="2802160" cy="2208198"/>
            <a:chOff x="6334732" y="2125378"/>
            <a:chExt cx="2802160" cy="2208198"/>
          </a:xfrm>
        </p:grpSpPr>
        <p:sp>
          <p:nvSpPr>
            <p:cNvPr id="839" name="Google Shape;839;p31"/>
            <p:cNvSpPr/>
            <p:nvPr/>
          </p:nvSpPr>
          <p:spPr>
            <a:xfrm>
              <a:off x="7573898" y="2700435"/>
              <a:ext cx="230367" cy="195281"/>
            </a:xfrm>
            <a:custGeom>
              <a:avLst/>
              <a:gdLst/>
              <a:ahLst/>
              <a:cxnLst/>
              <a:rect l="l" t="t" r="r" b="b"/>
              <a:pathLst>
                <a:path w="4445" h="3768" extrusionOk="0">
                  <a:moveTo>
                    <a:pt x="3843" y="1"/>
                  </a:moveTo>
                  <a:cubicBezTo>
                    <a:pt x="3745" y="1"/>
                    <a:pt x="3633" y="26"/>
                    <a:pt x="3510" y="83"/>
                  </a:cubicBezTo>
                  <a:cubicBezTo>
                    <a:pt x="3309" y="158"/>
                    <a:pt x="3134" y="334"/>
                    <a:pt x="2983" y="484"/>
                  </a:cubicBezTo>
                  <a:cubicBezTo>
                    <a:pt x="2733" y="735"/>
                    <a:pt x="2532" y="885"/>
                    <a:pt x="2181" y="985"/>
                  </a:cubicBezTo>
                  <a:cubicBezTo>
                    <a:pt x="1981" y="1011"/>
                    <a:pt x="1780" y="1061"/>
                    <a:pt x="1605" y="1111"/>
                  </a:cubicBezTo>
                  <a:cubicBezTo>
                    <a:pt x="1530" y="1136"/>
                    <a:pt x="1454" y="1186"/>
                    <a:pt x="1379" y="1211"/>
                  </a:cubicBezTo>
                  <a:cubicBezTo>
                    <a:pt x="1104" y="1386"/>
                    <a:pt x="953" y="1687"/>
                    <a:pt x="778" y="1963"/>
                  </a:cubicBezTo>
                  <a:cubicBezTo>
                    <a:pt x="577" y="2239"/>
                    <a:pt x="352" y="2464"/>
                    <a:pt x="26" y="2539"/>
                  </a:cubicBezTo>
                  <a:cubicBezTo>
                    <a:pt x="1" y="2915"/>
                    <a:pt x="476" y="3491"/>
                    <a:pt x="702" y="3767"/>
                  </a:cubicBezTo>
                  <a:lnTo>
                    <a:pt x="702" y="3767"/>
                  </a:lnTo>
                  <a:cubicBezTo>
                    <a:pt x="663" y="3708"/>
                    <a:pt x="1806" y="2739"/>
                    <a:pt x="1906" y="2640"/>
                  </a:cubicBezTo>
                  <a:cubicBezTo>
                    <a:pt x="2357" y="2314"/>
                    <a:pt x="2833" y="2289"/>
                    <a:pt x="3334" y="2038"/>
                  </a:cubicBezTo>
                  <a:cubicBezTo>
                    <a:pt x="3760" y="1813"/>
                    <a:pt x="4061" y="1361"/>
                    <a:pt x="4262" y="935"/>
                  </a:cubicBezTo>
                  <a:cubicBezTo>
                    <a:pt x="4444" y="468"/>
                    <a:pt x="4265" y="1"/>
                    <a:pt x="3843" y="1"/>
                  </a:cubicBezTo>
                  <a:close/>
                  <a:moveTo>
                    <a:pt x="702" y="3767"/>
                  </a:moveTo>
                  <a:cubicBezTo>
                    <a:pt x="702" y="3767"/>
                    <a:pt x="702" y="3767"/>
                    <a:pt x="703" y="3767"/>
                  </a:cubicBezTo>
                  <a:cubicBezTo>
                    <a:pt x="702" y="3767"/>
                    <a:pt x="702" y="3767"/>
                    <a:pt x="702" y="3767"/>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p:cNvSpPr/>
            <p:nvPr/>
          </p:nvSpPr>
          <p:spPr>
            <a:xfrm>
              <a:off x="7125815" y="3523009"/>
              <a:ext cx="26017" cy="569000"/>
            </a:xfrm>
            <a:custGeom>
              <a:avLst/>
              <a:gdLst/>
              <a:ahLst/>
              <a:cxnLst/>
              <a:rect l="l" t="t" r="r" b="b"/>
              <a:pathLst>
                <a:path w="502" h="10979" extrusionOk="0">
                  <a:moveTo>
                    <a:pt x="0" y="1"/>
                  </a:moveTo>
                  <a:lnTo>
                    <a:pt x="0" y="10978"/>
                  </a:lnTo>
                  <a:lnTo>
                    <a:pt x="501" y="10978"/>
                  </a:lnTo>
                  <a:lnTo>
                    <a:pt x="50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p:cNvSpPr/>
            <p:nvPr/>
          </p:nvSpPr>
          <p:spPr>
            <a:xfrm>
              <a:off x="6912761" y="4091949"/>
              <a:ext cx="446897" cy="119563"/>
            </a:xfrm>
            <a:custGeom>
              <a:avLst/>
              <a:gdLst/>
              <a:ahLst/>
              <a:cxnLst/>
              <a:rect l="l" t="t" r="r" b="b"/>
              <a:pathLst>
                <a:path w="8623" h="2307" fill="none" extrusionOk="0">
                  <a:moveTo>
                    <a:pt x="1" y="2306"/>
                  </a:moveTo>
                  <a:cubicBezTo>
                    <a:pt x="1" y="702"/>
                    <a:pt x="2883" y="0"/>
                    <a:pt x="4312" y="0"/>
                  </a:cubicBezTo>
                  <a:cubicBezTo>
                    <a:pt x="6016" y="0"/>
                    <a:pt x="8622" y="627"/>
                    <a:pt x="8622"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p:cNvSpPr/>
            <p:nvPr/>
          </p:nvSpPr>
          <p:spPr>
            <a:xfrm>
              <a:off x="7138772" y="4094540"/>
              <a:ext cx="52" cy="140345"/>
            </a:xfrm>
            <a:custGeom>
              <a:avLst/>
              <a:gdLst/>
              <a:ahLst/>
              <a:cxnLst/>
              <a:rect l="l" t="t" r="r" b="b"/>
              <a:pathLst>
                <a:path w="1" h="2708" fill="none" extrusionOk="0">
                  <a:moveTo>
                    <a:pt x="1" y="2707"/>
                  </a:moveTo>
                  <a:lnTo>
                    <a:pt x="1"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p:cNvSpPr/>
            <p:nvPr/>
          </p:nvSpPr>
          <p:spPr>
            <a:xfrm>
              <a:off x="7323219" y="4195859"/>
              <a:ext cx="72816" cy="72764"/>
            </a:xfrm>
            <a:custGeom>
              <a:avLst/>
              <a:gdLst/>
              <a:ahLst/>
              <a:cxnLst/>
              <a:rect l="l" t="t" r="r" b="b"/>
              <a:pathLst>
                <a:path w="1405" h="1404" extrusionOk="0">
                  <a:moveTo>
                    <a:pt x="702" y="0"/>
                  </a:moveTo>
                  <a:cubicBezTo>
                    <a:pt x="301" y="0"/>
                    <a:pt x="1" y="301"/>
                    <a:pt x="1" y="702"/>
                  </a:cubicBezTo>
                  <a:cubicBezTo>
                    <a:pt x="1" y="1078"/>
                    <a:pt x="301" y="1404"/>
                    <a:pt x="702" y="1404"/>
                  </a:cubicBezTo>
                  <a:cubicBezTo>
                    <a:pt x="1078" y="1404"/>
                    <a:pt x="1404" y="1078"/>
                    <a:pt x="1404" y="702"/>
                  </a:cubicBezTo>
                  <a:cubicBezTo>
                    <a:pt x="1404" y="301"/>
                    <a:pt x="1078"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p:cNvSpPr/>
            <p:nvPr/>
          </p:nvSpPr>
          <p:spPr>
            <a:xfrm>
              <a:off x="7101095" y="4195859"/>
              <a:ext cx="72816" cy="72764"/>
            </a:xfrm>
            <a:custGeom>
              <a:avLst/>
              <a:gdLst/>
              <a:ahLst/>
              <a:cxnLst/>
              <a:rect l="l" t="t" r="r" b="b"/>
              <a:pathLst>
                <a:path w="1405" h="1404" extrusionOk="0">
                  <a:moveTo>
                    <a:pt x="703" y="0"/>
                  </a:moveTo>
                  <a:cubicBezTo>
                    <a:pt x="327" y="0"/>
                    <a:pt x="1" y="301"/>
                    <a:pt x="1" y="702"/>
                  </a:cubicBezTo>
                  <a:cubicBezTo>
                    <a:pt x="1" y="1078"/>
                    <a:pt x="327" y="1404"/>
                    <a:pt x="703" y="1404"/>
                  </a:cubicBezTo>
                  <a:cubicBezTo>
                    <a:pt x="1104" y="1404"/>
                    <a:pt x="1405" y="1078"/>
                    <a:pt x="1405" y="702"/>
                  </a:cubicBezTo>
                  <a:cubicBezTo>
                    <a:pt x="1405" y="301"/>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p:cNvSpPr/>
            <p:nvPr/>
          </p:nvSpPr>
          <p:spPr>
            <a:xfrm>
              <a:off x="6880318" y="4195859"/>
              <a:ext cx="72764" cy="72764"/>
            </a:xfrm>
            <a:custGeom>
              <a:avLst/>
              <a:gdLst/>
              <a:ahLst/>
              <a:cxnLst/>
              <a:rect l="l" t="t" r="r" b="b"/>
              <a:pathLst>
                <a:path w="1404" h="1404" extrusionOk="0">
                  <a:moveTo>
                    <a:pt x="702" y="0"/>
                  </a:moveTo>
                  <a:cubicBezTo>
                    <a:pt x="326" y="0"/>
                    <a:pt x="0" y="301"/>
                    <a:pt x="0" y="702"/>
                  </a:cubicBezTo>
                  <a:cubicBezTo>
                    <a:pt x="0" y="1078"/>
                    <a:pt x="326" y="1404"/>
                    <a:pt x="702" y="1404"/>
                  </a:cubicBezTo>
                  <a:cubicBezTo>
                    <a:pt x="1103" y="1404"/>
                    <a:pt x="1404" y="1078"/>
                    <a:pt x="1404" y="702"/>
                  </a:cubicBezTo>
                  <a:cubicBezTo>
                    <a:pt x="1404" y="301"/>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p:cNvSpPr/>
            <p:nvPr/>
          </p:nvSpPr>
          <p:spPr>
            <a:xfrm>
              <a:off x="6706236" y="2782630"/>
              <a:ext cx="681981" cy="787240"/>
            </a:xfrm>
            <a:custGeom>
              <a:avLst/>
              <a:gdLst/>
              <a:ahLst/>
              <a:cxnLst/>
              <a:rect l="l" t="t" r="r" b="b"/>
              <a:pathLst>
                <a:path w="13159" h="15190" extrusionOk="0">
                  <a:moveTo>
                    <a:pt x="2532" y="1"/>
                  </a:moveTo>
                  <a:cubicBezTo>
                    <a:pt x="1154" y="1"/>
                    <a:pt x="1" y="1129"/>
                    <a:pt x="1" y="2532"/>
                  </a:cubicBezTo>
                  <a:lnTo>
                    <a:pt x="1" y="11555"/>
                  </a:lnTo>
                  <a:cubicBezTo>
                    <a:pt x="1" y="13560"/>
                    <a:pt x="1655" y="15189"/>
                    <a:pt x="3635" y="15189"/>
                  </a:cubicBezTo>
                  <a:lnTo>
                    <a:pt x="12733" y="15189"/>
                  </a:lnTo>
                  <a:cubicBezTo>
                    <a:pt x="12958" y="15189"/>
                    <a:pt x="13159" y="14989"/>
                    <a:pt x="13159" y="14763"/>
                  </a:cubicBezTo>
                  <a:cubicBezTo>
                    <a:pt x="13159" y="14537"/>
                    <a:pt x="12958" y="14337"/>
                    <a:pt x="12733" y="14337"/>
                  </a:cubicBezTo>
                  <a:lnTo>
                    <a:pt x="11580" y="14337"/>
                  </a:lnTo>
                  <a:cubicBezTo>
                    <a:pt x="9525" y="14337"/>
                    <a:pt x="7871" y="12658"/>
                    <a:pt x="7871" y="10603"/>
                  </a:cubicBezTo>
                  <a:lnTo>
                    <a:pt x="7871" y="2532"/>
                  </a:lnTo>
                  <a:cubicBezTo>
                    <a:pt x="7871" y="1129"/>
                    <a:pt x="6718" y="1"/>
                    <a:pt x="53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1"/>
            <p:cNvSpPr/>
            <p:nvPr/>
          </p:nvSpPr>
          <p:spPr>
            <a:xfrm>
              <a:off x="7926553" y="4034786"/>
              <a:ext cx="331273" cy="232907"/>
            </a:xfrm>
            <a:custGeom>
              <a:avLst/>
              <a:gdLst/>
              <a:ahLst/>
              <a:cxnLst/>
              <a:rect l="l" t="t" r="r" b="b"/>
              <a:pathLst>
                <a:path w="6392" h="4494" extrusionOk="0">
                  <a:moveTo>
                    <a:pt x="652" y="1"/>
                  </a:moveTo>
                  <a:cubicBezTo>
                    <a:pt x="402" y="1"/>
                    <a:pt x="126" y="201"/>
                    <a:pt x="51" y="452"/>
                  </a:cubicBezTo>
                  <a:cubicBezTo>
                    <a:pt x="1" y="627"/>
                    <a:pt x="51" y="803"/>
                    <a:pt x="76" y="978"/>
                  </a:cubicBezTo>
                  <a:cubicBezTo>
                    <a:pt x="226" y="1605"/>
                    <a:pt x="402" y="2231"/>
                    <a:pt x="627" y="2808"/>
                  </a:cubicBezTo>
                  <a:cubicBezTo>
                    <a:pt x="778" y="3183"/>
                    <a:pt x="928" y="3534"/>
                    <a:pt x="1053" y="3910"/>
                  </a:cubicBezTo>
                  <a:cubicBezTo>
                    <a:pt x="1154" y="4186"/>
                    <a:pt x="1304" y="4437"/>
                    <a:pt x="1655" y="4487"/>
                  </a:cubicBezTo>
                  <a:cubicBezTo>
                    <a:pt x="1682" y="4491"/>
                    <a:pt x="1711" y="4493"/>
                    <a:pt x="1740" y="4493"/>
                  </a:cubicBezTo>
                  <a:cubicBezTo>
                    <a:pt x="1869" y="4493"/>
                    <a:pt x="2008" y="4452"/>
                    <a:pt x="2131" y="4412"/>
                  </a:cubicBezTo>
                  <a:cubicBezTo>
                    <a:pt x="2983" y="4161"/>
                    <a:pt x="3835" y="3910"/>
                    <a:pt x="4662" y="3660"/>
                  </a:cubicBezTo>
                  <a:cubicBezTo>
                    <a:pt x="5038" y="3534"/>
                    <a:pt x="6392" y="3033"/>
                    <a:pt x="5840" y="2482"/>
                  </a:cubicBezTo>
                  <a:cubicBezTo>
                    <a:pt x="5690" y="2356"/>
                    <a:pt x="5515" y="2331"/>
                    <a:pt x="5339" y="2306"/>
                  </a:cubicBezTo>
                  <a:cubicBezTo>
                    <a:pt x="5306" y="2305"/>
                    <a:pt x="5273" y="2304"/>
                    <a:pt x="5241" y="2304"/>
                  </a:cubicBezTo>
                  <a:cubicBezTo>
                    <a:pt x="4775" y="2304"/>
                    <a:pt x="4330" y="2462"/>
                    <a:pt x="3885" y="2532"/>
                  </a:cubicBezTo>
                  <a:cubicBezTo>
                    <a:pt x="3850" y="2536"/>
                    <a:pt x="3815" y="2537"/>
                    <a:pt x="3779" y="2537"/>
                  </a:cubicBezTo>
                  <a:cubicBezTo>
                    <a:pt x="3330" y="2537"/>
                    <a:pt x="2839" y="2254"/>
                    <a:pt x="2607" y="1905"/>
                  </a:cubicBezTo>
                  <a:cubicBezTo>
                    <a:pt x="2532" y="1805"/>
                    <a:pt x="2457" y="1680"/>
                    <a:pt x="2407" y="1554"/>
                  </a:cubicBezTo>
                  <a:cubicBezTo>
                    <a:pt x="2031" y="878"/>
                    <a:pt x="1780" y="326"/>
                    <a:pt x="1003" y="76"/>
                  </a:cubicBezTo>
                  <a:cubicBezTo>
                    <a:pt x="878" y="26"/>
                    <a:pt x="778" y="1"/>
                    <a:pt x="65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1"/>
            <p:cNvSpPr/>
            <p:nvPr/>
          </p:nvSpPr>
          <p:spPr>
            <a:xfrm>
              <a:off x="7053104" y="3239731"/>
              <a:ext cx="724789" cy="330962"/>
            </a:xfrm>
            <a:custGeom>
              <a:avLst/>
              <a:gdLst/>
              <a:ahLst/>
              <a:cxnLst/>
              <a:rect l="l" t="t" r="r" b="b"/>
              <a:pathLst>
                <a:path w="13985" h="6386" extrusionOk="0">
                  <a:moveTo>
                    <a:pt x="3901" y="0"/>
                  </a:moveTo>
                  <a:cubicBezTo>
                    <a:pt x="2054" y="0"/>
                    <a:pt x="1" y="1505"/>
                    <a:pt x="50" y="3512"/>
                  </a:cubicBezTo>
                  <a:cubicBezTo>
                    <a:pt x="100" y="4765"/>
                    <a:pt x="952" y="6093"/>
                    <a:pt x="2331" y="6118"/>
                  </a:cubicBezTo>
                  <a:lnTo>
                    <a:pt x="2431" y="6118"/>
                  </a:lnTo>
                  <a:cubicBezTo>
                    <a:pt x="4461" y="6143"/>
                    <a:pt x="6491" y="6143"/>
                    <a:pt x="8546" y="6169"/>
                  </a:cubicBezTo>
                  <a:cubicBezTo>
                    <a:pt x="9403" y="6169"/>
                    <a:pt x="10423" y="6385"/>
                    <a:pt x="11377" y="6385"/>
                  </a:cubicBezTo>
                  <a:cubicBezTo>
                    <a:pt x="12014" y="6385"/>
                    <a:pt x="12621" y="6289"/>
                    <a:pt x="13133" y="5968"/>
                  </a:cubicBezTo>
                  <a:cubicBezTo>
                    <a:pt x="13333" y="5868"/>
                    <a:pt x="13483" y="5717"/>
                    <a:pt x="13609" y="5567"/>
                  </a:cubicBezTo>
                  <a:cubicBezTo>
                    <a:pt x="13759" y="5341"/>
                    <a:pt x="13809" y="5116"/>
                    <a:pt x="13859" y="4865"/>
                  </a:cubicBezTo>
                  <a:cubicBezTo>
                    <a:pt x="13935" y="4539"/>
                    <a:pt x="13960" y="4239"/>
                    <a:pt x="13985" y="3913"/>
                  </a:cubicBezTo>
                  <a:cubicBezTo>
                    <a:pt x="13985" y="3336"/>
                    <a:pt x="13935" y="2785"/>
                    <a:pt x="13734" y="2259"/>
                  </a:cubicBezTo>
                  <a:cubicBezTo>
                    <a:pt x="13408" y="1432"/>
                    <a:pt x="12782" y="705"/>
                    <a:pt x="11955" y="429"/>
                  </a:cubicBezTo>
                  <a:cubicBezTo>
                    <a:pt x="11478" y="279"/>
                    <a:pt x="10977" y="254"/>
                    <a:pt x="10476" y="229"/>
                  </a:cubicBezTo>
                  <a:cubicBezTo>
                    <a:pt x="8321" y="153"/>
                    <a:pt x="6190" y="78"/>
                    <a:pt x="4035" y="3"/>
                  </a:cubicBezTo>
                  <a:cubicBezTo>
                    <a:pt x="3990" y="1"/>
                    <a:pt x="3946" y="0"/>
                    <a:pt x="390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1"/>
            <p:cNvSpPr/>
            <p:nvPr/>
          </p:nvSpPr>
          <p:spPr>
            <a:xfrm>
              <a:off x="6810146" y="3116490"/>
              <a:ext cx="635233" cy="441663"/>
            </a:xfrm>
            <a:custGeom>
              <a:avLst/>
              <a:gdLst/>
              <a:ahLst/>
              <a:cxnLst/>
              <a:rect l="l" t="t" r="r" b="b"/>
              <a:pathLst>
                <a:path w="12257" h="8522" extrusionOk="0">
                  <a:moveTo>
                    <a:pt x="1" y="0"/>
                  </a:moveTo>
                  <a:lnTo>
                    <a:pt x="1" y="5689"/>
                  </a:lnTo>
                  <a:cubicBezTo>
                    <a:pt x="51" y="7569"/>
                    <a:pt x="1530" y="8521"/>
                    <a:pt x="3435" y="8521"/>
                  </a:cubicBezTo>
                  <a:lnTo>
                    <a:pt x="6718" y="8496"/>
                  </a:lnTo>
                  <a:cubicBezTo>
                    <a:pt x="8623" y="8496"/>
                    <a:pt x="12257" y="6667"/>
                    <a:pt x="10277" y="5589"/>
                  </a:cubicBezTo>
                  <a:cubicBezTo>
                    <a:pt x="8146" y="4436"/>
                    <a:pt x="7294" y="0"/>
                    <a:pt x="72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1"/>
            <p:cNvSpPr/>
            <p:nvPr/>
          </p:nvSpPr>
          <p:spPr>
            <a:xfrm>
              <a:off x="6797190" y="3263674"/>
              <a:ext cx="1018384" cy="442025"/>
            </a:xfrm>
            <a:custGeom>
              <a:avLst/>
              <a:gdLst/>
              <a:ahLst/>
              <a:cxnLst/>
              <a:rect l="l" t="t" r="r" b="b"/>
              <a:pathLst>
                <a:path w="19650" h="8529" extrusionOk="0">
                  <a:moveTo>
                    <a:pt x="5137" y="1"/>
                  </a:moveTo>
                  <a:cubicBezTo>
                    <a:pt x="4693" y="1"/>
                    <a:pt x="4249" y="31"/>
                    <a:pt x="3810" y="92"/>
                  </a:cubicBezTo>
                  <a:cubicBezTo>
                    <a:pt x="2306" y="293"/>
                    <a:pt x="727" y="544"/>
                    <a:pt x="351" y="2248"/>
                  </a:cubicBezTo>
                  <a:cubicBezTo>
                    <a:pt x="0" y="3777"/>
                    <a:pt x="978" y="5280"/>
                    <a:pt x="2507" y="5631"/>
                  </a:cubicBezTo>
                  <a:lnTo>
                    <a:pt x="2607" y="5631"/>
                  </a:lnTo>
                  <a:lnTo>
                    <a:pt x="16792" y="8438"/>
                  </a:lnTo>
                  <a:cubicBezTo>
                    <a:pt x="16843" y="8438"/>
                    <a:pt x="16868" y="8463"/>
                    <a:pt x="16893" y="8463"/>
                  </a:cubicBezTo>
                  <a:cubicBezTo>
                    <a:pt x="16968" y="8489"/>
                    <a:pt x="17043" y="8489"/>
                    <a:pt x="17118" y="8514"/>
                  </a:cubicBezTo>
                  <a:cubicBezTo>
                    <a:pt x="17211" y="8524"/>
                    <a:pt x="17301" y="8529"/>
                    <a:pt x="17390" y="8529"/>
                  </a:cubicBezTo>
                  <a:cubicBezTo>
                    <a:pt x="18386" y="8529"/>
                    <a:pt x="19144" y="7895"/>
                    <a:pt x="19374" y="6859"/>
                  </a:cubicBezTo>
                  <a:cubicBezTo>
                    <a:pt x="19650" y="5631"/>
                    <a:pt x="18948" y="4504"/>
                    <a:pt x="17645" y="3626"/>
                  </a:cubicBezTo>
                  <a:cubicBezTo>
                    <a:pt x="16116" y="2624"/>
                    <a:pt x="9950" y="1120"/>
                    <a:pt x="9098" y="769"/>
                  </a:cubicBezTo>
                  <a:cubicBezTo>
                    <a:pt x="7852" y="278"/>
                    <a:pt x="6493" y="1"/>
                    <a:pt x="5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1"/>
            <p:cNvSpPr/>
            <p:nvPr/>
          </p:nvSpPr>
          <p:spPr>
            <a:xfrm>
              <a:off x="7482996" y="4072463"/>
              <a:ext cx="267630" cy="233529"/>
            </a:xfrm>
            <a:custGeom>
              <a:avLst/>
              <a:gdLst/>
              <a:ahLst/>
              <a:cxnLst/>
              <a:rect l="l" t="t" r="r" b="b"/>
              <a:pathLst>
                <a:path w="5164" h="4506" extrusionOk="0">
                  <a:moveTo>
                    <a:pt x="1513" y="0"/>
                  </a:moveTo>
                  <a:cubicBezTo>
                    <a:pt x="1061" y="0"/>
                    <a:pt x="638" y="327"/>
                    <a:pt x="552" y="802"/>
                  </a:cubicBezTo>
                  <a:lnTo>
                    <a:pt x="502" y="1128"/>
                  </a:lnTo>
                  <a:lnTo>
                    <a:pt x="51" y="3334"/>
                  </a:lnTo>
                  <a:cubicBezTo>
                    <a:pt x="0" y="3534"/>
                    <a:pt x="151" y="3735"/>
                    <a:pt x="351" y="3760"/>
                  </a:cubicBezTo>
                  <a:cubicBezTo>
                    <a:pt x="1128" y="3910"/>
                    <a:pt x="1905" y="4035"/>
                    <a:pt x="2657" y="4186"/>
                  </a:cubicBezTo>
                  <a:cubicBezTo>
                    <a:pt x="3081" y="4254"/>
                    <a:pt x="3770" y="4505"/>
                    <a:pt x="4333" y="4505"/>
                  </a:cubicBezTo>
                  <a:cubicBezTo>
                    <a:pt x="4602" y="4505"/>
                    <a:pt x="4843" y="4448"/>
                    <a:pt x="5013" y="4286"/>
                  </a:cubicBezTo>
                  <a:cubicBezTo>
                    <a:pt x="5113" y="4186"/>
                    <a:pt x="5163" y="4035"/>
                    <a:pt x="5113" y="3910"/>
                  </a:cubicBezTo>
                  <a:cubicBezTo>
                    <a:pt x="5088" y="3835"/>
                    <a:pt x="5038" y="3785"/>
                    <a:pt x="4988" y="3760"/>
                  </a:cubicBezTo>
                  <a:cubicBezTo>
                    <a:pt x="4386" y="3284"/>
                    <a:pt x="3509" y="3208"/>
                    <a:pt x="2958" y="2657"/>
                  </a:cubicBezTo>
                  <a:cubicBezTo>
                    <a:pt x="2582" y="2306"/>
                    <a:pt x="2507" y="1930"/>
                    <a:pt x="2507" y="1504"/>
                  </a:cubicBezTo>
                  <a:cubicBezTo>
                    <a:pt x="2507" y="1354"/>
                    <a:pt x="2507" y="1203"/>
                    <a:pt x="2507" y="1053"/>
                  </a:cubicBezTo>
                  <a:cubicBezTo>
                    <a:pt x="2507" y="577"/>
                    <a:pt x="2206" y="126"/>
                    <a:pt x="1730" y="25"/>
                  </a:cubicBezTo>
                  <a:cubicBezTo>
                    <a:pt x="1658" y="8"/>
                    <a:pt x="1585" y="0"/>
                    <a:pt x="151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1"/>
            <p:cNvSpPr/>
            <p:nvPr/>
          </p:nvSpPr>
          <p:spPr>
            <a:xfrm>
              <a:off x="7177744" y="2495621"/>
              <a:ext cx="513131" cy="645029"/>
            </a:xfrm>
            <a:custGeom>
              <a:avLst/>
              <a:gdLst/>
              <a:ahLst/>
              <a:cxnLst/>
              <a:rect l="l" t="t" r="r" b="b"/>
              <a:pathLst>
                <a:path w="9901" h="12446" extrusionOk="0">
                  <a:moveTo>
                    <a:pt x="226" y="0"/>
                  </a:moveTo>
                  <a:cubicBezTo>
                    <a:pt x="151" y="0"/>
                    <a:pt x="26" y="0"/>
                    <a:pt x="1" y="100"/>
                  </a:cubicBezTo>
                  <a:cubicBezTo>
                    <a:pt x="1" y="125"/>
                    <a:pt x="1" y="176"/>
                    <a:pt x="26" y="201"/>
                  </a:cubicBezTo>
                  <a:lnTo>
                    <a:pt x="502" y="3860"/>
                  </a:lnTo>
                  <a:cubicBezTo>
                    <a:pt x="452" y="3534"/>
                    <a:pt x="402" y="3208"/>
                    <a:pt x="327" y="2907"/>
                  </a:cubicBezTo>
                  <a:lnTo>
                    <a:pt x="327" y="2907"/>
                  </a:lnTo>
                  <a:cubicBezTo>
                    <a:pt x="552" y="4286"/>
                    <a:pt x="778" y="5664"/>
                    <a:pt x="1003" y="7043"/>
                  </a:cubicBezTo>
                  <a:cubicBezTo>
                    <a:pt x="1204" y="8346"/>
                    <a:pt x="1329" y="9674"/>
                    <a:pt x="1755" y="10927"/>
                  </a:cubicBezTo>
                  <a:cubicBezTo>
                    <a:pt x="1880" y="11379"/>
                    <a:pt x="2081" y="12131"/>
                    <a:pt x="2582" y="12306"/>
                  </a:cubicBezTo>
                  <a:cubicBezTo>
                    <a:pt x="2926" y="12421"/>
                    <a:pt x="3204" y="12445"/>
                    <a:pt x="3496" y="12445"/>
                  </a:cubicBezTo>
                  <a:cubicBezTo>
                    <a:pt x="3716" y="12445"/>
                    <a:pt x="3943" y="12431"/>
                    <a:pt x="4211" y="12431"/>
                  </a:cubicBezTo>
                  <a:cubicBezTo>
                    <a:pt x="4462" y="12431"/>
                    <a:pt x="4738" y="12431"/>
                    <a:pt x="4988" y="12356"/>
                  </a:cubicBezTo>
                  <a:cubicBezTo>
                    <a:pt x="5715" y="12181"/>
                    <a:pt x="6166" y="11479"/>
                    <a:pt x="6492" y="10827"/>
                  </a:cubicBezTo>
                  <a:cubicBezTo>
                    <a:pt x="6818" y="10075"/>
                    <a:pt x="7169" y="9599"/>
                    <a:pt x="7845" y="9098"/>
                  </a:cubicBezTo>
                  <a:cubicBezTo>
                    <a:pt x="8296" y="8772"/>
                    <a:pt x="8748" y="8396"/>
                    <a:pt x="9174" y="8020"/>
                  </a:cubicBezTo>
                  <a:cubicBezTo>
                    <a:pt x="9349" y="7870"/>
                    <a:pt x="9725" y="7619"/>
                    <a:pt x="9800" y="7419"/>
                  </a:cubicBezTo>
                  <a:cubicBezTo>
                    <a:pt x="9901" y="7193"/>
                    <a:pt x="9750" y="7118"/>
                    <a:pt x="9600" y="6968"/>
                  </a:cubicBezTo>
                  <a:cubicBezTo>
                    <a:pt x="9073" y="6441"/>
                    <a:pt x="8497" y="5965"/>
                    <a:pt x="8021" y="5414"/>
                  </a:cubicBezTo>
                  <a:cubicBezTo>
                    <a:pt x="7545" y="5840"/>
                    <a:pt x="7068" y="6291"/>
                    <a:pt x="6567" y="6742"/>
                  </a:cubicBezTo>
                  <a:cubicBezTo>
                    <a:pt x="6241" y="7068"/>
                    <a:pt x="5890" y="7369"/>
                    <a:pt x="5540" y="7694"/>
                  </a:cubicBezTo>
                  <a:cubicBezTo>
                    <a:pt x="5389" y="7845"/>
                    <a:pt x="4487" y="8446"/>
                    <a:pt x="4487" y="8597"/>
                  </a:cubicBezTo>
                  <a:cubicBezTo>
                    <a:pt x="4412" y="7519"/>
                    <a:pt x="4312" y="6416"/>
                    <a:pt x="3936" y="5414"/>
                  </a:cubicBezTo>
                  <a:cubicBezTo>
                    <a:pt x="3885" y="5288"/>
                    <a:pt x="3835" y="5163"/>
                    <a:pt x="3835" y="5038"/>
                  </a:cubicBezTo>
                  <a:cubicBezTo>
                    <a:pt x="3810" y="4887"/>
                    <a:pt x="3860" y="4712"/>
                    <a:pt x="3885" y="4562"/>
                  </a:cubicBezTo>
                  <a:cubicBezTo>
                    <a:pt x="4061" y="3709"/>
                    <a:pt x="3936" y="2807"/>
                    <a:pt x="3560" y="2005"/>
                  </a:cubicBezTo>
                  <a:cubicBezTo>
                    <a:pt x="3184" y="1178"/>
                    <a:pt x="2682" y="702"/>
                    <a:pt x="1830" y="426"/>
                  </a:cubicBezTo>
                  <a:cubicBezTo>
                    <a:pt x="1304" y="251"/>
                    <a:pt x="778" y="100"/>
                    <a:pt x="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1"/>
            <p:cNvSpPr/>
            <p:nvPr/>
          </p:nvSpPr>
          <p:spPr>
            <a:xfrm>
              <a:off x="7525217" y="3420965"/>
              <a:ext cx="537748" cy="725877"/>
            </a:xfrm>
            <a:custGeom>
              <a:avLst/>
              <a:gdLst/>
              <a:ahLst/>
              <a:cxnLst/>
              <a:rect l="l" t="t" r="r" b="b"/>
              <a:pathLst>
                <a:path w="10376" h="14006" extrusionOk="0">
                  <a:moveTo>
                    <a:pt x="3409" y="1"/>
                  </a:moveTo>
                  <a:cubicBezTo>
                    <a:pt x="3027" y="1"/>
                    <a:pt x="2649" y="60"/>
                    <a:pt x="2281" y="140"/>
                  </a:cubicBezTo>
                  <a:cubicBezTo>
                    <a:pt x="1955" y="215"/>
                    <a:pt x="1654" y="391"/>
                    <a:pt x="1354" y="466"/>
                  </a:cubicBezTo>
                  <a:cubicBezTo>
                    <a:pt x="903" y="566"/>
                    <a:pt x="251" y="441"/>
                    <a:pt x="76" y="992"/>
                  </a:cubicBezTo>
                  <a:cubicBezTo>
                    <a:pt x="0" y="1243"/>
                    <a:pt x="50" y="1494"/>
                    <a:pt x="101" y="1744"/>
                  </a:cubicBezTo>
                  <a:cubicBezTo>
                    <a:pt x="201" y="2170"/>
                    <a:pt x="326" y="2571"/>
                    <a:pt x="477" y="2947"/>
                  </a:cubicBezTo>
                  <a:cubicBezTo>
                    <a:pt x="702" y="3448"/>
                    <a:pt x="953" y="3950"/>
                    <a:pt x="1128" y="4451"/>
                  </a:cubicBezTo>
                  <a:cubicBezTo>
                    <a:pt x="1279" y="4852"/>
                    <a:pt x="1354" y="5253"/>
                    <a:pt x="1504" y="5629"/>
                  </a:cubicBezTo>
                  <a:cubicBezTo>
                    <a:pt x="1755" y="6256"/>
                    <a:pt x="2206" y="6782"/>
                    <a:pt x="2732" y="7158"/>
                  </a:cubicBezTo>
                  <a:cubicBezTo>
                    <a:pt x="3058" y="7408"/>
                    <a:pt x="3434" y="7584"/>
                    <a:pt x="3685" y="7935"/>
                  </a:cubicBezTo>
                  <a:cubicBezTo>
                    <a:pt x="3835" y="8160"/>
                    <a:pt x="3860" y="8411"/>
                    <a:pt x="3960" y="8687"/>
                  </a:cubicBezTo>
                  <a:cubicBezTo>
                    <a:pt x="4211" y="9363"/>
                    <a:pt x="4512" y="10115"/>
                    <a:pt x="5138" y="10491"/>
                  </a:cubicBezTo>
                  <a:cubicBezTo>
                    <a:pt x="5314" y="10591"/>
                    <a:pt x="5489" y="10667"/>
                    <a:pt x="5614" y="10817"/>
                  </a:cubicBezTo>
                  <a:cubicBezTo>
                    <a:pt x="5690" y="10942"/>
                    <a:pt x="5740" y="11068"/>
                    <a:pt x="5790" y="11193"/>
                  </a:cubicBezTo>
                  <a:cubicBezTo>
                    <a:pt x="5915" y="11569"/>
                    <a:pt x="6066" y="11945"/>
                    <a:pt x="6316" y="12246"/>
                  </a:cubicBezTo>
                  <a:cubicBezTo>
                    <a:pt x="6542" y="12546"/>
                    <a:pt x="6842" y="12747"/>
                    <a:pt x="7068" y="13022"/>
                  </a:cubicBezTo>
                  <a:cubicBezTo>
                    <a:pt x="7294" y="13323"/>
                    <a:pt x="7369" y="13674"/>
                    <a:pt x="7519" y="14000"/>
                  </a:cubicBezTo>
                  <a:cubicBezTo>
                    <a:pt x="7521" y="14004"/>
                    <a:pt x="7527" y="14006"/>
                    <a:pt x="7537" y="14006"/>
                  </a:cubicBezTo>
                  <a:cubicBezTo>
                    <a:pt x="7785" y="14006"/>
                    <a:pt x="10375" y="12871"/>
                    <a:pt x="10351" y="12847"/>
                  </a:cubicBezTo>
                  <a:cubicBezTo>
                    <a:pt x="9123" y="10240"/>
                    <a:pt x="8221" y="7534"/>
                    <a:pt x="7243" y="4827"/>
                  </a:cubicBezTo>
                  <a:cubicBezTo>
                    <a:pt x="6792" y="3549"/>
                    <a:pt x="6316" y="2220"/>
                    <a:pt x="5464" y="1118"/>
                  </a:cubicBezTo>
                  <a:cubicBezTo>
                    <a:pt x="5063" y="591"/>
                    <a:pt x="4712" y="215"/>
                    <a:pt x="4061" y="65"/>
                  </a:cubicBezTo>
                  <a:cubicBezTo>
                    <a:pt x="3843" y="20"/>
                    <a:pt x="3626" y="1"/>
                    <a:pt x="3409" y="1"/>
                  </a:cubicBezTo>
                  <a:close/>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p:cNvSpPr/>
            <p:nvPr/>
          </p:nvSpPr>
          <p:spPr>
            <a:xfrm>
              <a:off x="6743913" y="2496917"/>
              <a:ext cx="545626" cy="778066"/>
            </a:xfrm>
            <a:custGeom>
              <a:avLst/>
              <a:gdLst/>
              <a:ahLst/>
              <a:cxnLst/>
              <a:rect l="l" t="t" r="r" b="b"/>
              <a:pathLst>
                <a:path w="10528" h="15013" extrusionOk="0">
                  <a:moveTo>
                    <a:pt x="6191" y="0"/>
                  </a:moveTo>
                  <a:lnTo>
                    <a:pt x="5088" y="125"/>
                  </a:lnTo>
                  <a:cubicBezTo>
                    <a:pt x="3911" y="251"/>
                    <a:pt x="2682" y="401"/>
                    <a:pt x="1755" y="1128"/>
                  </a:cubicBezTo>
                  <a:cubicBezTo>
                    <a:pt x="652" y="2030"/>
                    <a:pt x="1" y="3584"/>
                    <a:pt x="226" y="4988"/>
                  </a:cubicBezTo>
                  <a:cubicBezTo>
                    <a:pt x="352" y="5740"/>
                    <a:pt x="602" y="6491"/>
                    <a:pt x="677" y="7268"/>
                  </a:cubicBezTo>
                  <a:cubicBezTo>
                    <a:pt x="953" y="9850"/>
                    <a:pt x="1154" y="12431"/>
                    <a:pt x="1304" y="15013"/>
                  </a:cubicBezTo>
                  <a:cubicBezTo>
                    <a:pt x="2532" y="14938"/>
                    <a:pt x="3785" y="14938"/>
                    <a:pt x="5038" y="14862"/>
                  </a:cubicBezTo>
                  <a:cubicBezTo>
                    <a:pt x="6567" y="14787"/>
                    <a:pt x="8297" y="14712"/>
                    <a:pt x="9775" y="14161"/>
                  </a:cubicBezTo>
                  <a:cubicBezTo>
                    <a:pt x="9951" y="12030"/>
                    <a:pt x="10527" y="9925"/>
                    <a:pt x="10502" y="7795"/>
                  </a:cubicBezTo>
                  <a:cubicBezTo>
                    <a:pt x="10477" y="6742"/>
                    <a:pt x="10452" y="5689"/>
                    <a:pt x="10452" y="4662"/>
                  </a:cubicBezTo>
                  <a:lnTo>
                    <a:pt x="6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p:cNvSpPr/>
            <p:nvPr/>
          </p:nvSpPr>
          <p:spPr>
            <a:xfrm>
              <a:off x="7476518" y="3260254"/>
              <a:ext cx="344229" cy="889596"/>
            </a:xfrm>
            <a:custGeom>
              <a:avLst/>
              <a:gdLst/>
              <a:ahLst/>
              <a:cxnLst/>
              <a:rect l="l" t="t" r="r" b="b"/>
              <a:pathLst>
                <a:path w="6642" h="17165" extrusionOk="0">
                  <a:moveTo>
                    <a:pt x="2750" y="1"/>
                  </a:moveTo>
                  <a:cubicBezTo>
                    <a:pt x="2159" y="1"/>
                    <a:pt x="1595" y="205"/>
                    <a:pt x="1153" y="735"/>
                  </a:cubicBezTo>
                  <a:cubicBezTo>
                    <a:pt x="927" y="986"/>
                    <a:pt x="777" y="1286"/>
                    <a:pt x="702" y="1612"/>
                  </a:cubicBezTo>
                  <a:cubicBezTo>
                    <a:pt x="75" y="3843"/>
                    <a:pt x="1103" y="5773"/>
                    <a:pt x="827" y="7878"/>
                  </a:cubicBezTo>
                  <a:cubicBezTo>
                    <a:pt x="752" y="8404"/>
                    <a:pt x="677" y="8930"/>
                    <a:pt x="777" y="9457"/>
                  </a:cubicBezTo>
                  <a:cubicBezTo>
                    <a:pt x="802" y="9632"/>
                    <a:pt x="877" y="9808"/>
                    <a:pt x="877" y="9983"/>
                  </a:cubicBezTo>
                  <a:cubicBezTo>
                    <a:pt x="953" y="10409"/>
                    <a:pt x="802" y="10835"/>
                    <a:pt x="702" y="11261"/>
                  </a:cubicBezTo>
                  <a:cubicBezTo>
                    <a:pt x="577" y="11712"/>
                    <a:pt x="476" y="12164"/>
                    <a:pt x="501" y="12615"/>
                  </a:cubicBezTo>
                  <a:cubicBezTo>
                    <a:pt x="526" y="13091"/>
                    <a:pt x="652" y="13542"/>
                    <a:pt x="677" y="14018"/>
                  </a:cubicBezTo>
                  <a:cubicBezTo>
                    <a:pt x="677" y="14369"/>
                    <a:pt x="602" y="14720"/>
                    <a:pt x="526" y="15046"/>
                  </a:cubicBezTo>
                  <a:cubicBezTo>
                    <a:pt x="451" y="15497"/>
                    <a:pt x="0" y="16374"/>
                    <a:pt x="577" y="16575"/>
                  </a:cubicBezTo>
                  <a:cubicBezTo>
                    <a:pt x="927" y="16675"/>
                    <a:pt x="1328" y="16650"/>
                    <a:pt x="1704" y="16750"/>
                  </a:cubicBezTo>
                  <a:cubicBezTo>
                    <a:pt x="1830" y="16775"/>
                    <a:pt x="2707" y="17001"/>
                    <a:pt x="3158" y="17151"/>
                  </a:cubicBezTo>
                  <a:cubicBezTo>
                    <a:pt x="3181" y="17160"/>
                    <a:pt x="3203" y="17164"/>
                    <a:pt x="3225" y="17164"/>
                  </a:cubicBezTo>
                  <a:cubicBezTo>
                    <a:pt x="3325" y="17164"/>
                    <a:pt x="3413" y="17078"/>
                    <a:pt x="3434" y="16976"/>
                  </a:cubicBezTo>
                  <a:cubicBezTo>
                    <a:pt x="3509" y="16349"/>
                    <a:pt x="3810" y="15697"/>
                    <a:pt x="3985" y="15121"/>
                  </a:cubicBezTo>
                  <a:cubicBezTo>
                    <a:pt x="4186" y="14344"/>
                    <a:pt x="4386" y="13567"/>
                    <a:pt x="4587" y="12765"/>
                  </a:cubicBezTo>
                  <a:cubicBezTo>
                    <a:pt x="4662" y="12389"/>
                    <a:pt x="4762" y="12013"/>
                    <a:pt x="4887" y="11637"/>
                  </a:cubicBezTo>
                  <a:cubicBezTo>
                    <a:pt x="5038" y="11161"/>
                    <a:pt x="5263" y="10735"/>
                    <a:pt x="5489" y="10284"/>
                  </a:cubicBezTo>
                  <a:cubicBezTo>
                    <a:pt x="5514" y="10234"/>
                    <a:pt x="5539" y="10159"/>
                    <a:pt x="5564" y="10108"/>
                  </a:cubicBezTo>
                  <a:cubicBezTo>
                    <a:pt x="5614" y="9983"/>
                    <a:pt x="5664" y="9858"/>
                    <a:pt x="5689" y="9732"/>
                  </a:cubicBezTo>
                  <a:cubicBezTo>
                    <a:pt x="6090" y="8204"/>
                    <a:pt x="6642" y="6524"/>
                    <a:pt x="6466" y="4870"/>
                  </a:cubicBezTo>
                  <a:cubicBezTo>
                    <a:pt x="6316" y="3442"/>
                    <a:pt x="6341" y="1612"/>
                    <a:pt x="4938" y="735"/>
                  </a:cubicBezTo>
                  <a:cubicBezTo>
                    <a:pt x="4293" y="329"/>
                    <a:pt x="3499" y="1"/>
                    <a:pt x="27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p:cNvSpPr/>
            <p:nvPr/>
          </p:nvSpPr>
          <p:spPr>
            <a:xfrm>
              <a:off x="7151780" y="3067256"/>
              <a:ext cx="235135" cy="117127"/>
            </a:xfrm>
            <a:custGeom>
              <a:avLst/>
              <a:gdLst/>
              <a:ahLst/>
              <a:cxnLst/>
              <a:rect l="l" t="t" r="r" b="b"/>
              <a:pathLst>
                <a:path w="4537" h="2260" extrusionOk="0">
                  <a:moveTo>
                    <a:pt x="772" y="0"/>
                  </a:moveTo>
                  <a:cubicBezTo>
                    <a:pt x="605" y="0"/>
                    <a:pt x="447" y="42"/>
                    <a:pt x="326" y="148"/>
                  </a:cubicBezTo>
                  <a:cubicBezTo>
                    <a:pt x="226" y="248"/>
                    <a:pt x="176" y="374"/>
                    <a:pt x="126" y="499"/>
                  </a:cubicBezTo>
                  <a:cubicBezTo>
                    <a:pt x="51" y="649"/>
                    <a:pt x="0" y="800"/>
                    <a:pt x="51" y="950"/>
                  </a:cubicBezTo>
                  <a:cubicBezTo>
                    <a:pt x="101" y="1101"/>
                    <a:pt x="251" y="1201"/>
                    <a:pt x="401" y="1251"/>
                  </a:cubicBezTo>
                  <a:cubicBezTo>
                    <a:pt x="777" y="1426"/>
                    <a:pt x="1203" y="1301"/>
                    <a:pt x="1454" y="1552"/>
                  </a:cubicBezTo>
                  <a:cubicBezTo>
                    <a:pt x="1755" y="1852"/>
                    <a:pt x="1880" y="2128"/>
                    <a:pt x="2356" y="2228"/>
                  </a:cubicBezTo>
                  <a:cubicBezTo>
                    <a:pt x="2488" y="2250"/>
                    <a:pt x="2621" y="2259"/>
                    <a:pt x="2753" y="2259"/>
                  </a:cubicBezTo>
                  <a:cubicBezTo>
                    <a:pt x="3072" y="2259"/>
                    <a:pt x="3391" y="2206"/>
                    <a:pt x="3710" y="2153"/>
                  </a:cubicBezTo>
                  <a:cubicBezTo>
                    <a:pt x="4537" y="2003"/>
                    <a:pt x="4411" y="1401"/>
                    <a:pt x="3785" y="1075"/>
                  </a:cubicBezTo>
                  <a:cubicBezTo>
                    <a:pt x="3083" y="674"/>
                    <a:pt x="2482" y="349"/>
                    <a:pt x="1680" y="173"/>
                  </a:cubicBezTo>
                  <a:cubicBezTo>
                    <a:pt x="1479" y="123"/>
                    <a:pt x="1304" y="98"/>
                    <a:pt x="1103" y="48"/>
                  </a:cubicBezTo>
                  <a:cubicBezTo>
                    <a:pt x="994" y="18"/>
                    <a:pt x="881" y="0"/>
                    <a:pt x="77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p:cNvSpPr/>
            <p:nvPr/>
          </p:nvSpPr>
          <p:spPr>
            <a:xfrm>
              <a:off x="6740027" y="2691729"/>
              <a:ext cx="478045" cy="473691"/>
            </a:xfrm>
            <a:custGeom>
              <a:avLst/>
              <a:gdLst/>
              <a:ahLst/>
              <a:cxnLst/>
              <a:rect l="l" t="t" r="r" b="b"/>
              <a:pathLst>
                <a:path w="9224" h="9140" extrusionOk="0">
                  <a:moveTo>
                    <a:pt x="301" y="1"/>
                  </a:moveTo>
                  <a:cubicBezTo>
                    <a:pt x="176" y="1179"/>
                    <a:pt x="151" y="2356"/>
                    <a:pt x="76" y="3509"/>
                  </a:cubicBezTo>
                  <a:cubicBezTo>
                    <a:pt x="1" y="4788"/>
                    <a:pt x="51" y="6091"/>
                    <a:pt x="427" y="7319"/>
                  </a:cubicBezTo>
                  <a:cubicBezTo>
                    <a:pt x="527" y="7695"/>
                    <a:pt x="677" y="8096"/>
                    <a:pt x="928" y="8397"/>
                  </a:cubicBezTo>
                  <a:cubicBezTo>
                    <a:pt x="1452" y="9003"/>
                    <a:pt x="2400" y="9140"/>
                    <a:pt x="3364" y="9140"/>
                  </a:cubicBezTo>
                  <a:cubicBezTo>
                    <a:pt x="4153" y="9140"/>
                    <a:pt x="4953" y="9048"/>
                    <a:pt x="5539" y="9048"/>
                  </a:cubicBezTo>
                  <a:lnTo>
                    <a:pt x="8722" y="9048"/>
                  </a:lnTo>
                  <a:cubicBezTo>
                    <a:pt x="8747" y="8998"/>
                    <a:pt x="8747" y="8948"/>
                    <a:pt x="8773" y="8898"/>
                  </a:cubicBezTo>
                  <a:cubicBezTo>
                    <a:pt x="8873" y="8472"/>
                    <a:pt x="9148" y="7419"/>
                    <a:pt x="9224" y="6993"/>
                  </a:cubicBezTo>
                  <a:lnTo>
                    <a:pt x="7194" y="6818"/>
                  </a:lnTo>
                  <a:cubicBezTo>
                    <a:pt x="6617" y="6768"/>
                    <a:pt x="6016" y="6717"/>
                    <a:pt x="5439" y="6667"/>
                  </a:cubicBezTo>
                  <a:cubicBezTo>
                    <a:pt x="4963" y="6642"/>
                    <a:pt x="4261" y="6742"/>
                    <a:pt x="4186" y="6116"/>
                  </a:cubicBezTo>
                  <a:cubicBezTo>
                    <a:pt x="4136" y="5915"/>
                    <a:pt x="4186" y="5665"/>
                    <a:pt x="4086" y="5464"/>
                  </a:cubicBezTo>
                  <a:cubicBezTo>
                    <a:pt x="3960" y="5164"/>
                    <a:pt x="3610" y="5013"/>
                    <a:pt x="3509" y="4687"/>
                  </a:cubicBezTo>
                  <a:cubicBezTo>
                    <a:pt x="3459" y="4462"/>
                    <a:pt x="3559" y="4161"/>
                    <a:pt x="3585" y="3910"/>
                  </a:cubicBezTo>
                  <a:cubicBezTo>
                    <a:pt x="3610" y="3560"/>
                    <a:pt x="3760" y="3234"/>
                    <a:pt x="3910" y="2908"/>
                  </a:cubicBezTo>
                  <a:cubicBezTo>
                    <a:pt x="4161" y="2331"/>
                    <a:pt x="4336" y="1730"/>
                    <a:pt x="4437" y="1128"/>
                  </a:cubicBezTo>
                  <a:lnTo>
                    <a:pt x="4336" y="1128"/>
                  </a:lnTo>
                  <a:lnTo>
                    <a:pt x="30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p:cNvSpPr/>
            <p:nvPr/>
          </p:nvSpPr>
          <p:spPr>
            <a:xfrm>
              <a:off x="7316740" y="3132038"/>
              <a:ext cx="641712" cy="23477"/>
            </a:xfrm>
            <a:custGeom>
              <a:avLst/>
              <a:gdLst/>
              <a:ahLst/>
              <a:cxnLst/>
              <a:rect l="l" t="t" r="r" b="b"/>
              <a:pathLst>
                <a:path w="12382" h="453" extrusionOk="0">
                  <a:moveTo>
                    <a:pt x="426" y="1"/>
                  </a:moveTo>
                  <a:cubicBezTo>
                    <a:pt x="176" y="1"/>
                    <a:pt x="0" y="201"/>
                    <a:pt x="0" y="452"/>
                  </a:cubicBezTo>
                  <a:lnTo>
                    <a:pt x="12381" y="452"/>
                  </a:lnTo>
                  <a:lnTo>
                    <a:pt x="1238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a:off x="7427129" y="2773561"/>
              <a:ext cx="757336" cy="358534"/>
            </a:xfrm>
            <a:custGeom>
              <a:avLst/>
              <a:gdLst/>
              <a:ahLst/>
              <a:cxnLst/>
              <a:rect l="l" t="t" r="r" b="b"/>
              <a:pathLst>
                <a:path w="14613" h="6918" extrusionOk="0">
                  <a:moveTo>
                    <a:pt x="2758" y="1"/>
                  </a:moveTo>
                  <a:cubicBezTo>
                    <a:pt x="2507" y="1"/>
                    <a:pt x="2281" y="151"/>
                    <a:pt x="2206" y="376"/>
                  </a:cubicBezTo>
                  <a:lnTo>
                    <a:pt x="1" y="6918"/>
                  </a:lnTo>
                  <a:lnTo>
                    <a:pt x="12382" y="6918"/>
                  </a:lnTo>
                  <a:lnTo>
                    <a:pt x="14487" y="702"/>
                  </a:lnTo>
                  <a:cubicBezTo>
                    <a:pt x="14612" y="351"/>
                    <a:pt x="14312" y="1"/>
                    <a:pt x="1393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a:off x="7424537" y="3103482"/>
              <a:ext cx="644303" cy="52033"/>
            </a:xfrm>
            <a:custGeom>
              <a:avLst/>
              <a:gdLst/>
              <a:ahLst/>
              <a:cxnLst/>
              <a:rect l="l" t="t" r="r" b="b"/>
              <a:pathLst>
                <a:path w="12432" h="1004" extrusionOk="0">
                  <a:moveTo>
                    <a:pt x="12432" y="0"/>
                  </a:moveTo>
                  <a:lnTo>
                    <a:pt x="1" y="552"/>
                  </a:lnTo>
                  <a:lnTo>
                    <a:pt x="1" y="1003"/>
                  </a:lnTo>
                  <a:lnTo>
                    <a:pt x="12231" y="1003"/>
                  </a:lnTo>
                  <a:cubicBezTo>
                    <a:pt x="12332" y="1003"/>
                    <a:pt x="12432" y="903"/>
                    <a:pt x="12432" y="777"/>
                  </a:cubicBezTo>
                  <a:lnTo>
                    <a:pt x="1243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p:cNvSpPr/>
            <p:nvPr/>
          </p:nvSpPr>
          <p:spPr>
            <a:xfrm>
              <a:off x="7786953" y="2925513"/>
              <a:ext cx="48976" cy="35190"/>
            </a:xfrm>
            <a:custGeom>
              <a:avLst/>
              <a:gdLst/>
              <a:ahLst/>
              <a:cxnLst/>
              <a:rect l="l" t="t" r="r" b="b"/>
              <a:pathLst>
                <a:path w="945" h="679" extrusionOk="0">
                  <a:moveTo>
                    <a:pt x="501" y="1"/>
                  </a:moveTo>
                  <a:cubicBezTo>
                    <a:pt x="376" y="26"/>
                    <a:pt x="226" y="76"/>
                    <a:pt x="151" y="201"/>
                  </a:cubicBezTo>
                  <a:cubicBezTo>
                    <a:pt x="0" y="477"/>
                    <a:pt x="226" y="678"/>
                    <a:pt x="476" y="678"/>
                  </a:cubicBezTo>
                  <a:cubicBezTo>
                    <a:pt x="486" y="678"/>
                    <a:pt x="495" y="678"/>
                    <a:pt x="505" y="678"/>
                  </a:cubicBezTo>
                  <a:cubicBezTo>
                    <a:pt x="928" y="678"/>
                    <a:pt x="944" y="124"/>
                    <a:pt x="552" y="26"/>
                  </a:cubicBezTo>
                  <a:cubicBezTo>
                    <a:pt x="552" y="26"/>
                    <a:pt x="526" y="1"/>
                    <a:pt x="526"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1"/>
            <p:cNvSpPr/>
            <p:nvPr/>
          </p:nvSpPr>
          <p:spPr>
            <a:xfrm>
              <a:off x="7389452" y="2938521"/>
              <a:ext cx="22130" cy="35138"/>
            </a:xfrm>
            <a:custGeom>
              <a:avLst/>
              <a:gdLst/>
              <a:ahLst/>
              <a:cxnLst/>
              <a:rect l="l" t="t" r="r" b="b"/>
              <a:pathLst>
                <a:path w="427" h="678" extrusionOk="0">
                  <a:moveTo>
                    <a:pt x="427" y="1"/>
                  </a:moveTo>
                  <a:lnTo>
                    <a:pt x="84" y="545"/>
                  </a:lnTo>
                  <a:lnTo>
                    <a:pt x="84" y="545"/>
                  </a:lnTo>
                  <a:cubicBezTo>
                    <a:pt x="98" y="530"/>
                    <a:pt x="112" y="516"/>
                    <a:pt x="126" y="502"/>
                  </a:cubicBezTo>
                  <a:cubicBezTo>
                    <a:pt x="176" y="402"/>
                    <a:pt x="227" y="326"/>
                    <a:pt x="277" y="251"/>
                  </a:cubicBezTo>
                  <a:cubicBezTo>
                    <a:pt x="327" y="176"/>
                    <a:pt x="402" y="101"/>
                    <a:pt x="427" y="1"/>
                  </a:cubicBezTo>
                  <a:close/>
                  <a:moveTo>
                    <a:pt x="84" y="545"/>
                  </a:moveTo>
                  <a:cubicBezTo>
                    <a:pt x="50" y="582"/>
                    <a:pt x="19" y="623"/>
                    <a:pt x="1" y="677"/>
                  </a:cubicBezTo>
                  <a:lnTo>
                    <a:pt x="84" y="545"/>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1"/>
            <p:cNvSpPr/>
            <p:nvPr/>
          </p:nvSpPr>
          <p:spPr>
            <a:xfrm>
              <a:off x="7507665" y="3536017"/>
              <a:ext cx="24721" cy="215649"/>
            </a:xfrm>
            <a:custGeom>
              <a:avLst/>
              <a:gdLst/>
              <a:ahLst/>
              <a:cxnLst/>
              <a:rect l="l" t="t" r="r" b="b"/>
              <a:pathLst>
                <a:path w="477" h="4161" fill="none" extrusionOk="0">
                  <a:moveTo>
                    <a:pt x="51" y="4161"/>
                  </a:moveTo>
                  <a:cubicBezTo>
                    <a:pt x="1" y="3559"/>
                    <a:pt x="51" y="2983"/>
                    <a:pt x="226" y="2406"/>
                  </a:cubicBezTo>
                  <a:cubicBezTo>
                    <a:pt x="352" y="2005"/>
                    <a:pt x="477" y="1629"/>
                    <a:pt x="377" y="1203"/>
                  </a:cubicBezTo>
                  <a:cubicBezTo>
                    <a:pt x="276" y="777"/>
                    <a:pt x="226" y="426"/>
                    <a:pt x="377" y="0"/>
                  </a:cubicBez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1"/>
            <p:cNvSpPr/>
            <p:nvPr/>
          </p:nvSpPr>
          <p:spPr>
            <a:xfrm>
              <a:off x="6334732" y="3151551"/>
              <a:ext cx="2802160" cy="52036"/>
            </a:xfrm>
            <a:custGeom>
              <a:avLst/>
              <a:gdLst/>
              <a:ahLst/>
              <a:cxnLst/>
              <a:rect l="l" t="t" r="r" b="b"/>
              <a:pathLst>
                <a:path w="86719" h="979" extrusionOk="0">
                  <a:moveTo>
                    <a:pt x="1" y="1"/>
                  </a:moveTo>
                  <a:lnTo>
                    <a:pt x="1" y="978"/>
                  </a:lnTo>
                  <a:lnTo>
                    <a:pt x="86718" y="978"/>
                  </a:lnTo>
                  <a:lnTo>
                    <a:pt x="8671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1"/>
            <p:cNvSpPr/>
            <p:nvPr/>
          </p:nvSpPr>
          <p:spPr>
            <a:xfrm>
              <a:off x="6393211" y="3163237"/>
              <a:ext cx="314378" cy="1170339"/>
            </a:xfrm>
            <a:custGeom>
              <a:avLst/>
              <a:gdLst/>
              <a:ahLst/>
              <a:cxnLst/>
              <a:rect l="l" t="t" r="r" b="b"/>
              <a:pathLst>
                <a:path w="6066" h="22582" extrusionOk="0">
                  <a:moveTo>
                    <a:pt x="5414" y="0"/>
                  </a:moveTo>
                  <a:lnTo>
                    <a:pt x="1" y="22582"/>
                  </a:lnTo>
                  <a:lnTo>
                    <a:pt x="677" y="22582"/>
                  </a:lnTo>
                  <a:lnTo>
                    <a:pt x="606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p:cNvSpPr/>
            <p:nvPr/>
          </p:nvSpPr>
          <p:spPr>
            <a:xfrm>
              <a:off x="6703645" y="3163237"/>
              <a:ext cx="313082" cy="1170339"/>
            </a:xfrm>
            <a:custGeom>
              <a:avLst/>
              <a:gdLst/>
              <a:ahLst/>
              <a:cxnLst/>
              <a:rect l="l" t="t" r="r" b="b"/>
              <a:pathLst>
                <a:path w="6041" h="22582" extrusionOk="0">
                  <a:moveTo>
                    <a:pt x="5389" y="0"/>
                  </a:moveTo>
                  <a:lnTo>
                    <a:pt x="1" y="22582"/>
                  </a:lnTo>
                  <a:lnTo>
                    <a:pt x="652" y="22582"/>
                  </a:lnTo>
                  <a:lnTo>
                    <a:pt x="60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p:cNvSpPr/>
            <p:nvPr/>
          </p:nvSpPr>
          <p:spPr>
            <a:xfrm>
              <a:off x="7114650" y="2511959"/>
              <a:ext cx="169554" cy="202985"/>
            </a:xfrm>
            <a:custGeom>
              <a:avLst/>
              <a:gdLst/>
              <a:ahLst/>
              <a:cxnLst/>
              <a:rect l="l" t="t" r="r" b="b"/>
              <a:pathLst>
                <a:path w="4022" h="4815" extrusionOk="0">
                  <a:moveTo>
                    <a:pt x="1587" y="0"/>
                  </a:moveTo>
                  <a:lnTo>
                    <a:pt x="1058" y="1481"/>
                  </a:lnTo>
                  <a:lnTo>
                    <a:pt x="0" y="2169"/>
                  </a:lnTo>
                  <a:lnTo>
                    <a:pt x="106" y="2963"/>
                  </a:lnTo>
                  <a:lnTo>
                    <a:pt x="4022" y="4815"/>
                  </a:lnTo>
                  <a:lnTo>
                    <a:pt x="3440" y="952"/>
                  </a:lnTo>
                  <a:close/>
                </a:path>
              </a:pathLst>
            </a:custGeom>
            <a:solidFill>
              <a:schemeClr val="dk2"/>
            </a:solidFill>
            <a:ln w="9525" cap="flat" cmpd="sng">
              <a:solidFill>
                <a:schemeClr val="dk2"/>
              </a:solidFill>
              <a:prstDash val="solid"/>
              <a:round/>
              <a:headEnd type="none" w="med" len="med"/>
              <a:tailEnd type="none" w="med" len="med"/>
            </a:ln>
          </p:spPr>
          <p:txBody>
            <a:bodyPr/>
            <a:lstStyle/>
            <a:p>
              <a:endParaRPr lang="en-IN"/>
            </a:p>
          </p:txBody>
        </p:sp>
        <p:grpSp>
          <p:nvGrpSpPr>
            <p:cNvPr id="868" name="Google Shape;868;p31"/>
            <p:cNvGrpSpPr/>
            <p:nvPr/>
          </p:nvGrpSpPr>
          <p:grpSpPr>
            <a:xfrm>
              <a:off x="6988000" y="2125378"/>
              <a:ext cx="244243" cy="467604"/>
              <a:chOff x="5990537" y="2792332"/>
              <a:chExt cx="144842" cy="277301"/>
            </a:xfrm>
          </p:grpSpPr>
          <p:sp>
            <p:nvSpPr>
              <p:cNvPr id="869" name="Google Shape;869;p31"/>
              <p:cNvSpPr/>
              <p:nvPr/>
            </p:nvSpPr>
            <p:spPr>
              <a:xfrm>
                <a:off x="6003630" y="2839324"/>
                <a:ext cx="126341" cy="230309"/>
              </a:xfrm>
              <a:custGeom>
                <a:avLst/>
                <a:gdLst/>
                <a:ahLst/>
                <a:cxnLst/>
                <a:rect l="l" t="t" r="r" b="b"/>
                <a:pathLst>
                  <a:path w="4111" h="7494" extrusionOk="0">
                    <a:moveTo>
                      <a:pt x="3509" y="0"/>
                    </a:moveTo>
                    <a:lnTo>
                      <a:pt x="1780" y="401"/>
                    </a:lnTo>
                    <a:cubicBezTo>
                      <a:pt x="677" y="652"/>
                      <a:pt x="1" y="1754"/>
                      <a:pt x="251" y="2832"/>
                    </a:cubicBezTo>
                    <a:lnTo>
                      <a:pt x="427" y="3484"/>
                    </a:lnTo>
                    <a:cubicBezTo>
                      <a:pt x="477" y="3759"/>
                      <a:pt x="602" y="3985"/>
                      <a:pt x="752" y="4186"/>
                    </a:cubicBezTo>
                    <a:lnTo>
                      <a:pt x="402" y="5815"/>
                    </a:lnTo>
                    <a:cubicBezTo>
                      <a:pt x="226" y="6566"/>
                      <a:pt x="727" y="7343"/>
                      <a:pt x="1504" y="7469"/>
                    </a:cubicBezTo>
                    <a:cubicBezTo>
                      <a:pt x="1588" y="7485"/>
                      <a:pt x="1672" y="7494"/>
                      <a:pt x="1754" y="7494"/>
                    </a:cubicBezTo>
                    <a:cubicBezTo>
                      <a:pt x="2411" y="7494"/>
                      <a:pt x="2997" y="6981"/>
                      <a:pt x="3108" y="6291"/>
                    </a:cubicBezTo>
                    <a:lnTo>
                      <a:pt x="3359" y="4461"/>
                    </a:lnTo>
                    <a:cubicBezTo>
                      <a:pt x="3860" y="4035"/>
                      <a:pt x="4111" y="3358"/>
                      <a:pt x="3935" y="2682"/>
                    </a:cubicBezTo>
                    <a:lnTo>
                      <a:pt x="3509"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p:cNvSpPr/>
              <p:nvPr/>
            </p:nvSpPr>
            <p:spPr>
              <a:xfrm>
                <a:off x="5990537" y="2792332"/>
                <a:ext cx="144842" cy="168476"/>
              </a:xfrm>
              <a:custGeom>
                <a:avLst/>
                <a:gdLst/>
                <a:ahLst/>
                <a:cxnLst/>
                <a:rect l="l" t="t" r="r" b="b"/>
                <a:pathLst>
                  <a:path w="4713" h="5482" extrusionOk="0">
                    <a:moveTo>
                      <a:pt x="3608" y="1"/>
                    </a:moveTo>
                    <a:cubicBezTo>
                      <a:pt x="3312" y="1"/>
                      <a:pt x="3017" y="100"/>
                      <a:pt x="2783" y="276"/>
                    </a:cubicBezTo>
                    <a:cubicBezTo>
                      <a:pt x="2582" y="426"/>
                      <a:pt x="2407" y="627"/>
                      <a:pt x="2181" y="752"/>
                    </a:cubicBezTo>
                    <a:cubicBezTo>
                      <a:pt x="1780" y="978"/>
                      <a:pt x="1304" y="877"/>
                      <a:pt x="903" y="1128"/>
                    </a:cubicBezTo>
                    <a:cubicBezTo>
                      <a:pt x="652" y="1303"/>
                      <a:pt x="427" y="1604"/>
                      <a:pt x="376" y="1905"/>
                    </a:cubicBezTo>
                    <a:cubicBezTo>
                      <a:pt x="351" y="2156"/>
                      <a:pt x="376" y="2406"/>
                      <a:pt x="326" y="2632"/>
                    </a:cubicBezTo>
                    <a:cubicBezTo>
                      <a:pt x="276" y="2933"/>
                      <a:pt x="51" y="3183"/>
                      <a:pt x="26" y="3509"/>
                    </a:cubicBezTo>
                    <a:cubicBezTo>
                      <a:pt x="1" y="3710"/>
                      <a:pt x="101" y="3910"/>
                      <a:pt x="176" y="4111"/>
                    </a:cubicBezTo>
                    <a:cubicBezTo>
                      <a:pt x="276" y="4411"/>
                      <a:pt x="402" y="4687"/>
                      <a:pt x="502" y="4963"/>
                    </a:cubicBezTo>
                    <a:cubicBezTo>
                      <a:pt x="552" y="5113"/>
                      <a:pt x="602" y="5464"/>
                      <a:pt x="828" y="5464"/>
                    </a:cubicBezTo>
                    <a:cubicBezTo>
                      <a:pt x="855" y="5476"/>
                      <a:pt x="882" y="5481"/>
                      <a:pt x="907" y="5481"/>
                    </a:cubicBezTo>
                    <a:cubicBezTo>
                      <a:pt x="1212" y="5481"/>
                      <a:pt x="1402" y="4718"/>
                      <a:pt x="1379" y="4486"/>
                    </a:cubicBezTo>
                    <a:cubicBezTo>
                      <a:pt x="1304" y="3760"/>
                      <a:pt x="1204" y="2832"/>
                      <a:pt x="2056" y="2557"/>
                    </a:cubicBezTo>
                    <a:cubicBezTo>
                      <a:pt x="2356" y="2456"/>
                      <a:pt x="2707" y="2456"/>
                      <a:pt x="3033" y="2406"/>
                    </a:cubicBezTo>
                    <a:cubicBezTo>
                      <a:pt x="3384" y="2331"/>
                      <a:pt x="3735" y="2206"/>
                      <a:pt x="4011" y="1980"/>
                    </a:cubicBezTo>
                    <a:cubicBezTo>
                      <a:pt x="4211" y="1830"/>
                      <a:pt x="4361" y="1654"/>
                      <a:pt x="4487" y="1454"/>
                    </a:cubicBezTo>
                    <a:cubicBezTo>
                      <a:pt x="4637" y="1178"/>
                      <a:pt x="4712" y="877"/>
                      <a:pt x="4612" y="577"/>
                    </a:cubicBezTo>
                    <a:cubicBezTo>
                      <a:pt x="4487" y="276"/>
                      <a:pt x="4186" y="75"/>
                      <a:pt x="3860" y="25"/>
                    </a:cubicBezTo>
                    <a:cubicBezTo>
                      <a:pt x="3777" y="9"/>
                      <a:pt x="3693" y="1"/>
                      <a:pt x="360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p:cNvSpPr/>
              <p:nvPr/>
            </p:nvSpPr>
            <p:spPr>
              <a:xfrm>
                <a:off x="6064482" y="2971017"/>
                <a:ext cx="45484" cy="44716"/>
              </a:xfrm>
              <a:custGeom>
                <a:avLst/>
                <a:gdLst/>
                <a:ahLst/>
                <a:cxnLst/>
                <a:rect l="l" t="t" r="r" b="b"/>
                <a:pathLst>
                  <a:path w="1480" h="1455" extrusionOk="0">
                    <a:moveTo>
                      <a:pt x="1479" y="1"/>
                    </a:moveTo>
                    <a:cubicBezTo>
                      <a:pt x="1125" y="89"/>
                      <a:pt x="808" y="178"/>
                      <a:pt x="458" y="178"/>
                    </a:cubicBezTo>
                    <a:cubicBezTo>
                      <a:pt x="313" y="178"/>
                      <a:pt x="162" y="163"/>
                      <a:pt x="1" y="126"/>
                    </a:cubicBezTo>
                    <a:lnTo>
                      <a:pt x="1" y="126"/>
                    </a:lnTo>
                    <a:cubicBezTo>
                      <a:pt x="402" y="602"/>
                      <a:pt x="903" y="953"/>
                      <a:pt x="1229" y="1454"/>
                    </a:cubicBezTo>
                    <a:lnTo>
                      <a:pt x="1354" y="502"/>
                    </a:lnTo>
                    <a:cubicBezTo>
                      <a:pt x="1379" y="327"/>
                      <a:pt x="1429" y="176"/>
                      <a:pt x="14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1"/>
              <p:cNvSpPr/>
              <p:nvPr/>
            </p:nvSpPr>
            <p:spPr>
              <a:xfrm>
                <a:off x="6082983" y="2929434"/>
                <a:ext cx="28520" cy="18993"/>
              </a:xfrm>
              <a:custGeom>
                <a:avLst/>
                <a:gdLst/>
                <a:ahLst/>
                <a:cxnLst/>
                <a:rect l="l" t="t" r="r" b="b"/>
                <a:pathLst>
                  <a:path w="928" h="618" extrusionOk="0">
                    <a:moveTo>
                      <a:pt x="902" y="0"/>
                    </a:moveTo>
                    <a:cubicBezTo>
                      <a:pt x="902" y="0"/>
                      <a:pt x="877" y="25"/>
                      <a:pt x="902" y="25"/>
                    </a:cubicBezTo>
                    <a:lnTo>
                      <a:pt x="0" y="276"/>
                    </a:lnTo>
                    <a:cubicBezTo>
                      <a:pt x="25" y="426"/>
                      <a:pt x="150" y="577"/>
                      <a:pt x="301" y="602"/>
                    </a:cubicBezTo>
                    <a:cubicBezTo>
                      <a:pt x="338" y="613"/>
                      <a:pt x="376" y="618"/>
                      <a:pt x="413" y="618"/>
                    </a:cubicBezTo>
                    <a:cubicBezTo>
                      <a:pt x="548" y="618"/>
                      <a:pt x="673" y="550"/>
                      <a:pt x="752" y="452"/>
                    </a:cubicBezTo>
                    <a:cubicBezTo>
                      <a:pt x="852" y="351"/>
                      <a:pt x="927" y="176"/>
                      <a:pt x="9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873" name="Google Shape;873;p31"/>
          <p:cNvCxnSpPr/>
          <p:nvPr/>
        </p:nvCxnSpPr>
        <p:spPr>
          <a:xfrm>
            <a:off x="3613800" y="4604000"/>
            <a:ext cx="5530200" cy="0"/>
          </a:xfrm>
          <a:prstGeom prst="straightConnector1">
            <a:avLst/>
          </a:prstGeom>
          <a:noFill/>
          <a:ln w="19050" cap="flat" cmpd="sng">
            <a:solidFill>
              <a:schemeClr val="dk1"/>
            </a:solidFill>
            <a:prstDash val="solid"/>
            <a:round/>
            <a:headEnd type="none" w="med" len="med"/>
            <a:tailEnd type="none" w="med" len="med"/>
          </a:ln>
        </p:spPr>
      </p:cxnSp>
      <p:grpSp>
        <p:nvGrpSpPr>
          <p:cNvPr id="874" name="Google Shape;874;p31"/>
          <p:cNvGrpSpPr/>
          <p:nvPr/>
        </p:nvGrpSpPr>
        <p:grpSpPr>
          <a:xfrm>
            <a:off x="6654800" y="3474"/>
            <a:ext cx="711420" cy="1050883"/>
            <a:chOff x="6034650" y="3474"/>
            <a:chExt cx="711420" cy="1050883"/>
          </a:xfrm>
        </p:grpSpPr>
        <p:sp>
          <p:nvSpPr>
            <p:cNvPr id="875" name="Google Shape;875;p31"/>
            <p:cNvSpPr/>
            <p:nvPr/>
          </p:nvSpPr>
          <p:spPr>
            <a:xfrm>
              <a:off x="6289987" y="853551"/>
              <a:ext cx="200747" cy="200806"/>
            </a:xfrm>
            <a:custGeom>
              <a:avLst/>
              <a:gdLst/>
              <a:ahLst/>
              <a:cxnLst/>
              <a:rect l="l" t="t" r="r" b="b"/>
              <a:pathLst>
                <a:path w="3409" h="3410" extrusionOk="0">
                  <a:moveTo>
                    <a:pt x="1704" y="1"/>
                  </a:moveTo>
                  <a:cubicBezTo>
                    <a:pt x="752" y="1"/>
                    <a:pt x="0" y="752"/>
                    <a:pt x="0" y="1705"/>
                  </a:cubicBezTo>
                  <a:cubicBezTo>
                    <a:pt x="0" y="2657"/>
                    <a:pt x="752" y="3409"/>
                    <a:pt x="1704" y="3409"/>
                  </a:cubicBezTo>
                  <a:cubicBezTo>
                    <a:pt x="2657" y="3409"/>
                    <a:pt x="3409" y="2657"/>
                    <a:pt x="3409" y="1705"/>
                  </a:cubicBezTo>
                  <a:cubicBezTo>
                    <a:pt x="3409" y="752"/>
                    <a:pt x="2657" y="1"/>
                    <a:pt x="17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1"/>
            <p:cNvSpPr/>
            <p:nvPr/>
          </p:nvSpPr>
          <p:spPr>
            <a:xfrm>
              <a:off x="6034650" y="558356"/>
              <a:ext cx="711420" cy="358743"/>
            </a:xfrm>
            <a:custGeom>
              <a:avLst/>
              <a:gdLst/>
              <a:ahLst/>
              <a:cxnLst/>
              <a:rect l="l" t="t" r="r" b="b"/>
              <a:pathLst>
                <a:path w="12081" h="6092" extrusionOk="0">
                  <a:moveTo>
                    <a:pt x="6041" y="1"/>
                  </a:moveTo>
                  <a:cubicBezTo>
                    <a:pt x="2707" y="1"/>
                    <a:pt x="0" y="2708"/>
                    <a:pt x="0" y="6041"/>
                  </a:cubicBezTo>
                  <a:lnTo>
                    <a:pt x="0"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1"/>
            <p:cNvSpPr/>
            <p:nvPr/>
          </p:nvSpPr>
          <p:spPr>
            <a:xfrm>
              <a:off x="6390331" y="3474"/>
              <a:ext cx="59" cy="554956"/>
            </a:xfrm>
            <a:custGeom>
              <a:avLst/>
              <a:gdLst/>
              <a:ahLst/>
              <a:cxnLst/>
              <a:rect l="l" t="t" r="r" b="b"/>
              <a:pathLst>
                <a:path w="1" h="9424" fill="none" extrusionOk="0">
                  <a:moveTo>
                    <a:pt x="0" y="0"/>
                  </a:moveTo>
                  <a:lnTo>
                    <a:pt x="0" y="9424"/>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8" name="Google Shape;878;p31"/>
          <p:cNvCxnSpPr/>
          <p:nvPr/>
        </p:nvCxnSpPr>
        <p:spPr>
          <a:xfrm>
            <a:off x="946617" y="2239500"/>
            <a:ext cx="1732800" cy="0"/>
          </a:xfrm>
          <a:prstGeom prst="straightConnector1">
            <a:avLst/>
          </a:prstGeom>
          <a:noFill/>
          <a:ln w="19050" cap="flat" cmpd="sng">
            <a:solidFill>
              <a:schemeClr val="dk1"/>
            </a:solidFill>
            <a:prstDash val="solid"/>
            <a:round/>
            <a:headEnd type="none" w="med" len="med"/>
            <a:tailEnd type="none" w="med" len="med"/>
          </a:ln>
        </p:spPr>
      </p:cxnSp>
      <p:grpSp>
        <p:nvGrpSpPr>
          <p:cNvPr id="879" name="Google Shape;879;p31"/>
          <p:cNvGrpSpPr/>
          <p:nvPr/>
        </p:nvGrpSpPr>
        <p:grpSpPr>
          <a:xfrm>
            <a:off x="5620389" y="2174544"/>
            <a:ext cx="979405" cy="2692853"/>
            <a:chOff x="5620389" y="1910926"/>
            <a:chExt cx="979405" cy="2692853"/>
          </a:xfrm>
        </p:grpSpPr>
        <p:sp>
          <p:nvSpPr>
            <p:cNvPr id="880" name="Google Shape;880;p31"/>
            <p:cNvSpPr/>
            <p:nvPr/>
          </p:nvSpPr>
          <p:spPr>
            <a:xfrm>
              <a:off x="6162017" y="4173678"/>
              <a:ext cx="155945" cy="284578"/>
            </a:xfrm>
            <a:custGeom>
              <a:avLst/>
              <a:gdLst/>
              <a:ahLst/>
              <a:cxnLst/>
              <a:rect l="l" t="t" r="r" b="b"/>
              <a:pathLst>
                <a:path w="3009" h="5491" extrusionOk="0">
                  <a:moveTo>
                    <a:pt x="1331" y="0"/>
                  </a:moveTo>
                  <a:cubicBezTo>
                    <a:pt x="899" y="0"/>
                    <a:pt x="570" y="188"/>
                    <a:pt x="427" y="579"/>
                  </a:cubicBezTo>
                  <a:cubicBezTo>
                    <a:pt x="1" y="1732"/>
                    <a:pt x="527" y="3962"/>
                    <a:pt x="828" y="5290"/>
                  </a:cubicBezTo>
                  <a:cubicBezTo>
                    <a:pt x="1007" y="5271"/>
                    <a:pt x="1189" y="5262"/>
                    <a:pt x="1374" y="5262"/>
                  </a:cubicBezTo>
                  <a:cubicBezTo>
                    <a:pt x="1912" y="5262"/>
                    <a:pt x="2467" y="5342"/>
                    <a:pt x="3008" y="5491"/>
                  </a:cubicBezTo>
                  <a:cubicBezTo>
                    <a:pt x="3008" y="4238"/>
                    <a:pt x="2983" y="3010"/>
                    <a:pt x="2908" y="1757"/>
                  </a:cubicBezTo>
                  <a:cubicBezTo>
                    <a:pt x="2883" y="930"/>
                    <a:pt x="2557" y="178"/>
                    <a:pt x="1630" y="27"/>
                  </a:cubicBezTo>
                  <a:cubicBezTo>
                    <a:pt x="1526" y="9"/>
                    <a:pt x="1426" y="0"/>
                    <a:pt x="133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1"/>
            <p:cNvSpPr/>
            <p:nvPr/>
          </p:nvSpPr>
          <p:spPr>
            <a:xfrm>
              <a:off x="5756794" y="2952722"/>
              <a:ext cx="619582" cy="1379561"/>
            </a:xfrm>
            <a:custGeom>
              <a:avLst/>
              <a:gdLst/>
              <a:ahLst/>
              <a:cxnLst/>
              <a:rect l="l" t="t" r="r" b="b"/>
              <a:pathLst>
                <a:path w="11955" h="26619" extrusionOk="0">
                  <a:moveTo>
                    <a:pt x="3842" y="0"/>
                  </a:moveTo>
                  <a:cubicBezTo>
                    <a:pt x="3521" y="0"/>
                    <a:pt x="3201" y="53"/>
                    <a:pt x="2907" y="178"/>
                  </a:cubicBezTo>
                  <a:cubicBezTo>
                    <a:pt x="2005" y="554"/>
                    <a:pt x="1303" y="1280"/>
                    <a:pt x="551" y="1907"/>
                  </a:cubicBezTo>
                  <a:cubicBezTo>
                    <a:pt x="451" y="2408"/>
                    <a:pt x="351" y="2909"/>
                    <a:pt x="251" y="3386"/>
                  </a:cubicBezTo>
                  <a:cubicBezTo>
                    <a:pt x="0" y="4564"/>
                    <a:pt x="326" y="5942"/>
                    <a:pt x="902" y="6970"/>
                  </a:cubicBezTo>
                  <a:cubicBezTo>
                    <a:pt x="1103" y="7371"/>
                    <a:pt x="1353" y="7722"/>
                    <a:pt x="1529" y="8123"/>
                  </a:cubicBezTo>
                  <a:cubicBezTo>
                    <a:pt x="1779" y="8749"/>
                    <a:pt x="1830" y="9426"/>
                    <a:pt x="2030" y="10052"/>
                  </a:cubicBezTo>
                  <a:cubicBezTo>
                    <a:pt x="2231" y="10679"/>
                    <a:pt x="2556" y="11230"/>
                    <a:pt x="2857" y="11807"/>
                  </a:cubicBezTo>
                  <a:cubicBezTo>
                    <a:pt x="4060" y="13962"/>
                    <a:pt x="5489" y="16519"/>
                    <a:pt x="5764" y="19000"/>
                  </a:cubicBezTo>
                  <a:cubicBezTo>
                    <a:pt x="5840" y="19802"/>
                    <a:pt x="5714" y="20679"/>
                    <a:pt x="5689" y="21481"/>
                  </a:cubicBezTo>
                  <a:cubicBezTo>
                    <a:pt x="5639" y="22408"/>
                    <a:pt x="6090" y="23110"/>
                    <a:pt x="6191" y="23987"/>
                  </a:cubicBezTo>
                  <a:cubicBezTo>
                    <a:pt x="6291" y="24814"/>
                    <a:pt x="6291" y="25692"/>
                    <a:pt x="6266" y="26544"/>
                  </a:cubicBezTo>
                  <a:cubicBezTo>
                    <a:pt x="6266" y="26569"/>
                    <a:pt x="6291" y="26619"/>
                    <a:pt x="6341" y="26619"/>
                  </a:cubicBezTo>
                  <a:lnTo>
                    <a:pt x="11704" y="26619"/>
                  </a:lnTo>
                  <a:cubicBezTo>
                    <a:pt x="11729" y="26619"/>
                    <a:pt x="11754" y="26594"/>
                    <a:pt x="11754" y="26544"/>
                  </a:cubicBezTo>
                  <a:cubicBezTo>
                    <a:pt x="11830" y="25992"/>
                    <a:pt x="11855" y="25516"/>
                    <a:pt x="11855" y="25516"/>
                  </a:cubicBezTo>
                  <a:cubicBezTo>
                    <a:pt x="11955" y="24739"/>
                    <a:pt x="11955" y="24088"/>
                    <a:pt x="11754" y="23336"/>
                  </a:cubicBezTo>
                  <a:cubicBezTo>
                    <a:pt x="11654" y="23010"/>
                    <a:pt x="11579" y="22684"/>
                    <a:pt x="11504" y="22358"/>
                  </a:cubicBezTo>
                  <a:cubicBezTo>
                    <a:pt x="11404" y="21832"/>
                    <a:pt x="11353" y="21306"/>
                    <a:pt x="11303" y="20779"/>
                  </a:cubicBezTo>
                  <a:cubicBezTo>
                    <a:pt x="11228" y="20002"/>
                    <a:pt x="11228" y="19200"/>
                    <a:pt x="11153" y="18423"/>
                  </a:cubicBezTo>
                  <a:cubicBezTo>
                    <a:pt x="11078" y="17646"/>
                    <a:pt x="10952" y="16869"/>
                    <a:pt x="10827" y="16118"/>
                  </a:cubicBezTo>
                  <a:cubicBezTo>
                    <a:pt x="10426" y="13812"/>
                    <a:pt x="10025" y="11481"/>
                    <a:pt x="9474" y="9200"/>
                  </a:cubicBezTo>
                  <a:cubicBezTo>
                    <a:pt x="9198" y="8072"/>
                    <a:pt x="8872" y="6920"/>
                    <a:pt x="8496" y="5817"/>
                  </a:cubicBezTo>
                  <a:cubicBezTo>
                    <a:pt x="8045" y="4488"/>
                    <a:pt x="7494" y="3210"/>
                    <a:pt x="6792" y="1982"/>
                  </a:cubicBezTo>
                  <a:cubicBezTo>
                    <a:pt x="6366" y="1255"/>
                    <a:pt x="5865" y="478"/>
                    <a:pt x="4988" y="203"/>
                  </a:cubicBezTo>
                  <a:cubicBezTo>
                    <a:pt x="4630" y="79"/>
                    <a:pt x="4234" y="0"/>
                    <a:pt x="384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1"/>
            <p:cNvSpPr/>
            <p:nvPr/>
          </p:nvSpPr>
          <p:spPr>
            <a:xfrm>
              <a:off x="6097080" y="2305370"/>
              <a:ext cx="502714" cy="862129"/>
            </a:xfrm>
            <a:custGeom>
              <a:avLst/>
              <a:gdLst/>
              <a:ahLst/>
              <a:cxnLst/>
              <a:rect l="l" t="t" r="r" b="b"/>
              <a:pathLst>
                <a:path w="9700" h="16635" extrusionOk="0">
                  <a:moveTo>
                    <a:pt x="1617" y="0"/>
                  </a:moveTo>
                  <a:cubicBezTo>
                    <a:pt x="1143" y="0"/>
                    <a:pt x="668" y="230"/>
                    <a:pt x="427" y="639"/>
                  </a:cubicBezTo>
                  <a:cubicBezTo>
                    <a:pt x="0" y="1365"/>
                    <a:pt x="401" y="1992"/>
                    <a:pt x="552" y="2719"/>
                  </a:cubicBezTo>
                  <a:cubicBezTo>
                    <a:pt x="777" y="3721"/>
                    <a:pt x="953" y="4724"/>
                    <a:pt x="1153" y="5726"/>
                  </a:cubicBezTo>
                  <a:cubicBezTo>
                    <a:pt x="1279" y="6428"/>
                    <a:pt x="1429" y="7105"/>
                    <a:pt x="1655" y="7781"/>
                  </a:cubicBezTo>
                  <a:cubicBezTo>
                    <a:pt x="2532" y="10363"/>
                    <a:pt x="5138" y="12218"/>
                    <a:pt x="5489" y="14974"/>
                  </a:cubicBezTo>
                  <a:cubicBezTo>
                    <a:pt x="5564" y="15375"/>
                    <a:pt x="5665" y="15802"/>
                    <a:pt x="6016" y="15977"/>
                  </a:cubicBezTo>
                  <a:cubicBezTo>
                    <a:pt x="6141" y="16052"/>
                    <a:pt x="6266" y="16077"/>
                    <a:pt x="6417" y="16127"/>
                  </a:cubicBezTo>
                  <a:cubicBezTo>
                    <a:pt x="7068" y="16253"/>
                    <a:pt x="7745" y="16403"/>
                    <a:pt x="8422" y="16553"/>
                  </a:cubicBezTo>
                  <a:cubicBezTo>
                    <a:pt x="8587" y="16598"/>
                    <a:pt x="8761" y="16635"/>
                    <a:pt x="8934" y="16635"/>
                  </a:cubicBezTo>
                  <a:cubicBezTo>
                    <a:pt x="9049" y="16635"/>
                    <a:pt x="9163" y="16619"/>
                    <a:pt x="9274" y="16578"/>
                  </a:cubicBezTo>
                  <a:cubicBezTo>
                    <a:pt x="9524" y="16453"/>
                    <a:pt x="9700" y="16077"/>
                    <a:pt x="9524" y="15852"/>
                  </a:cubicBezTo>
                  <a:cubicBezTo>
                    <a:pt x="9449" y="15776"/>
                    <a:pt x="9324" y="15726"/>
                    <a:pt x="9199" y="15676"/>
                  </a:cubicBezTo>
                  <a:cubicBezTo>
                    <a:pt x="8697" y="15501"/>
                    <a:pt x="7695" y="15350"/>
                    <a:pt x="7369" y="14899"/>
                  </a:cubicBezTo>
                  <a:cubicBezTo>
                    <a:pt x="7043" y="14448"/>
                    <a:pt x="7118" y="13796"/>
                    <a:pt x="6993" y="13270"/>
                  </a:cubicBezTo>
                  <a:cubicBezTo>
                    <a:pt x="6993" y="13270"/>
                    <a:pt x="6993" y="13245"/>
                    <a:pt x="6993" y="13245"/>
                  </a:cubicBezTo>
                  <a:cubicBezTo>
                    <a:pt x="6843" y="12644"/>
                    <a:pt x="6542" y="12067"/>
                    <a:pt x="6391" y="11466"/>
                  </a:cubicBezTo>
                  <a:cubicBezTo>
                    <a:pt x="6091" y="10263"/>
                    <a:pt x="5965" y="8909"/>
                    <a:pt x="5138" y="7932"/>
                  </a:cubicBezTo>
                  <a:cubicBezTo>
                    <a:pt x="4888" y="7631"/>
                    <a:pt x="4587" y="7355"/>
                    <a:pt x="4437" y="7004"/>
                  </a:cubicBezTo>
                  <a:cubicBezTo>
                    <a:pt x="4336" y="6679"/>
                    <a:pt x="4361" y="6328"/>
                    <a:pt x="4386" y="5977"/>
                  </a:cubicBezTo>
                  <a:cubicBezTo>
                    <a:pt x="4462" y="4674"/>
                    <a:pt x="4111" y="3571"/>
                    <a:pt x="3710" y="2368"/>
                  </a:cubicBezTo>
                  <a:cubicBezTo>
                    <a:pt x="3409" y="1516"/>
                    <a:pt x="3058" y="438"/>
                    <a:pt x="2106" y="87"/>
                  </a:cubicBezTo>
                  <a:cubicBezTo>
                    <a:pt x="1950" y="29"/>
                    <a:pt x="1784" y="0"/>
                    <a:pt x="1617"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1"/>
            <p:cNvSpPr/>
            <p:nvPr/>
          </p:nvSpPr>
          <p:spPr>
            <a:xfrm>
              <a:off x="5702222" y="4245197"/>
              <a:ext cx="165015" cy="272813"/>
            </a:xfrm>
            <a:custGeom>
              <a:avLst/>
              <a:gdLst/>
              <a:ahLst/>
              <a:cxnLst/>
              <a:rect l="l" t="t" r="r" b="b"/>
              <a:pathLst>
                <a:path w="3184" h="5264" extrusionOk="0">
                  <a:moveTo>
                    <a:pt x="1883" y="0"/>
                  </a:moveTo>
                  <a:cubicBezTo>
                    <a:pt x="1448" y="0"/>
                    <a:pt x="1073" y="202"/>
                    <a:pt x="802" y="577"/>
                  </a:cubicBezTo>
                  <a:cubicBezTo>
                    <a:pt x="76" y="1680"/>
                    <a:pt x="25" y="3810"/>
                    <a:pt x="0" y="5088"/>
                  </a:cubicBezTo>
                  <a:cubicBezTo>
                    <a:pt x="205" y="5067"/>
                    <a:pt x="412" y="5055"/>
                    <a:pt x="619" y="5055"/>
                  </a:cubicBezTo>
                  <a:cubicBezTo>
                    <a:pt x="1124" y="5055"/>
                    <a:pt x="1634" y="5122"/>
                    <a:pt x="2131" y="5264"/>
                  </a:cubicBezTo>
                  <a:cubicBezTo>
                    <a:pt x="2431" y="4086"/>
                    <a:pt x="2732" y="2883"/>
                    <a:pt x="3008" y="1680"/>
                  </a:cubicBezTo>
                  <a:cubicBezTo>
                    <a:pt x="3183" y="903"/>
                    <a:pt x="3058" y="176"/>
                    <a:pt x="2156" y="26"/>
                  </a:cubicBezTo>
                  <a:cubicBezTo>
                    <a:pt x="2063" y="9"/>
                    <a:pt x="1972" y="0"/>
                    <a:pt x="188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1"/>
            <p:cNvSpPr/>
            <p:nvPr/>
          </p:nvSpPr>
          <p:spPr>
            <a:xfrm>
              <a:off x="5682735" y="4452913"/>
              <a:ext cx="335160" cy="150866"/>
            </a:xfrm>
            <a:custGeom>
              <a:avLst/>
              <a:gdLst/>
              <a:ahLst/>
              <a:cxnLst/>
              <a:rect l="l" t="t" r="r" b="b"/>
              <a:pathLst>
                <a:path w="6467" h="2911" extrusionOk="0">
                  <a:moveTo>
                    <a:pt x="2944" y="1"/>
                  </a:moveTo>
                  <a:cubicBezTo>
                    <a:pt x="2865" y="1"/>
                    <a:pt x="2729" y="180"/>
                    <a:pt x="2682" y="203"/>
                  </a:cubicBezTo>
                  <a:cubicBezTo>
                    <a:pt x="2582" y="278"/>
                    <a:pt x="2482" y="354"/>
                    <a:pt x="2356" y="404"/>
                  </a:cubicBezTo>
                  <a:cubicBezTo>
                    <a:pt x="2131" y="504"/>
                    <a:pt x="1880" y="554"/>
                    <a:pt x="1630" y="579"/>
                  </a:cubicBezTo>
                  <a:cubicBezTo>
                    <a:pt x="1564" y="587"/>
                    <a:pt x="1497" y="590"/>
                    <a:pt x="1429" y="590"/>
                  </a:cubicBezTo>
                  <a:cubicBezTo>
                    <a:pt x="1052" y="590"/>
                    <a:pt x="637" y="481"/>
                    <a:pt x="276" y="354"/>
                  </a:cubicBezTo>
                  <a:cubicBezTo>
                    <a:pt x="276" y="704"/>
                    <a:pt x="226" y="1055"/>
                    <a:pt x="151" y="1406"/>
                  </a:cubicBezTo>
                  <a:cubicBezTo>
                    <a:pt x="51" y="1807"/>
                    <a:pt x="0" y="2258"/>
                    <a:pt x="376" y="2509"/>
                  </a:cubicBezTo>
                  <a:cubicBezTo>
                    <a:pt x="677" y="2735"/>
                    <a:pt x="1103" y="2785"/>
                    <a:pt x="1479" y="2810"/>
                  </a:cubicBezTo>
                  <a:cubicBezTo>
                    <a:pt x="2381" y="2860"/>
                    <a:pt x="3309" y="2910"/>
                    <a:pt x="4211" y="2910"/>
                  </a:cubicBezTo>
                  <a:lnTo>
                    <a:pt x="4386" y="2910"/>
                  </a:lnTo>
                  <a:cubicBezTo>
                    <a:pt x="4988" y="2910"/>
                    <a:pt x="5589" y="2885"/>
                    <a:pt x="6116" y="2559"/>
                  </a:cubicBezTo>
                  <a:cubicBezTo>
                    <a:pt x="6116" y="2559"/>
                    <a:pt x="6141" y="2534"/>
                    <a:pt x="6141" y="2534"/>
                  </a:cubicBezTo>
                  <a:cubicBezTo>
                    <a:pt x="6341" y="2409"/>
                    <a:pt x="6467" y="2208"/>
                    <a:pt x="6467" y="1983"/>
                  </a:cubicBezTo>
                  <a:cubicBezTo>
                    <a:pt x="6467" y="1782"/>
                    <a:pt x="6316" y="1607"/>
                    <a:pt x="6141" y="1481"/>
                  </a:cubicBezTo>
                  <a:cubicBezTo>
                    <a:pt x="5990" y="1381"/>
                    <a:pt x="5790" y="1306"/>
                    <a:pt x="5589" y="1281"/>
                  </a:cubicBezTo>
                  <a:cubicBezTo>
                    <a:pt x="5264" y="1181"/>
                    <a:pt x="4963" y="1131"/>
                    <a:pt x="4637" y="1055"/>
                  </a:cubicBezTo>
                  <a:cubicBezTo>
                    <a:pt x="4411" y="1030"/>
                    <a:pt x="4186" y="980"/>
                    <a:pt x="3960" y="905"/>
                  </a:cubicBezTo>
                  <a:cubicBezTo>
                    <a:pt x="3735" y="830"/>
                    <a:pt x="3509" y="679"/>
                    <a:pt x="3334" y="529"/>
                  </a:cubicBezTo>
                  <a:cubicBezTo>
                    <a:pt x="3234" y="429"/>
                    <a:pt x="3158" y="329"/>
                    <a:pt x="3083" y="228"/>
                  </a:cubicBezTo>
                  <a:cubicBezTo>
                    <a:pt x="3058" y="178"/>
                    <a:pt x="3008" y="28"/>
                    <a:pt x="2958" y="3"/>
                  </a:cubicBezTo>
                  <a:cubicBezTo>
                    <a:pt x="2953" y="1"/>
                    <a:pt x="2949" y="1"/>
                    <a:pt x="294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1"/>
            <p:cNvSpPr/>
            <p:nvPr/>
          </p:nvSpPr>
          <p:spPr>
            <a:xfrm>
              <a:off x="6173730" y="4409846"/>
              <a:ext cx="315673" cy="140242"/>
            </a:xfrm>
            <a:custGeom>
              <a:avLst/>
              <a:gdLst/>
              <a:ahLst/>
              <a:cxnLst/>
              <a:rect l="l" t="t" r="r" b="b"/>
              <a:pathLst>
                <a:path w="6091" h="2706" extrusionOk="0">
                  <a:moveTo>
                    <a:pt x="2840" y="0"/>
                  </a:moveTo>
                  <a:cubicBezTo>
                    <a:pt x="2772" y="0"/>
                    <a:pt x="2694" y="45"/>
                    <a:pt x="2632" y="107"/>
                  </a:cubicBezTo>
                  <a:cubicBezTo>
                    <a:pt x="2456" y="232"/>
                    <a:pt x="2231" y="282"/>
                    <a:pt x="2030" y="307"/>
                  </a:cubicBezTo>
                  <a:cubicBezTo>
                    <a:pt x="1790" y="349"/>
                    <a:pt x="1549" y="369"/>
                    <a:pt x="1308" y="369"/>
                  </a:cubicBezTo>
                  <a:cubicBezTo>
                    <a:pt x="973" y="369"/>
                    <a:pt x="637" y="330"/>
                    <a:pt x="301" y="257"/>
                  </a:cubicBezTo>
                  <a:lnTo>
                    <a:pt x="301" y="257"/>
                  </a:lnTo>
                  <a:cubicBezTo>
                    <a:pt x="376" y="533"/>
                    <a:pt x="251" y="784"/>
                    <a:pt x="176" y="1059"/>
                  </a:cubicBezTo>
                  <a:cubicBezTo>
                    <a:pt x="25" y="1611"/>
                    <a:pt x="0" y="2488"/>
                    <a:pt x="702" y="2663"/>
                  </a:cubicBezTo>
                  <a:cubicBezTo>
                    <a:pt x="820" y="2693"/>
                    <a:pt x="942" y="2703"/>
                    <a:pt x="1064" y="2703"/>
                  </a:cubicBezTo>
                  <a:cubicBezTo>
                    <a:pt x="1255" y="2703"/>
                    <a:pt x="1447" y="2679"/>
                    <a:pt x="1629" y="2663"/>
                  </a:cubicBezTo>
                  <a:cubicBezTo>
                    <a:pt x="1814" y="2649"/>
                    <a:pt x="2000" y="2643"/>
                    <a:pt x="2187" y="2643"/>
                  </a:cubicBezTo>
                  <a:cubicBezTo>
                    <a:pt x="2810" y="2643"/>
                    <a:pt x="3438" y="2705"/>
                    <a:pt x="4053" y="2705"/>
                  </a:cubicBezTo>
                  <a:cubicBezTo>
                    <a:pt x="4526" y="2705"/>
                    <a:pt x="4991" y="2669"/>
                    <a:pt x="5439" y="2538"/>
                  </a:cubicBezTo>
                  <a:cubicBezTo>
                    <a:pt x="5714" y="2463"/>
                    <a:pt x="6040" y="2262"/>
                    <a:pt x="6090" y="2012"/>
                  </a:cubicBezTo>
                  <a:cubicBezTo>
                    <a:pt x="6090" y="1962"/>
                    <a:pt x="6090" y="1886"/>
                    <a:pt x="6090" y="1836"/>
                  </a:cubicBezTo>
                  <a:cubicBezTo>
                    <a:pt x="6015" y="1561"/>
                    <a:pt x="5689" y="1435"/>
                    <a:pt x="5389" y="1360"/>
                  </a:cubicBezTo>
                  <a:cubicBezTo>
                    <a:pt x="5138" y="1310"/>
                    <a:pt x="4862" y="1260"/>
                    <a:pt x="4612" y="1210"/>
                  </a:cubicBezTo>
                  <a:cubicBezTo>
                    <a:pt x="4411" y="1134"/>
                    <a:pt x="4261" y="1034"/>
                    <a:pt x="4085" y="959"/>
                  </a:cubicBezTo>
                  <a:cubicBezTo>
                    <a:pt x="3659" y="733"/>
                    <a:pt x="3283" y="558"/>
                    <a:pt x="3008" y="132"/>
                  </a:cubicBezTo>
                  <a:cubicBezTo>
                    <a:pt x="2983" y="82"/>
                    <a:pt x="2933" y="32"/>
                    <a:pt x="2882" y="7"/>
                  </a:cubicBezTo>
                  <a:cubicBezTo>
                    <a:pt x="2869" y="2"/>
                    <a:pt x="2855" y="0"/>
                    <a:pt x="28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1"/>
            <p:cNvSpPr/>
            <p:nvPr/>
          </p:nvSpPr>
          <p:spPr>
            <a:xfrm>
              <a:off x="5620389" y="2885919"/>
              <a:ext cx="435184" cy="1491039"/>
            </a:xfrm>
            <a:custGeom>
              <a:avLst/>
              <a:gdLst/>
              <a:ahLst/>
              <a:cxnLst/>
              <a:rect l="l" t="t" r="r" b="b"/>
              <a:pathLst>
                <a:path w="8397" h="28770" extrusionOk="0">
                  <a:moveTo>
                    <a:pt x="3635" y="1"/>
                  </a:moveTo>
                  <a:cubicBezTo>
                    <a:pt x="3304" y="1"/>
                    <a:pt x="2977" y="81"/>
                    <a:pt x="2682" y="264"/>
                  </a:cubicBezTo>
                  <a:cubicBezTo>
                    <a:pt x="2156" y="564"/>
                    <a:pt x="1880" y="1066"/>
                    <a:pt x="1604" y="1592"/>
                  </a:cubicBezTo>
                  <a:cubicBezTo>
                    <a:pt x="1454" y="1918"/>
                    <a:pt x="1304" y="2219"/>
                    <a:pt x="1153" y="2544"/>
                  </a:cubicBezTo>
                  <a:cubicBezTo>
                    <a:pt x="802" y="3221"/>
                    <a:pt x="477" y="3923"/>
                    <a:pt x="276" y="4650"/>
                  </a:cubicBezTo>
                  <a:cubicBezTo>
                    <a:pt x="51" y="5402"/>
                    <a:pt x="0" y="6204"/>
                    <a:pt x="201" y="6930"/>
                  </a:cubicBezTo>
                  <a:cubicBezTo>
                    <a:pt x="351" y="7407"/>
                    <a:pt x="627" y="7657"/>
                    <a:pt x="827" y="8058"/>
                  </a:cubicBezTo>
                  <a:cubicBezTo>
                    <a:pt x="1103" y="8584"/>
                    <a:pt x="1279" y="9161"/>
                    <a:pt x="1304" y="9737"/>
                  </a:cubicBezTo>
                  <a:cubicBezTo>
                    <a:pt x="1329" y="10138"/>
                    <a:pt x="1254" y="10564"/>
                    <a:pt x="1254" y="10965"/>
                  </a:cubicBezTo>
                  <a:cubicBezTo>
                    <a:pt x="1203" y="11918"/>
                    <a:pt x="1404" y="12845"/>
                    <a:pt x="1629" y="13747"/>
                  </a:cubicBezTo>
                  <a:cubicBezTo>
                    <a:pt x="1730" y="14098"/>
                    <a:pt x="1855" y="14449"/>
                    <a:pt x="1855" y="14825"/>
                  </a:cubicBezTo>
                  <a:cubicBezTo>
                    <a:pt x="1880" y="15126"/>
                    <a:pt x="1830" y="15427"/>
                    <a:pt x="1805" y="15752"/>
                  </a:cubicBezTo>
                  <a:cubicBezTo>
                    <a:pt x="1755" y="16554"/>
                    <a:pt x="1905" y="17382"/>
                    <a:pt x="1955" y="18209"/>
                  </a:cubicBezTo>
                  <a:cubicBezTo>
                    <a:pt x="2005" y="19036"/>
                    <a:pt x="1830" y="19712"/>
                    <a:pt x="1529" y="20489"/>
                  </a:cubicBezTo>
                  <a:cubicBezTo>
                    <a:pt x="1329" y="20991"/>
                    <a:pt x="1203" y="21517"/>
                    <a:pt x="1203" y="22043"/>
                  </a:cubicBezTo>
                  <a:cubicBezTo>
                    <a:pt x="1203" y="22845"/>
                    <a:pt x="1329" y="23697"/>
                    <a:pt x="1103" y="24474"/>
                  </a:cubicBezTo>
                  <a:cubicBezTo>
                    <a:pt x="1028" y="24725"/>
                    <a:pt x="928" y="24950"/>
                    <a:pt x="827" y="25176"/>
                  </a:cubicBezTo>
                  <a:cubicBezTo>
                    <a:pt x="426" y="26179"/>
                    <a:pt x="251" y="27256"/>
                    <a:pt x="101" y="28309"/>
                  </a:cubicBezTo>
                  <a:cubicBezTo>
                    <a:pt x="76" y="28359"/>
                    <a:pt x="126" y="28434"/>
                    <a:pt x="176" y="28434"/>
                  </a:cubicBezTo>
                  <a:cubicBezTo>
                    <a:pt x="552" y="28484"/>
                    <a:pt x="1830" y="28735"/>
                    <a:pt x="1930" y="28735"/>
                  </a:cubicBezTo>
                  <a:cubicBezTo>
                    <a:pt x="2128" y="28760"/>
                    <a:pt x="2322" y="28770"/>
                    <a:pt x="2513" y="28770"/>
                  </a:cubicBezTo>
                  <a:cubicBezTo>
                    <a:pt x="3155" y="28770"/>
                    <a:pt x="3769" y="28661"/>
                    <a:pt x="4389" y="28661"/>
                  </a:cubicBezTo>
                  <a:cubicBezTo>
                    <a:pt x="4686" y="28661"/>
                    <a:pt x="4984" y="28686"/>
                    <a:pt x="5289" y="28760"/>
                  </a:cubicBezTo>
                  <a:cubicBezTo>
                    <a:pt x="5339" y="28760"/>
                    <a:pt x="5389" y="28735"/>
                    <a:pt x="5414" y="28685"/>
                  </a:cubicBezTo>
                  <a:cubicBezTo>
                    <a:pt x="6291" y="26279"/>
                    <a:pt x="6968" y="23823"/>
                    <a:pt x="7419" y="21316"/>
                  </a:cubicBezTo>
                  <a:cubicBezTo>
                    <a:pt x="7569" y="20590"/>
                    <a:pt x="7469" y="19888"/>
                    <a:pt x="7494" y="19186"/>
                  </a:cubicBezTo>
                  <a:cubicBezTo>
                    <a:pt x="7494" y="18910"/>
                    <a:pt x="7594" y="18509"/>
                    <a:pt x="7670" y="18259"/>
                  </a:cubicBezTo>
                  <a:cubicBezTo>
                    <a:pt x="8071" y="16830"/>
                    <a:pt x="8396" y="15477"/>
                    <a:pt x="8146" y="13998"/>
                  </a:cubicBezTo>
                  <a:cubicBezTo>
                    <a:pt x="8071" y="13522"/>
                    <a:pt x="8021" y="13046"/>
                    <a:pt x="7970" y="12569"/>
                  </a:cubicBezTo>
                  <a:cubicBezTo>
                    <a:pt x="7845" y="11266"/>
                    <a:pt x="7795" y="9938"/>
                    <a:pt x="7720" y="8635"/>
                  </a:cubicBezTo>
                  <a:cubicBezTo>
                    <a:pt x="7670" y="7356"/>
                    <a:pt x="7494" y="6128"/>
                    <a:pt x="7294" y="4875"/>
                  </a:cubicBezTo>
                  <a:cubicBezTo>
                    <a:pt x="7244" y="4424"/>
                    <a:pt x="7294" y="4023"/>
                    <a:pt x="7143" y="3572"/>
                  </a:cubicBezTo>
                  <a:cubicBezTo>
                    <a:pt x="6943" y="2970"/>
                    <a:pt x="6717" y="2394"/>
                    <a:pt x="6391" y="1893"/>
                  </a:cubicBezTo>
                  <a:cubicBezTo>
                    <a:pt x="5940" y="1116"/>
                    <a:pt x="5264" y="439"/>
                    <a:pt x="4411" y="138"/>
                  </a:cubicBezTo>
                  <a:cubicBezTo>
                    <a:pt x="4158" y="50"/>
                    <a:pt x="3895" y="1"/>
                    <a:pt x="36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1"/>
            <p:cNvSpPr/>
            <p:nvPr/>
          </p:nvSpPr>
          <p:spPr>
            <a:xfrm>
              <a:off x="5713882" y="2231415"/>
              <a:ext cx="478097" cy="829271"/>
            </a:xfrm>
            <a:custGeom>
              <a:avLst/>
              <a:gdLst/>
              <a:ahLst/>
              <a:cxnLst/>
              <a:rect l="l" t="t" r="r" b="b"/>
              <a:pathLst>
                <a:path w="9225" h="16001" extrusionOk="0">
                  <a:moveTo>
                    <a:pt x="5703" y="0"/>
                  </a:moveTo>
                  <a:cubicBezTo>
                    <a:pt x="5565" y="0"/>
                    <a:pt x="5427" y="19"/>
                    <a:pt x="5289" y="60"/>
                  </a:cubicBezTo>
                  <a:cubicBezTo>
                    <a:pt x="5114" y="111"/>
                    <a:pt x="4963" y="186"/>
                    <a:pt x="4838" y="286"/>
                  </a:cubicBezTo>
                  <a:cubicBezTo>
                    <a:pt x="3785" y="938"/>
                    <a:pt x="2883" y="1840"/>
                    <a:pt x="2357" y="2968"/>
                  </a:cubicBezTo>
                  <a:cubicBezTo>
                    <a:pt x="1931" y="3920"/>
                    <a:pt x="1705" y="4923"/>
                    <a:pt x="1530" y="5925"/>
                  </a:cubicBezTo>
                  <a:cubicBezTo>
                    <a:pt x="1405" y="6523"/>
                    <a:pt x="366" y="13620"/>
                    <a:pt x="8" y="13620"/>
                  </a:cubicBezTo>
                  <a:cubicBezTo>
                    <a:pt x="6" y="13620"/>
                    <a:pt x="3" y="13620"/>
                    <a:pt x="1" y="13619"/>
                  </a:cubicBezTo>
                  <a:lnTo>
                    <a:pt x="1" y="13619"/>
                  </a:lnTo>
                  <a:cubicBezTo>
                    <a:pt x="402" y="13745"/>
                    <a:pt x="828" y="13845"/>
                    <a:pt x="1254" y="13995"/>
                  </a:cubicBezTo>
                  <a:cubicBezTo>
                    <a:pt x="1831" y="14221"/>
                    <a:pt x="2432" y="14447"/>
                    <a:pt x="3008" y="14697"/>
                  </a:cubicBezTo>
                  <a:cubicBezTo>
                    <a:pt x="4161" y="15173"/>
                    <a:pt x="5289" y="15700"/>
                    <a:pt x="6517" y="16000"/>
                  </a:cubicBezTo>
                  <a:cubicBezTo>
                    <a:pt x="6668" y="15875"/>
                    <a:pt x="6793" y="15750"/>
                    <a:pt x="6918" y="15524"/>
                  </a:cubicBezTo>
                  <a:cubicBezTo>
                    <a:pt x="7194" y="14898"/>
                    <a:pt x="7420" y="14171"/>
                    <a:pt x="7520" y="13494"/>
                  </a:cubicBezTo>
                  <a:cubicBezTo>
                    <a:pt x="7896" y="11013"/>
                    <a:pt x="8096" y="8331"/>
                    <a:pt x="8723" y="5900"/>
                  </a:cubicBezTo>
                  <a:cubicBezTo>
                    <a:pt x="9024" y="4797"/>
                    <a:pt x="9224" y="3544"/>
                    <a:pt x="8898" y="2416"/>
                  </a:cubicBezTo>
                  <a:cubicBezTo>
                    <a:pt x="8723" y="1865"/>
                    <a:pt x="8372" y="1364"/>
                    <a:pt x="7946" y="963"/>
                  </a:cubicBezTo>
                  <a:cubicBezTo>
                    <a:pt x="7394" y="487"/>
                    <a:pt x="6718" y="186"/>
                    <a:pt x="6041" y="35"/>
                  </a:cubicBezTo>
                  <a:cubicBezTo>
                    <a:pt x="5928" y="13"/>
                    <a:pt x="5816" y="0"/>
                    <a:pt x="570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1"/>
            <p:cNvSpPr/>
            <p:nvPr/>
          </p:nvSpPr>
          <p:spPr>
            <a:xfrm>
              <a:off x="5838574" y="2420422"/>
              <a:ext cx="622277" cy="841605"/>
            </a:xfrm>
            <a:custGeom>
              <a:avLst/>
              <a:gdLst/>
              <a:ahLst/>
              <a:cxnLst/>
              <a:rect l="l" t="t" r="r" b="b"/>
              <a:pathLst>
                <a:path w="12007" h="16239" extrusionOk="0">
                  <a:moveTo>
                    <a:pt x="1913" y="0"/>
                  </a:moveTo>
                  <a:cubicBezTo>
                    <a:pt x="1827" y="0"/>
                    <a:pt x="1741" y="8"/>
                    <a:pt x="1655" y="23"/>
                  </a:cubicBezTo>
                  <a:cubicBezTo>
                    <a:pt x="928" y="148"/>
                    <a:pt x="402" y="774"/>
                    <a:pt x="201" y="1476"/>
                  </a:cubicBezTo>
                  <a:cubicBezTo>
                    <a:pt x="1" y="2178"/>
                    <a:pt x="51" y="2905"/>
                    <a:pt x="126" y="3632"/>
                  </a:cubicBezTo>
                  <a:cubicBezTo>
                    <a:pt x="227" y="4308"/>
                    <a:pt x="327" y="5010"/>
                    <a:pt x="653" y="5637"/>
                  </a:cubicBezTo>
                  <a:cubicBezTo>
                    <a:pt x="953" y="6238"/>
                    <a:pt x="1404" y="6739"/>
                    <a:pt x="1755" y="7316"/>
                  </a:cubicBezTo>
                  <a:cubicBezTo>
                    <a:pt x="2056" y="7867"/>
                    <a:pt x="2232" y="8469"/>
                    <a:pt x="2507" y="9045"/>
                  </a:cubicBezTo>
                  <a:cubicBezTo>
                    <a:pt x="2983" y="10048"/>
                    <a:pt x="3811" y="10524"/>
                    <a:pt x="4738" y="10950"/>
                  </a:cubicBezTo>
                  <a:cubicBezTo>
                    <a:pt x="5039" y="11075"/>
                    <a:pt x="5364" y="11226"/>
                    <a:pt x="5690" y="11376"/>
                  </a:cubicBezTo>
                  <a:cubicBezTo>
                    <a:pt x="7144" y="12053"/>
                    <a:pt x="8547" y="12880"/>
                    <a:pt x="9826" y="13882"/>
                  </a:cubicBezTo>
                  <a:cubicBezTo>
                    <a:pt x="9450" y="14233"/>
                    <a:pt x="9099" y="14684"/>
                    <a:pt x="9074" y="15186"/>
                  </a:cubicBezTo>
                  <a:cubicBezTo>
                    <a:pt x="9049" y="15700"/>
                    <a:pt x="9432" y="16239"/>
                    <a:pt x="9918" y="16239"/>
                  </a:cubicBezTo>
                  <a:cubicBezTo>
                    <a:pt x="9929" y="16239"/>
                    <a:pt x="9940" y="16239"/>
                    <a:pt x="9951" y="16238"/>
                  </a:cubicBezTo>
                  <a:cubicBezTo>
                    <a:pt x="10252" y="15912"/>
                    <a:pt x="10302" y="15436"/>
                    <a:pt x="10502" y="15035"/>
                  </a:cubicBezTo>
                  <a:cubicBezTo>
                    <a:pt x="10778" y="14534"/>
                    <a:pt x="11630" y="14534"/>
                    <a:pt x="11806" y="14158"/>
                  </a:cubicBezTo>
                  <a:cubicBezTo>
                    <a:pt x="12006" y="13757"/>
                    <a:pt x="11555" y="13206"/>
                    <a:pt x="11329" y="12930"/>
                  </a:cubicBezTo>
                  <a:cubicBezTo>
                    <a:pt x="10703" y="12103"/>
                    <a:pt x="9700" y="11627"/>
                    <a:pt x="9049" y="10825"/>
                  </a:cubicBezTo>
                  <a:cubicBezTo>
                    <a:pt x="8823" y="10549"/>
                    <a:pt x="8673" y="10198"/>
                    <a:pt x="8472" y="9897"/>
                  </a:cubicBezTo>
                  <a:cubicBezTo>
                    <a:pt x="8121" y="9396"/>
                    <a:pt x="7695" y="8970"/>
                    <a:pt x="7194" y="8669"/>
                  </a:cubicBezTo>
                  <a:cubicBezTo>
                    <a:pt x="6217" y="8043"/>
                    <a:pt x="5866" y="7165"/>
                    <a:pt x="5389" y="6138"/>
                  </a:cubicBezTo>
                  <a:cubicBezTo>
                    <a:pt x="5239" y="5837"/>
                    <a:pt x="5089" y="5511"/>
                    <a:pt x="4988" y="5160"/>
                  </a:cubicBezTo>
                  <a:cubicBezTo>
                    <a:pt x="4888" y="4734"/>
                    <a:pt x="4888" y="4283"/>
                    <a:pt x="4838" y="3832"/>
                  </a:cubicBezTo>
                  <a:cubicBezTo>
                    <a:pt x="4738" y="3206"/>
                    <a:pt x="4487" y="2604"/>
                    <a:pt x="4212" y="2028"/>
                  </a:cubicBezTo>
                  <a:cubicBezTo>
                    <a:pt x="3961" y="1501"/>
                    <a:pt x="3660" y="975"/>
                    <a:pt x="3234" y="574"/>
                  </a:cubicBezTo>
                  <a:cubicBezTo>
                    <a:pt x="2872" y="233"/>
                    <a:pt x="2400" y="0"/>
                    <a:pt x="191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1"/>
            <p:cNvSpPr/>
            <p:nvPr/>
          </p:nvSpPr>
          <p:spPr>
            <a:xfrm>
              <a:off x="6026960" y="2233643"/>
              <a:ext cx="288413" cy="336041"/>
            </a:xfrm>
            <a:custGeom>
              <a:avLst/>
              <a:gdLst/>
              <a:ahLst/>
              <a:cxnLst/>
              <a:rect l="l" t="t" r="r" b="b"/>
              <a:pathLst>
                <a:path w="5565" h="6484" extrusionOk="0">
                  <a:moveTo>
                    <a:pt x="1772" y="1"/>
                  </a:moveTo>
                  <a:cubicBezTo>
                    <a:pt x="1596" y="1"/>
                    <a:pt x="1421" y="29"/>
                    <a:pt x="1253" y="93"/>
                  </a:cubicBezTo>
                  <a:cubicBezTo>
                    <a:pt x="1028" y="168"/>
                    <a:pt x="827" y="343"/>
                    <a:pt x="677" y="544"/>
                  </a:cubicBezTo>
                  <a:cubicBezTo>
                    <a:pt x="526" y="719"/>
                    <a:pt x="401" y="970"/>
                    <a:pt x="351" y="1195"/>
                  </a:cubicBezTo>
                  <a:cubicBezTo>
                    <a:pt x="0" y="2449"/>
                    <a:pt x="476" y="3977"/>
                    <a:pt x="1003" y="5105"/>
                  </a:cubicBezTo>
                  <a:cubicBezTo>
                    <a:pt x="1203" y="5506"/>
                    <a:pt x="1278" y="6208"/>
                    <a:pt x="1729" y="6434"/>
                  </a:cubicBezTo>
                  <a:cubicBezTo>
                    <a:pt x="1805" y="6469"/>
                    <a:pt x="1875" y="6483"/>
                    <a:pt x="1942" y="6483"/>
                  </a:cubicBezTo>
                  <a:cubicBezTo>
                    <a:pt x="2161" y="6483"/>
                    <a:pt x="2339" y="6323"/>
                    <a:pt x="2531" y="6208"/>
                  </a:cubicBezTo>
                  <a:cubicBezTo>
                    <a:pt x="2857" y="6058"/>
                    <a:pt x="3183" y="5932"/>
                    <a:pt x="3509" y="5757"/>
                  </a:cubicBezTo>
                  <a:cubicBezTo>
                    <a:pt x="4186" y="5406"/>
                    <a:pt x="4887" y="5005"/>
                    <a:pt x="5564" y="4604"/>
                  </a:cubicBezTo>
                  <a:cubicBezTo>
                    <a:pt x="5188" y="2900"/>
                    <a:pt x="4386" y="1170"/>
                    <a:pt x="2857" y="318"/>
                  </a:cubicBezTo>
                  <a:cubicBezTo>
                    <a:pt x="2533" y="130"/>
                    <a:pt x="2150" y="1"/>
                    <a:pt x="17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p:cNvSpPr/>
            <p:nvPr/>
          </p:nvSpPr>
          <p:spPr>
            <a:xfrm>
              <a:off x="5919111" y="1982031"/>
              <a:ext cx="250735" cy="359207"/>
            </a:xfrm>
            <a:custGeom>
              <a:avLst/>
              <a:gdLst/>
              <a:ahLst/>
              <a:cxnLst/>
              <a:rect l="l" t="t" r="r" b="b"/>
              <a:pathLst>
                <a:path w="4838" h="6931" extrusionOk="0">
                  <a:moveTo>
                    <a:pt x="3339" y="0"/>
                  </a:moveTo>
                  <a:cubicBezTo>
                    <a:pt x="2575" y="0"/>
                    <a:pt x="1711" y="469"/>
                    <a:pt x="1429" y="1163"/>
                  </a:cubicBezTo>
                  <a:cubicBezTo>
                    <a:pt x="1229" y="1690"/>
                    <a:pt x="1229" y="2241"/>
                    <a:pt x="1179" y="2792"/>
                  </a:cubicBezTo>
                  <a:cubicBezTo>
                    <a:pt x="1129" y="3294"/>
                    <a:pt x="1028" y="3770"/>
                    <a:pt x="903" y="4196"/>
                  </a:cubicBezTo>
                  <a:cubicBezTo>
                    <a:pt x="728" y="4772"/>
                    <a:pt x="502" y="5299"/>
                    <a:pt x="277" y="5900"/>
                  </a:cubicBezTo>
                  <a:cubicBezTo>
                    <a:pt x="1" y="6702"/>
                    <a:pt x="978" y="6928"/>
                    <a:pt x="1605" y="6928"/>
                  </a:cubicBezTo>
                  <a:cubicBezTo>
                    <a:pt x="1647" y="6930"/>
                    <a:pt x="1688" y="6931"/>
                    <a:pt x="1730" y="6931"/>
                  </a:cubicBezTo>
                  <a:cubicBezTo>
                    <a:pt x="2161" y="6931"/>
                    <a:pt x="2574" y="6819"/>
                    <a:pt x="3008" y="6727"/>
                  </a:cubicBezTo>
                  <a:cubicBezTo>
                    <a:pt x="3084" y="6727"/>
                    <a:pt x="3184" y="6702"/>
                    <a:pt x="3259" y="6627"/>
                  </a:cubicBezTo>
                  <a:cubicBezTo>
                    <a:pt x="3284" y="6552"/>
                    <a:pt x="3309" y="6477"/>
                    <a:pt x="3309" y="6401"/>
                  </a:cubicBezTo>
                  <a:cubicBezTo>
                    <a:pt x="3359" y="5725"/>
                    <a:pt x="3409" y="4772"/>
                    <a:pt x="3785" y="4171"/>
                  </a:cubicBezTo>
                  <a:cubicBezTo>
                    <a:pt x="4011" y="3845"/>
                    <a:pt x="4337" y="3544"/>
                    <a:pt x="4387" y="3118"/>
                  </a:cubicBezTo>
                  <a:cubicBezTo>
                    <a:pt x="4487" y="2266"/>
                    <a:pt x="4838" y="311"/>
                    <a:pt x="3685" y="35"/>
                  </a:cubicBezTo>
                  <a:cubicBezTo>
                    <a:pt x="3574" y="12"/>
                    <a:pt x="3457" y="0"/>
                    <a:pt x="3339"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p:cNvSpPr/>
            <p:nvPr/>
          </p:nvSpPr>
          <p:spPr>
            <a:xfrm>
              <a:off x="5955493" y="1910926"/>
              <a:ext cx="223474" cy="222127"/>
            </a:xfrm>
            <a:custGeom>
              <a:avLst/>
              <a:gdLst/>
              <a:ahLst/>
              <a:cxnLst/>
              <a:rect l="l" t="t" r="r" b="b"/>
              <a:pathLst>
                <a:path w="4312" h="4286" extrusionOk="0">
                  <a:moveTo>
                    <a:pt x="3254" y="0"/>
                  </a:moveTo>
                  <a:cubicBezTo>
                    <a:pt x="2939" y="0"/>
                    <a:pt x="2632" y="102"/>
                    <a:pt x="2407" y="305"/>
                  </a:cubicBezTo>
                  <a:cubicBezTo>
                    <a:pt x="2281" y="405"/>
                    <a:pt x="2181" y="530"/>
                    <a:pt x="2056" y="605"/>
                  </a:cubicBezTo>
                  <a:cubicBezTo>
                    <a:pt x="1981" y="630"/>
                    <a:pt x="1905" y="630"/>
                    <a:pt x="1830" y="655"/>
                  </a:cubicBezTo>
                  <a:cubicBezTo>
                    <a:pt x="1154" y="756"/>
                    <a:pt x="552" y="1182"/>
                    <a:pt x="176" y="1758"/>
                  </a:cubicBezTo>
                  <a:cubicBezTo>
                    <a:pt x="101" y="1884"/>
                    <a:pt x="26" y="2034"/>
                    <a:pt x="26" y="2184"/>
                  </a:cubicBezTo>
                  <a:cubicBezTo>
                    <a:pt x="1" y="2285"/>
                    <a:pt x="26" y="2410"/>
                    <a:pt x="26" y="2535"/>
                  </a:cubicBezTo>
                  <a:cubicBezTo>
                    <a:pt x="76" y="2811"/>
                    <a:pt x="126" y="3087"/>
                    <a:pt x="201" y="3362"/>
                  </a:cubicBezTo>
                  <a:cubicBezTo>
                    <a:pt x="226" y="3488"/>
                    <a:pt x="276" y="3613"/>
                    <a:pt x="276" y="3738"/>
                  </a:cubicBezTo>
                  <a:cubicBezTo>
                    <a:pt x="276" y="3838"/>
                    <a:pt x="251" y="3939"/>
                    <a:pt x="301" y="4039"/>
                  </a:cubicBezTo>
                  <a:cubicBezTo>
                    <a:pt x="354" y="4216"/>
                    <a:pt x="453" y="4285"/>
                    <a:pt x="565" y="4285"/>
                  </a:cubicBezTo>
                  <a:cubicBezTo>
                    <a:pt x="721" y="4285"/>
                    <a:pt x="901" y="4150"/>
                    <a:pt x="1003" y="3989"/>
                  </a:cubicBezTo>
                  <a:cubicBezTo>
                    <a:pt x="1128" y="3763"/>
                    <a:pt x="1229" y="3513"/>
                    <a:pt x="1304" y="3262"/>
                  </a:cubicBezTo>
                  <a:cubicBezTo>
                    <a:pt x="1429" y="2961"/>
                    <a:pt x="1580" y="2635"/>
                    <a:pt x="1855" y="2435"/>
                  </a:cubicBezTo>
                  <a:cubicBezTo>
                    <a:pt x="2106" y="2260"/>
                    <a:pt x="2432" y="2184"/>
                    <a:pt x="2758" y="2134"/>
                  </a:cubicBezTo>
                  <a:cubicBezTo>
                    <a:pt x="3108" y="2084"/>
                    <a:pt x="3585" y="2034"/>
                    <a:pt x="3810" y="1783"/>
                  </a:cubicBezTo>
                  <a:cubicBezTo>
                    <a:pt x="4086" y="1483"/>
                    <a:pt x="4311" y="1107"/>
                    <a:pt x="4261" y="706"/>
                  </a:cubicBezTo>
                  <a:cubicBezTo>
                    <a:pt x="4261" y="605"/>
                    <a:pt x="4236" y="505"/>
                    <a:pt x="4186" y="405"/>
                  </a:cubicBezTo>
                  <a:cubicBezTo>
                    <a:pt x="4136" y="330"/>
                    <a:pt x="4036" y="254"/>
                    <a:pt x="3961" y="179"/>
                  </a:cubicBezTo>
                  <a:cubicBezTo>
                    <a:pt x="3785" y="79"/>
                    <a:pt x="3560" y="4"/>
                    <a:pt x="3359" y="4"/>
                  </a:cubicBezTo>
                  <a:cubicBezTo>
                    <a:pt x="3324" y="1"/>
                    <a:pt x="3289" y="0"/>
                    <a:pt x="325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p:cNvSpPr/>
            <p:nvPr/>
          </p:nvSpPr>
          <p:spPr>
            <a:xfrm>
              <a:off x="6013952" y="2883949"/>
              <a:ext cx="33842" cy="31614"/>
            </a:xfrm>
            <a:custGeom>
              <a:avLst/>
              <a:gdLst/>
              <a:ahLst/>
              <a:cxnLst/>
              <a:rect l="l" t="t" r="r" b="b"/>
              <a:pathLst>
                <a:path w="653" h="610" extrusionOk="0">
                  <a:moveTo>
                    <a:pt x="26" y="1"/>
                  </a:moveTo>
                  <a:cubicBezTo>
                    <a:pt x="0" y="101"/>
                    <a:pt x="0" y="201"/>
                    <a:pt x="26" y="277"/>
                  </a:cubicBezTo>
                  <a:cubicBezTo>
                    <a:pt x="51" y="427"/>
                    <a:pt x="176" y="527"/>
                    <a:pt x="326" y="577"/>
                  </a:cubicBezTo>
                  <a:cubicBezTo>
                    <a:pt x="351" y="602"/>
                    <a:pt x="376" y="602"/>
                    <a:pt x="401" y="602"/>
                  </a:cubicBezTo>
                  <a:cubicBezTo>
                    <a:pt x="420" y="607"/>
                    <a:pt x="437" y="609"/>
                    <a:pt x="454" y="609"/>
                  </a:cubicBezTo>
                  <a:cubicBezTo>
                    <a:pt x="529" y="609"/>
                    <a:pt x="591" y="568"/>
                    <a:pt x="652" y="527"/>
                  </a:cubicBezTo>
                  <a:lnTo>
                    <a:pt x="26"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p:cNvSpPr/>
            <p:nvPr/>
          </p:nvSpPr>
          <p:spPr>
            <a:xfrm>
              <a:off x="5810018" y="2382434"/>
              <a:ext cx="275404" cy="310646"/>
            </a:xfrm>
            <a:custGeom>
              <a:avLst/>
              <a:gdLst/>
              <a:ahLst/>
              <a:cxnLst/>
              <a:rect l="l" t="t" r="r" b="b"/>
              <a:pathLst>
                <a:path w="5314" h="5994" extrusionOk="0">
                  <a:moveTo>
                    <a:pt x="2594" y="1"/>
                  </a:moveTo>
                  <a:cubicBezTo>
                    <a:pt x="2492" y="1"/>
                    <a:pt x="2388" y="10"/>
                    <a:pt x="2281" y="29"/>
                  </a:cubicBezTo>
                  <a:cubicBezTo>
                    <a:pt x="1730" y="129"/>
                    <a:pt x="1279" y="505"/>
                    <a:pt x="878" y="906"/>
                  </a:cubicBezTo>
                  <a:cubicBezTo>
                    <a:pt x="427" y="1357"/>
                    <a:pt x="176" y="1808"/>
                    <a:pt x="51" y="2360"/>
                  </a:cubicBezTo>
                  <a:cubicBezTo>
                    <a:pt x="26" y="2585"/>
                    <a:pt x="1" y="2836"/>
                    <a:pt x="26" y="3086"/>
                  </a:cubicBezTo>
                  <a:cubicBezTo>
                    <a:pt x="51" y="4064"/>
                    <a:pt x="301" y="5041"/>
                    <a:pt x="527" y="5994"/>
                  </a:cubicBezTo>
                  <a:cubicBezTo>
                    <a:pt x="1053" y="5467"/>
                    <a:pt x="1805" y="5242"/>
                    <a:pt x="2507" y="5016"/>
                  </a:cubicBezTo>
                  <a:cubicBezTo>
                    <a:pt x="3284" y="4791"/>
                    <a:pt x="4036" y="4565"/>
                    <a:pt x="4788" y="4314"/>
                  </a:cubicBezTo>
                  <a:cubicBezTo>
                    <a:pt x="4988" y="4264"/>
                    <a:pt x="5239" y="4164"/>
                    <a:pt x="5289" y="3939"/>
                  </a:cubicBezTo>
                  <a:cubicBezTo>
                    <a:pt x="5314" y="3863"/>
                    <a:pt x="5314" y="3788"/>
                    <a:pt x="5314" y="3713"/>
                  </a:cubicBezTo>
                  <a:cubicBezTo>
                    <a:pt x="5172" y="2368"/>
                    <a:pt x="4231" y="1"/>
                    <a:pt x="2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p:cNvSpPr/>
            <p:nvPr/>
          </p:nvSpPr>
          <p:spPr>
            <a:xfrm>
              <a:off x="6067228" y="2163109"/>
              <a:ext cx="69706" cy="97433"/>
            </a:xfrm>
            <a:custGeom>
              <a:avLst/>
              <a:gdLst/>
              <a:ahLst/>
              <a:cxnLst/>
              <a:rect l="l" t="t" r="r" b="b"/>
              <a:pathLst>
                <a:path w="1345" h="1880" extrusionOk="0">
                  <a:moveTo>
                    <a:pt x="1278" y="0"/>
                  </a:moveTo>
                  <a:cubicBezTo>
                    <a:pt x="1257" y="0"/>
                    <a:pt x="1225" y="15"/>
                    <a:pt x="1178" y="50"/>
                  </a:cubicBezTo>
                  <a:cubicBezTo>
                    <a:pt x="1078" y="150"/>
                    <a:pt x="952" y="175"/>
                    <a:pt x="802" y="201"/>
                  </a:cubicBezTo>
                  <a:cubicBezTo>
                    <a:pt x="744" y="212"/>
                    <a:pt x="684" y="217"/>
                    <a:pt x="624" y="217"/>
                  </a:cubicBezTo>
                  <a:cubicBezTo>
                    <a:pt x="423" y="217"/>
                    <a:pt x="212" y="164"/>
                    <a:pt x="0" y="125"/>
                  </a:cubicBezTo>
                  <a:lnTo>
                    <a:pt x="0" y="125"/>
                  </a:lnTo>
                  <a:cubicBezTo>
                    <a:pt x="0" y="125"/>
                    <a:pt x="0" y="125"/>
                    <a:pt x="25" y="150"/>
                  </a:cubicBezTo>
                  <a:cubicBezTo>
                    <a:pt x="50" y="201"/>
                    <a:pt x="100" y="276"/>
                    <a:pt x="100" y="301"/>
                  </a:cubicBezTo>
                  <a:cubicBezTo>
                    <a:pt x="150" y="401"/>
                    <a:pt x="201" y="501"/>
                    <a:pt x="226" y="602"/>
                  </a:cubicBezTo>
                  <a:cubicBezTo>
                    <a:pt x="369" y="1008"/>
                    <a:pt x="535" y="1415"/>
                    <a:pt x="529" y="1821"/>
                  </a:cubicBezTo>
                  <a:lnTo>
                    <a:pt x="529" y="1821"/>
                  </a:lnTo>
                  <a:cubicBezTo>
                    <a:pt x="549" y="1546"/>
                    <a:pt x="708" y="1310"/>
                    <a:pt x="802" y="1053"/>
                  </a:cubicBezTo>
                  <a:cubicBezTo>
                    <a:pt x="902" y="752"/>
                    <a:pt x="1078" y="501"/>
                    <a:pt x="1253" y="251"/>
                  </a:cubicBezTo>
                  <a:cubicBezTo>
                    <a:pt x="1292" y="155"/>
                    <a:pt x="1345" y="0"/>
                    <a:pt x="1278" y="0"/>
                  </a:cubicBezTo>
                  <a:close/>
                  <a:moveTo>
                    <a:pt x="529" y="1821"/>
                  </a:moveTo>
                  <a:cubicBezTo>
                    <a:pt x="527" y="1840"/>
                    <a:pt x="526" y="1860"/>
                    <a:pt x="526" y="1880"/>
                  </a:cubicBezTo>
                  <a:cubicBezTo>
                    <a:pt x="527" y="1860"/>
                    <a:pt x="528" y="1841"/>
                    <a:pt x="529" y="182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p:cNvSpPr/>
            <p:nvPr/>
          </p:nvSpPr>
          <p:spPr>
            <a:xfrm>
              <a:off x="6091897" y="2108536"/>
              <a:ext cx="39025" cy="20057"/>
            </a:xfrm>
            <a:custGeom>
              <a:avLst/>
              <a:gdLst/>
              <a:ahLst/>
              <a:cxnLst/>
              <a:rect l="l" t="t" r="r" b="b"/>
              <a:pathLst>
                <a:path w="753" h="387" extrusionOk="0">
                  <a:moveTo>
                    <a:pt x="0" y="0"/>
                  </a:moveTo>
                  <a:cubicBezTo>
                    <a:pt x="0" y="51"/>
                    <a:pt x="25" y="101"/>
                    <a:pt x="50" y="151"/>
                  </a:cubicBezTo>
                  <a:cubicBezTo>
                    <a:pt x="100" y="226"/>
                    <a:pt x="151" y="301"/>
                    <a:pt x="226" y="326"/>
                  </a:cubicBezTo>
                  <a:cubicBezTo>
                    <a:pt x="299" y="363"/>
                    <a:pt x="373" y="386"/>
                    <a:pt x="436" y="386"/>
                  </a:cubicBezTo>
                  <a:cubicBezTo>
                    <a:pt x="459" y="386"/>
                    <a:pt x="481" y="383"/>
                    <a:pt x="501" y="376"/>
                  </a:cubicBezTo>
                  <a:cubicBezTo>
                    <a:pt x="627" y="326"/>
                    <a:pt x="702" y="226"/>
                    <a:pt x="752" y="101"/>
                  </a:cubicBezTo>
                  <a:cubicBezTo>
                    <a:pt x="752" y="76"/>
                    <a:pt x="752" y="51"/>
                    <a:pt x="727" y="5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1" name="Google Shape;901;p32"/>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2"/>
                </a:solidFill>
              </a:rPr>
              <a:t>Overview</a:t>
            </a:r>
            <a:endParaRPr dirty="0"/>
          </a:p>
        </p:txBody>
      </p:sp>
      <p:sp>
        <p:nvSpPr>
          <p:cNvPr id="10" name="TextBox 9">
            <a:extLst>
              <a:ext uri="{FF2B5EF4-FFF2-40B4-BE49-F238E27FC236}">
                <a16:creationId xmlns:a16="http://schemas.microsoft.com/office/drawing/2014/main" id="{3EEB041D-0166-8094-4940-079F4BA256FD}"/>
              </a:ext>
            </a:extLst>
          </p:cNvPr>
          <p:cNvSpPr txBox="1"/>
          <p:nvPr/>
        </p:nvSpPr>
        <p:spPr>
          <a:xfrm>
            <a:off x="1063083" y="1516565"/>
            <a:ext cx="6884019" cy="3046988"/>
          </a:xfrm>
          <a:prstGeom prst="rect">
            <a:avLst/>
          </a:prstGeom>
          <a:noFill/>
        </p:spPr>
        <p:txBody>
          <a:bodyPr wrap="square" rtlCol="0">
            <a:sp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Generative AI</a:t>
            </a:r>
            <a:r>
              <a:rPr lang="en-US" sz="2400" dirty="0">
                <a:latin typeface="Times New Roman" panose="02020603050405020304" pitchFamily="18" charset="0"/>
                <a:cs typeface="Times New Roman" panose="02020603050405020304" pitchFamily="18" charset="0"/>
              </a:rPr>
              <a:t> is transforming city and architectural design by automating the process of creating complex structures and layouts.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offers potential in designing buildings, managing city resources, optimizing traffic, and planning sustainable environments.</a:t>
            </a:r>
          </a:p>
          <a:p>
            <a:pPr algn="just"/>
            <a:endParaRPr lang="en-IN" sz="2400" dirty="0">
              <a:latin typeface="Times New Roman" panose="02020603050405020304" pitchFamily="18" charset="0"/>
              <a:cs typeface="Times New Roman" panose="02020603050405020304" pitchFamily="18" charset="0"/>
            </a:endParaRPr>
          </a:p>
        </p:txBody>
      </p:sp>
      <p:cxnSp>
        <p:nvCxnSpPr>
          <p:cNvPr id="11" name="Google Shape;878;p31">
            <a:extLst>
              <a:ext uri="{FF2B5EF4-FFF2-40B4-BE49-F238E27FC236}">
                <a16:creationId xmlns:a16="http://schemas.microsoft.com/office/drawing/2014/main" id="{A73FFB63-3478-2B65-F41E-79CFEAD2BAA9}"/>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9">
          <a:extLst>
            <a:ext uri="{FF2B5EF4-FFF2-40B4-BE49-F238E27FC236}">
              <a16:creationId xmlns:a16="http://schemas.microsoft.com/office/drawing/2014/main" id="{E6C4362A-5AA2-1E7F-3315-934106A38D59}"/>
            </a:ext>
          </a:extLst>
        </p:cNvPr>
        <p:cNvGrpSpPr/>
        <p:nvPr/>
      </p:nvGrpSpPr>
      <p:grpSpPr>
        <a:xfrm>
          <a:off x="0" y="0"/>
          <a:ext cx="0" cy="0"/>
          <a:chOff x="0" y="0"/>
          <a:chExt cx="0" cy="0"/>
        </a:xfrm>
      </p:grpSpPr>
      <p:sp>
        <p:nvSpPr>
          <p:cNvPr id="901" name="Google Shape;901;p32">
            <a:extLst>
              <a:ext uri="{FF2B5EF4-FFF2-40B4-BE49-F238E27FC236}">
                <a16:creationId xmlns:a16="http://schemas.microsoft.com/office/drawing/2014/main" id="{EFA78974-1425-B739-BA72-1FFCB5790C1A}"/>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chemeClr val="dk2"/>
                </a:solidFill>
              </a:rPr>
              <a:t>Why </a:t>
            </a:r>
            <a:r>
              <a:rPr lang="en-IN" dirty="0"/>
              <a:t>it matters?</a:t>
            </a:r>
            <a:endParaRPr dirty="0"/>
          </a:p>
        </p:txBody>
      </p:sp>
      <p:sp>
        <p:nvSpPr>
          <p:cNvPr id="10" name="TextBox 9">
            <a:extLst>
              <a:ext uri="{FF2B5EF4-FFF2-40B4-BE49-F238E27FC236}">
                <a16:creationId xmlns:a16="http://schemas.microsoft.com/office/drawing/2014/main" id="{0FCC64A0-1C4F-4367-6AE5-B1D7DAA0B9E8}"/>
              </a:ext>
            </a:extLst>
          </p:cNvPr>
          <p:cNvSpPr txBox="1"/>
          <p:nvPr/>
        </p:nvSpPr>
        <p:spPr>
          <a:xfrm>
            <a:off x="594176" y="1546302"/>
            <a:ext cx="7359804" cy="2308324"/>
          </a:xfrm>
          <a:prstGeom prst="rect">
            <a:avLst/>
          </a:prstGeom>
          <a:noFill/>
        </p:spPr>
        <p:txBody>
          <a:bodyPr wrap="square" rtlCol="0">
            <a:spAutoFit/>
          </a:bodyPr>
          <a:lstStyle/>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Cities face rapid urbanization, and traditional planning methods are becoming inefficient.</a:t>
            </a:r>
          </a:p>
          <a:p>
            <a:pPr marL="800100" lvl="1"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AI-driven models can enhance decision-making, reducing time and costs.</a:t>
            </a:r>
          </a:p>
          <a:p>
            <a:pPr algn="just"/>
            <a:endParaRPr lang="en-IN" sz="2400" dirty="0">
              <a:latin typeface="Times New Roman" panose="02020603050405020304" pitchFamily="18" charset="0"/>
              <a:cs typeface="Times New Roman" panose="02020603050405020304" pitchFamily="18" charset="0"/>
            </a:endParaRPr>
          </a:p>
        </p:txBody>
      </p:sp>
      <p:cxnSp>
        <p:nvCxnSpPr>
          <p:cNvPr id="11" name="Google Shape;878;p31">
            <a:extLst>
              <a:ext uri="{FF2B5EF4-FFF2-40B4-BE49-F238E27FC236}">
                <a16:creationId xmlns:a16="http://schemas.microsoft.com/office/drawing/2014/main" id="{B143E64C-A62D-C0C9-6E2E-D7654221F6D5}"/>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218829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9">
          <a:extLst>
            <a:ext uri="{FF2B5EF4-FFF2-40B4-BE49-F238E27FC236}">
              <a16:creationId xmlns:a16="http://schemas.microsoft.com/office/drawing/2014/main" id="{03ECA894-DD59-5D35-0DF5-639499AFA831}"/>
            </a:ext>
          </a:extLst>
        </p:cNvPr>
        <p:cNvGrpSpPr/>
        <p:nvPr/>
      </p:nvGrpSpPr>
      <p:grpSpPr>
        <a:xfrm>
          <a:off x="0" y="0"/>
          <a:ext cx="0" cy="0"/>
          <a:chOff x="0" y="0"/>
          <a:chExt cx="0" cy="0"/>
        </a:xfrm>
      </p:grpSpPr>
      <p:sp>
        <p:nvSpPr>
          <p:cNvPr id="830" name="Google Shape;830;p31">
            <a:extLst>
              <a:ext uri="{FF2B5EF4-FFF2-40B4-BE49-F238E27FC236}">
                <a16:creationId xmlns:a16="http://schemas.microsoft.com/office/drawing/2014/main" id="{E015D323-85D7-38F7-2BEA-C40381A64C00}"/>
              </a:ext>
            </a:extLst>
          </p:cNvPr>
          <p:cNvSpPr txBox="1">
            <a:spLocks noGrp="1"/>
          </p:cNvSpPr>
          <p:nvPr>
            <p:ph type="title"/>
          </p:nvPr>
        </p:nvSpPr>
        <p:spPr>
          <a:xfrm>
            <a:off x="818325" y="2380401"/>
            <a:ext cx="4383600" cy="1581600"/>
          </a:xfrm>
          <a:prstGeom prst="rect">
            <a:avLst/>
          </a:prstGeom>
        </p:spPr>
        <p:txBody>
          <a:bodyPr spcFirstLastPara="1" wrap="square" lIns="91425" tIns="91425" rIns="91425" bIns="91425" anchor="t" anchorCtr="0">
            <a:noAutofit/>
          </a:bodyPr>
          <a:lstStyle/>
          <a:p>
            <a:r>
              <a:rPr lang="en-US" sz="2800" dirty="0"/>
              <a:t>State-of-the-Art Generative AI Models in Smart City Planning</a:t>
            </a:r>
            <a:endParaRPr lang="en-US" sz="2800" b="1" dirty="0"/>
          </a:p>
        </p:txBody>
      </p:sp>
      <p:sp>
        <p:nvSpPr>
          <p:cNvPr id="831" name="Google Shape;831;p31">
            <a:extLst>
              <a:ext uri="{FF2B5EF4-FFF2-40B4-BE49-F238E27FC236}">
                <a16:creationId xmlns:a16="http://schemas.microsoft.com/office/drawing/2014/main" id="{CA11A622-127F-718C-E877-4201B94D43D9}"/>
              </a:ext>
            </a:extLst>
          </p:cNvPr>
          <p:cNvSpPr txBox="1">
            <a:spLocks noGrp="1"/>
          </p:cNvSpPr>
          <p:nvPr>
            <p:ph type="title" idx="2"/>
          </p:nvPr>
        </p:nvSpPr>
        <p:spPr>
          <a:xfrm>
            <a:off x="818325" y="657900"/>
            <a:ext cx="2396400" cy="15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grpSp>
        <p:nvGrpSpPr>
          <p:cNvPr id="832" name="Google Shape;832;p31">
            <a:extLst>
              <a:ext uri="{FF2B5EF4-FFF2-40B4-BE49-F238E27FC236}">
                <a16:creationId xmlns:a16="http://schemas.microsoft.com/office/drawing/2014/main" id="{FE67EFAE-6226-FD01-F0A8-AF9549A624EA}"/>
              </a:ext>
            </a:extLst>
          </p:cNvPr>
          <p:cNvGrpSpPr/>
          <p:nvPr/>
        </p:nvGrpSpPr>
        <p:grpSpPr>
          <a:xfrm>
            <a:off x="4405009" y="3325337"/>
            <a:ext cx="877590" cy="1278503"/>
            <a:chOff x="4393218" y="3866890"/>
            <a:chExt cx="567799" cy="827189"/>
          </a:xfrm>
        </p:grpSpPr>
        <p:sp>
          <p:nvSpPr>
            <p:cNvPr id="833" name="Google Shape;833;p31">
              <a:extLst>
                <a:ext uri="{FF2B5EF4-FFF2-40B4-BE49-F238E27FC236}">
                  <a16:creationId xmlns:a16="http://schemas.microsoft.com/office/drawing/2014/main" id="{90B4A08B-E0CA-2987-1D11-8986D231A83B}"/>
                </a:ext>
              </a:extLst>
            </p:cNvPr>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a:extLst>
                <a:ext uri="{FF2B5EF4-FFF2-40B4-BE49-F238E27FC236}">
                  <a16:creationId xmlns:a16="http://schemas.microsoft.com/office/drawing/2014/main" id="{86B2A03F-9FEC-9F4B-2753-13A4598BF7EA}"/>
                </a:ext>
              </a:extLst>
            </p:cNvPr>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a:extLst>
                <a:ext uri="{FF2B5EF4-FFF2-40B4-BE49-F238E27FC236}">
                  <a16:creationId xmlns:a16="http://schemas.microsoft.com/office/drawing/2014/main" id="{C42E67E9-5F1E-CE45-D073-C2138A3515C4}"/>
                </a:ext>
              </a:extLst>
            </p:cNvPr>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a:extLst>
                <a:ext uri="{FF2B5EF4-FFF2-40B4-BE49-F238E27FC236}">
                  <a16:creationId xmlns:a16="http://schemas.microsoft.com/office/drawing/2014/main" id="{764FBAE5-931B-A1A9-1AA4-541841D283E1}"/>
                </a:ext>
              </a:extLst>
            </p:cNvPr>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a:extLst>
                <a:ext uri="{FF2B5EF4-FFF2-40B4-BE49-F238E27FC236}">
                  <a16:creationId xmlns:a16="http://schemas.microsoft.com/office/drawing/2014/main" id="{228C95AA-AC74-4491-5AF1-8ED4FA005490}"/>
                </a:ext>
              </a:extLst>
            </p:cNvPr>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1">
            <a:extLst>
              <a:ext uri="{FF2B5EF4-FFF2-40B4-BE49-F238E27FC236}">
                <a16:creationId xmlns:a16="http://schemas.microsoft.com/office/drawing/2014/main" id="{4D073AFE-7685-E230-7565-870EB0E50C22}"/>
              </a:ext>
            </a:extLst>
          </p:cNvPr>
          <p:cNvGrpSpPr/>
          <p:nvPr/>
        </p:nvGrpSpPr>
        <p:grpSpPr>
          <a:xfrm>
            <a:off x="6334732" y="2388996"/>
            <a:ext cx="2802160" cy="2208198"/>
            <a:chOff x="6334732" y="2125378"/>
            <a:chExt cx="2802160" cy="2208198"/>
          </a:xfrm>
        </p:grpSpPr>
        <p:sp>
          <p:nvSpPr>
            <p:cNvPr id="839" name="Google Shape;839;p31">
              <a:extLst>
                <a:ext uri="{FF2B5EF4-FFF2-40B4-BE49-F238E27FC236}">
                  <a16:creationId xmlns:a16="http://schemas.microsoft.com/office/drawing/2014/main" id="{71C17344-B1B8-A00E-140C-4878DBCB5065}"/>
                </a:ext>
              </a:extLst>
            </p:cNvPr>
            <p:cNvSpPr/>
            <p:nvPr/>
          </p:nvSpPr>
          <p:spPr>
            <a:xfrm>
              <a:off x="7573898" y="2700435"/>
              <a:ext cx="230367" cy="195281"/>
            </a:xfrm>
            <a:custGeom>
              <a:avLst/>
              <a:gdLst/>
              <a:ahLst/>
              <a:cxnLst/>
              <a:rect l="l" t="t" r="r" b="b"/>
              <a:pathLst>
                <a:path w="4445" h="3768" extrusionOk="0">
                  <a:moveTo>
                    <a:pt x="3843" y="1"/>
                  </a:moveTo>
                  <a:cubicBezTo>
                    <a:pt x="3745" y="1"/>
                    <a:pt x="3633" y="26"/>
                    <a:pt x="3510" y="83"/>
                  </a:cubicBezTo>
                  <a:cubicBezTo>
                    <a:pt x="3309" y="158"/>
                    <a:pt x="3134" y="334"/>
                    <a:pt x="2983" y="484"/>
                  </a:cubicBezTo>
                  <a:cubicBezTo>
                    <a:pt x="2733" y="735"/>
                    <a:pt x="2532" y="885"/>
                    <a:pt x="2181" y="985"/>
                  </a:cubicBezTo>
                  <a:cubicBezTo>
                    <a:pt x="1981" y="1011"/>
                    <a:pt x="1780" y="1061"/>
                    <a:pt x="1605" y="1111"/>
                  </a:cubicBezTo>
                  <a:cubicBezTo>
                    <a:pt x="1530" y="1136"/>
                    <a:pt x="1454" y="1186"/>
                    <a:pt x="1379" y="1211"/>
                  </a:cubicBezTo>
                  <a:cubicBezTo>
                    <a:pt x="1104" y="1386"/>
                    <a:pt x="953" y="1687"/>
                    <a:pt x="778" y="1963"/>
                  </a:cubicBezTo>
                  <a:cubicBezTo>
                    <a:pt x="577" y="2239"/>
                    <a:pt x="352" y="2464"/>
                    <a:pt x="26" y="2539"/>
                  </a:cubicBezTo>
                  <a:cubicBezTo>
                    <a:pt x="1" y="2915"/>
                    <a:pt x="476" y="3491"/>
                    <a:pt x="702" y="3767"/>
                  </a:cubicBezTo>
                  <a:lnTo>
                    <a:pt x="702" y="3767"/>
                  </a:lnTo>
                  <a:cubicBezTo>
                    <a:pt x="663" y="3708"/>
                    <a:pt x="1806" y="2739"/>
                    <a:pt x="1906" y="2640"/>
                  </a:cubicBezTo>
                  <a:cubicBezTo>
                    <a:pt x="2357" y="2314"/>
                    <a:pt x="2833" y="2289"/>
                    <a:pt x="3334" y="2038"/>
                  </a:cubicBezTo>
                  <a:cubicBezTo>
                    <a:pt x="3760" y="1813"/>
                    <a:pt x="4061" y="1361"/>
                    <a:pt x="4262" y="935"/>
                  </a:cubicBezTo>
                  <a:cubicBezTo>
                    <a:pt x="4444" y="468"/>
                    <a:pt x="4265" y="1"/>
                    <a:pt x="3843" y="1"/>
                  </a:cubicBezTo>
                  <a:close/>
                  <a:moveTo>
                    <a:pt x="702" y="3767"/>
                  </a:moveTo>
                  <a:cubicBezTo>
                    <a:pt x="702" y="3767"/>
                    <a:pt x="702" y="3767"/>
                    <a:pt x="703" y="3767"/>
                  </a:cubicBezTo>
                  <a:cubicBezTo>
                    <a:pt x="702" y="3767"/>
                    <a:pt x="702" y="3767"/>
                    <a:pt x="702" y="3767"/>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a:extLst>
                <a:ext uri="{FF2B5EF4-FFF2-40B4-BE49-F238E27FC236}">
                  <a16:creationId xmlns:a16="http://schemas.microsoft.com/office/drawing/2014/main" id="{1717DFA7-EAB8-E796-B4C6-FF042BEF1834}"/>
                </a:ext>
              </a:extLst>
            </p:cNvPr>
            <p:cNvSpPr/>
            <p:nvPr/>
          </p:nvSpPr>
          <p:spPr>
            <a:xfrm>
              <a:off x="7125815" y="3523009"/>
              <a:ext cx="26017" cy="569000"/>
            </a:xfrm>
            <a:custGeom>
              <a:avLst/>
              <a:gdLst/>
              <a:ahLst/>
              <a:cxnLst/>
              <a:rect l="l" t="t" r="r" b="b"/>
              <a:pathLst>
                <a:path w="502" h="10979" extrusionOk="0">
                  <a:moveTo>
                    <a:pt x="0" y="1"/>
                  </a:moveTo>
                  <a:lnTo>
                    <a:pt x="0" y="10978"/>
                  </a:lnTo>
                  <a:lnTo>
                    <a:pt x="501" y="10978"/>
                  </a:lnTo>
                  <a:lnTo>
                    <a:pt x="50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a:extLst>
                <a:ext uri="{FF2B5EF4-FFF2-40B4-BE49-F238E27FC236}">
                  <a16:creationId xmlns:a16="http://schemas.microsoft.com/office/drawing/2014/main" id="{861B20E5-E94D-8250-4CFE-3662FDC4F1E2}"/>
                </a:ext>
              </a:extLst>
            </p:cNvPr>
            <p:cNvSpPr/>
            <p:nvPr/>
          </p:nvSpPr>
          <p:spPr>
            <a:xfrm>
              <a:off x="6912761" y="4091949"/>
              <a:ext cx="446897" cy="119563"/>
            </a:xfrm>
            <a:custGeom>
              <a:avLst/>
              <a:gdLst/>
              <a:ahLst/>
              <a:cxnLst/>
              <a:rect l="l" t="t" r="r" b="b"/>
              <a:pathLst>
                <a:path w="8623" h="2307" fill="none" extrusionOk="0">
                  <a:moveTo>
                    <a:pt x="1" y="2306"/>
                  </a:moveTo>
                  <a:cubicBezTo>
                    <a:pt x="1" y="702"/>
                    <a:pt x="2883" y="0"/>
                    <a:pt x="4312" y="0"/>
                  </a:cubicBezTo>
                  <a:cubicBezTo>
                    <a:pt x="6016" y="0"/>
                    <a:pt x="8622" y="627"/>
                    <a:pt x="8622"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a:extLst>
                <a:ext uri="{FF2B5EF4-FFF2-40B4-BE49-F238E27FC236}">
                  <a16:creationId xmlns:a16="http://schemas.microsoft.com/office/drawing/2014/main" id="{FF8EA05B-E7B6-E714-8D21-2F56B264A402}"/>
                </a:ext>
              </a:extLst>
            </p:cNvPr>
            <p:cNvSpPr/>
            <p:nvPr/>
          </p:nvSpPr>
          <p:spPr>
            <a:xfrm>
              <a:off x="7138772" y="4094540"/>
              <a:ext cx="52" cy="140345"/>
            </a:xfrm>
            <a:custGeom>
              <a:avLst/>
              <a:gdLst/>
              <a:ahLst/>
              <a:cxnLst/>
              <a:rect l="l" t="t" r="r" b="b"/>
              <a:pathLst>
                <a:path w="1" h="2708" fill="none" extrusionOk="0">
                  <a:moveTo>
                    <a:pt x="1" y="2707"/>
                  </a:moveTo>
                  <a:lnTo>
                    <a:pt x="1"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a:extLst>
                <a:ext uri="{FF2B5EF4-FFF2-40B4-BE49-F238E27FC236}">
                  <a16:creationId xmlns:a16="http://schemas.microsoft.com/office/drawing/2014/main" id="{73312888-A5A3-1A69-2193-702B14898849}"/>
                </a:ext>
              </a:extLst>
            </p:cNvPr>
            <p:cNvSpPr/>
            <p:nvPr/>
          </p:nvSpPr>
          <p:spPr>
            <a:xfrm>
              <a:off x="7323219" y="4195859"/>
              <a:ext cx="72816" cy="72764"/>
            </a:xfrm>
            <a:custGeom>
              <a:avLst/>
              <a:gdLst/>
              <a:ahLst/>
              <a:cxnLst/>
              <a:rect l="l" t="t" r="r" b="b"/>
              <a:pathLst>
                <a:path w="1405" h="1404" extrusionOk="0">
                  <a:moveTo>
                    <a:pt x="702" y="0"/>
                  </a:moveTo>
                  <a:cubicBezTo>
                    <a:pt x="301" y="0"/>
                    <a:pt x="1" y="301"/>
                    <a:pt x="1" y="702"/>
                  </a:cubicBezTo>
                  <a:cubicBezTo>
                    <a:pt x="1" y="1078"/>
                    <a:pt x="301" y="1404"/>
                    <a:pt x="702" y="1404"/>
                  </a:cubicBezTo>
                  <a:cubicBezTo>
                    <a:pt x="1078" y="1404"/>
                    <a:pt x="1404" y="1078"/>
                    <a:pt x="1404" y="702"/>
                  </a:cubicBezTo>
                  <a:cubicBezTo>
                    <a:pt x="1404" y="301"/>
                    <a:pt x="1078"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a:extLst>
                <a:ext uri="{FF2B5EF4-FFF2-40B4-BE49-F238E27FC236}">
                  <a16:creationId xmlns:a16="http://schemas.microsoft.com/office/drawing/2014/main" id="{55E3E3AB-1831-9AE2-9A5B-62DF4E28176A}"/>
                </a:ext>
              </a:extLst>
            </p:cNvPr>
            <p:cNvSpPr/>
            <p:nvPr/>
          </p:nvSpPr>
          <p:spPr>
            <a:xfrm>
              <a:off x="7101095" y="4195859"/>
              <a:ext cx="72816" cy="72764"/>
            </a:xfrm>
            <a:custGeom>
              <a:avLst/>
              <a:gdLst/>
              <a:ahLst/>
              <a:cxnLst/>
              <a:rect l="l" t="t" r="r" b="b"/>
              <a:pathLst>
                <a:path w="1405" h="1404" extrusionOk="0">
                  <a:moveTo>
                    <a:pt x="703" y="0"/>
                  </a:moveTo>
                  <a:cubicBezTo>
                    <a:pt x="327" y="0"/>
                    <a:pt x="1" y="301"/>
                    <a:pt x="1" y="702"/>
                  </a:cubicBezTo>
                  <a:cubicBezTo>
                    <a:pt x="1" y="1078"/>
                    <a:pt x="327" y="1404"/>
                    <a:pt x="703" y="1404"/>
                  </a:cubicBezTo>
                  <a:cubicBezTo>
                    <a:pt x="1104" y="1404"/>
                    <a:pt x="1405" y="1078"/>
                    <a:pt x="1405" y="702"/>
                  </a:cubicBezTo>
                  <a:cubicBezTo>
                    <a:pt x="1405" y="301"/>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a:extLst>
                <a:ext uri="{FF2B5EF4-FFF2-40B4-BE49-F238E27FC236}">
                  <a16:creationId xmlns:a16="http://schemas.microsoft.com/office/drawing/2014/main" id="{C42C33D8-7AC5-845C-2EE9-1C58167191D9}"/>
                </a:ext>
              </a:extLst>
            </p:cNvPr>
            <p:cNvSpPr/>
            <p:nvPr/>
          </p:nvSpPr>
          <p:spPr>
            <a:xfrm>
              <a:off x="6880318" y="4195859"/>
              <a:ext cx="72764" cy="72764"/>
            </a:xfrm>
            <a:custGeom>
              <a:avLst/>
              <a:gdLst/>
              <a:ahLst/>
              <a:cxnLst/>
              <a:rect l="l" t="t" r="r" b="b"/>
              <a:pathLst>
                <a:path w="1404" h="1404" extrusionOk="0">
                  <a:moveTo>
                    <a:pt x="702" y="0"/>
                  </a:moveTo>
                  <a:cubicBezTo>
                    <a:pt x="326" y="0"/>
                    <a:pt x="0" y="301"/>
                    <a:pt x="0" y="702"/>
                  </a:cubicBezTo>
                  <a:cubicBezTo>
                    <a:pt x="0" y="1078"/>
                    <a:pt x="326" y="1404"/>
                    <a:pt x="702" y="1404"/>
                  </a:cubicBezTo>
                  <a:cubicBezTo>
                    <a:pt x="1103" y="1404"/>
                    <a:pt x="1404" y="1078"/>
                    <a:pt x="1404" y="702"/>
                  </a:cubicBezTo>
                  <a:cubicBezTo>
                    <a:pt x="1404" y="301"/>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a:extLst>
                <a:ext uri="{FF2B5EF4-FFF2-40B4-BE49-F238E27FC236}">
                  <a16:creationId xmlns:a16="http://schemas.microsoft.com/office/drawing/2014/main" id="{4B5D95B5-0C9D-F5B6-6534-5761D38618CC}"/>
                </a:ext>
              </a:extLst>
            </p:cNvPr>
            <p:cNvSpPr/>
            <p:nvPr/>
          </p:nvSpPr>
          <p:spPr>
            <a:xfrm>
              <a:off x="6706236" y="2782630"/>
              <a:ext cx="681981" cy="787240"/>
            </a:xfrm>
            <a:custGeom>
              <a:avLst/>
              <a:gdLst/>
              <a:ahLst/>
              <a:cxnLst/>
              <a:rect l="l" t="t" r="r" b="b"/>
              <a:pathLst>
                <a:path w="13159" h="15190" extrusionOk="0">
                  <a:moveTo>
                    <a:pt x="2532" y="1"/>
                  </a:moveTo>
                  <a:cubicBezTo>
                    <a:pt x="1154" y="1"/>
                    <a:pt x="1" y="1129"/>
                    <a:pt x="1" y="2532"/>
                  </a:cubicBezTo>
                  <a:lnTo>
                    <a:pt x="1" y="11555"/>
                  </a:lnTo>
                  <a:cubicBezTo>
                    <a:pt x="1" y="13560"/>
                    <a:pt x="1655" y="15189"/>
                    <a:pt x="3635" y="15189"/>
                  </a:cubicBezTo>
                  <a:lnTo>
                    <a:pt x="12733" y="15189"/>
                  </a:lnTo>
                  <a:cubicBezTo>
                    <a:pt x="12958" y="15189"/>
                    <a:pt x="13159" y="14989"/>
                    <a:pt x="13159" y="14763"/>
                  </a:cubicBezTo>
                  <a:cubicBezTo>
                    <a:pt x="13159" y="14537"/>
                    <a:pt x="12958" y="14337"/>
                    <a:pt x="12733" y="14337"/>
                  </a:cubicBezTo>
                  <a:lnTo>
                    <a:pt x="11580" y="14337"/>
                  </a:lnTo>
                  <a:cubicBezTo>
                    <a:pt x="9525" y="14337"/>
                    <a:pt x="7871" y="12658"/>
                    <a:pt x="7871" y="10603"/>
                  </a:cubicBezTo>
                  <a:lnTo>
                    <a:pt x="7871" y="2532"/>
                  </a:lnTo>
                  <a:cubicBezTo>
                    <a:pt x="7871" y="1129"/>
                    <a:pt x="6718" y="1"/>
                    <a:pt x="53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1">
              <a:extLst>
                <a:ext uri="{FF2B5EF4-FFF2-40B4-BE49-F238E27FC236}">
                  <a16:creationId xmlns:a16="http://schemas.microsoft.com/office/drawing/2014/main" id="{00883FB0-958B-F292-8511-53F31C75FC3B}"/>
                </a:ext>
              </a:extLst>
            </p:cNvPr>
            <p:cNvSpPr/>
            <p:nvPr/>
          </p:nvSpPr>
          <p:spPr>
            <a:xfrm>
              <a:off x="7926553" y="4034786"/>
              <a:ext cx="331273" cy="232907"/>
            </a:xfrm>
            <a:custGeom>
              <a:avLst/>
              <a:gdLst/>
              <a:ahLst/>
              <a:cxnLst/>
              <a:rect l="l" t="t" r="r" b="b"/>
              <a:pathLst>
                <a:path w="6392" h="4494" extrusionOk="0">
                  <a:moveTo>
                    <a:pt x="652" y="1"/>
                  </a:moveTo>
                  <a:cubicBezTo>
                    <a:pt x="402" y="1"/>
                    <a:pt x="126" y="201"/>
                    <a:pt x="51" y="452"/>
                  </a:cubicBezTo>
                  <a:cubicBezTo>
                    <a:pt x="1" y="627"/>
                    <a:pt x="51" y="803"/>
                    <a:pt x="76" y="978"/>
                  </a:cubicBezTo>
                  <a:cubicBezTo>
                    <a:pt x="226" y="1605"/>
                    <a:pt x="402" y="2231"/>
                    <a:pt x="627" y="2808"/>
                  </a:cubicBezTo>
                  <a:cubicBezTo>
                    <a:pt x="778" y="3183"/>
                    <a:pt x="928" y="3534"/>
                    <a:pt x="1053" y="3910"/>
                  </a:cubicBezTo>
                  <a:cubicBezTo>
                    <a:pt x="1154" y="4186"/>
                    <a:pt x="1304" y="4437"/>
                    <a:pt x="1655" y="4487"/>
                  </a:cubicBezTo>
                  <a:cubicBezTo>
                    <a:pt x="1682" y="4491"/>
                    <a:pt x="1711" y="4493"/>
                    <a:pt x="1740" y="4493"/>
                  </a:cubicBezTo>
                  <a:cubicBezTo>
                    <a:pt x="1869" y="4493"/>
                    <a:pt x="2008" y="4452"/>
                    <a:pt x="2131" y="4412"/>
                  </a:cubicBezTo>
                  <a:cubicBezTo>
                    <a:pt x="2983" y="4161"/>
                    <a:pt x="3835" y="3910"/>
                    <a:pt x="4662" y="3660"/>
                  </a:cubicBezTo>
                  <a:cubicBezTo>
                    <a:pt x="5038" y="3534"/>
                    <a:pt x="6392" y="3033"/>
                    <a:pt x="5840" y="2482"/>
                  </a:cubicBezTo>
                  <a:cubicBezTo>
                    <a:pt x="5690" y="2356"/>
                    <a:pt x="5515" y="2331"/>
                    <a:pt x="5339" y="2306"/>
                  </a:cubicBezTo>
                  <a:cubicBezTo>
                    <a:pt x="5306" y="2305"/>
                    <a:pt x="5273" y="2304"/>
                    <a:pt x="5241" y="2304"/>
                  </a:cubicBezTo>
                  <a:cubicBezTo>
                    <a:pt x="4775" y="2304"/>
                    <a:pt x="4330" y="2462"/>
                    <a:pt x="3885" y="2532"/>
                  </a:cubicBezTo>
                  <a:cubicBezTo>
                    <a:pt x="3850" y="2536"/>
                    <a:pt x="3815" y="2537"/>
                    <a:pt x="3779" y="2537"/>
                  </a:cubicBezTo>
                  <a:cubicBezTo>
                    <a:pt x="3330" y="2537"/>
                    <a:pt x="2839" y="2254"/>
                    <a:pt x="2607" y="1905"/>
                  </a:cubicBezTo>
                  <a:cubicBezTo>
                    <a:pt x="2532" y="1805"/>
                    <a:pt x="2457" y="1680"/>
                    <a:pt x="2407" y="1554"/>
                  </a:cubicBezTo>
                  <a:cubicBezTo>
                    <a:pt x="2031" y="878"/>
                    <a:pt x="1780" y="326"/>
                    <a:pt x="1003" y="76"/>
                  </a:cubicBezTo>
                  <a:cubicBezTo>
                    <a:pt x="878" y="26"/>
                    <a:pt x="778" y="1"/>
                    <a:pt x="65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1">
              <a:extLst>
                <a:ext uri="{FF2B5EF4-FFF2-40B4-BE49-F238E27FC236}">
                  <a16:creationId xmlns:a16="http://schemas.microsoft.com/office/drawing/2014/main" id="{E40E4B83-867C-18CC-CBD8-86573AE45886}"/>
                </a:ext>
              </a:extLst>
            </p:cNvPr>
            <p:cNvSpPr/>
            <p:nvPr/>
          </p:nvSpPr>
          <p:spPr>
            <a:xfrm>
              <a:off x="7053104" y="3239731"/>
              <a:ext cx="724789" cy="330962"/>
            </a:xfrm>
            <a:custGeom>
              <a:avLst/>
              <a:gdLst/>
              <a:ahLst/>
              <a:cxnLst/>
              <a:rect l="l" t="t" r="r" b="b"/>
              <a:pathLst>
                <a:path w="13985" h="6386" extrusionOk="0">
                  <a:moveTo>
                    <a:pt x="3901" y="0"/>
                  </a:moveTo>
                  <a:cubicBezTo>
                    <a:pt x="2054" y="0"/>
                    <a:pt x="1" y="1505"/>
                    <a:pt x="50" y="3512"/>
                  </a:cubicBezTo>
                  <a:cubicBezTo>
                    <a:pt x="100" y="4765"/>
                    <a:pt x="952" y="6093"/>
                    <a:pt x="2331" y="6118"/>
                  </a:cubicBezTo>
                  <a:lnTo>
                    <a:pt x="2431" y="6118"/>
                  </a:lnTo>
                  <a:cubicBezTo>
                    <a:pt x="4461" y="6143"/>
                    <a:pt x="6491" y="6143"/>
                    <a:pt x="8546" y="6169"/>
                  </a:cubicBezTo>
                  <a:cubicBezTo>
                    <a:pt x="9403" y="6169"/>
                    <a:pt x="10423" y="6385"/>
                    <a:pt x="11377" y="6385"/>
                  </a:cubicBezTo>
                  <a:cubicBezTo>
                    <a:pt x="12014" y="6385"/>
                    <a:pt x="12621" y="6289"/>
                    <a:pt x="13133" y="5968"/>
                  </a:cubicBezTo>
                  <a:cubicBezTo>
                    <a:pt x="13333" y="5868"/>
                    <a:pt x="13483" y="5717"/>
                    <a:pt x="13609" y="5567"/>
                  </a:cubicBezTo>
                  <a:cubicBezTo>
                    <a:pt x="13759" y="5341"/>
                    <a:pt x="13809" y="5116"/>
                    <a:pt x="13859" y="4865"/>
                  </a:cubicBezTo>
                  <a:cubicBezTo>
                    <a:pt x="13935" y="4539"/>
                    <a:pt x="13960" y="4239"/>
                    <a:pt x="13985" y="3913"/>
                  </a:cubicBezTo>
                  <a:cubicBezTo>
                    <a:pt x="13985" y="3336"/>
                    <a:pt x="13935" y="2785"/>
                    <a:pt x="13734" y="2259"/>
                  </a:cubicBezTo>
                  <a:cubicBezTo>
                    <a:pt x="13408" y="1432"/>
                    <a:pt x="12782" y="705"/>
                    <a:pt x="11955" y="429"/>
                  </a:cubicBezTo>
                  <a:cubicBezTo>
                    <a:pt x="11478" y="279"/>
                    <a:pt x="10977" y="254"/>
                    <a:pt x="10476" y="229"/>
                  </a:cubicBezTo>
                  <a:cubicBezTo>
                    <a:pt x="8321" y="153"/>
                    <a:pt x="6190" y="78"/>
                    <a:pt x="4035" y="3"/>
                  </a:cubicBezTo>
                  <a:cubicBezTo>
                    <a:pt x="3990" y="1"/>
                    <a:pt x="3946" y="0"/>
                    <a:pt x="390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1">
              <a:extLst>
                <a:ext uri="{FF2B5EF4-FFF2-40B4-BE49-F238E27FC236}">
                  <a16:creationId xmlns:a16="http://schemas.microsoft.com/office/drawing/2014/main" id="{4D97CAA7-BD2F-AE30-93F9-DE00380011FF}"/>
                </a:ext>
              </a:extLst>
            </p:cNvPr>
            <p:cNvSpPr/>
            <p:nvPr/>
          </p:nvSpPr>
          <p:spPr>
            <a:xfrm>
              <a:off x="6810146" y="3116490"/>
              <a:ext cx="635233" cy="441663"/>
            </a:xfrm>
            <a:custGeom>
              <a:avLst/>
              <a:gdLst/>
              <a:ahLst/>
              <a:cxnLst/>
              <a:rect l="l" t="t" r="r" b="b"/>
              <a:pathLst>
                <a:path w="12257" h="8522" extrusionOk="0">
                  <a:moveTo>
                    <a:pt x="1" y="0"/>
                  </a:moveTo>
                  <a:lnTo>
                    <a:pt x="1" y="5689"/>
                  </a:lnTo>
                  <a:cubicBezTo>
                    <a:pt x="51" y="7569"/>
                    <a:pt x="1530" y="8521"/>
                    <a:pt x="3435" y="8521"/>
                  </a:cubicBezTo>
                  <a:lnTo>
                    <a:pt x="6718" y="8496"/>
                  </a:lnTo>
                  <a:cubicBezTo>
                    <a:pt x="8623" y="8496"/>
                    <a:pt x="12257" y="6667"/>
                    <a:pt x="10277" y="5589"/>
                  </a:cubicBezTo>
                  <a:cubicBezTo>
                    <a:pt x="8146" y="4436"/>
                    <a:pt x="7294" y="0"/>
                    <a:pt x="72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1">
              <a:extLst>
                <a:ext uri="{FF2B5EF4-FFF2-40B4-BE49-F238E27FC236}">
                  <a16:creationId xmlns:a16="http://schemas.microsoft.com/office/drawing/2014/main" id="{79A6FD73-5039-3278-C824-A45B9DC8C7AB}"/>
                </a:ext>
              </a:extLst>
            </p:cNvPr>
            <p:cNvSpPr/>
            <p:nvPr/>
          </p:nvSpPr>
          <p:spPr>
            <a:xfrm>
              <a:off x="6797190" y="3263674"/>
              <a:ext cx="1018384" cy="442025"/>
            </a:xfrm>
            <a:custGeom>
              <a:avLst/>
              <a:gdLst/>
              <a:ahLst/>
              <a:cxnLst/>
              <a:rect l="l" t="t" r="r" b="b"/>
              <a:pathLst>
                <a:path w="19650" h="8529" extrusionOk="0">
                  <a:moveTo>
                    <a:pt x="5137" y="1"/>
                  </a:moveTo>
                  <a:cubicBezTo>
                    <a:pt x="4693" y="1"/>
                    <a:pt x="4249" y="31"/>
                    <a:pt x="3810" y="92"/>
                  </a:cubicBezTo>
                  <a:cubicBezTo>
                    <a:pt x="2306" y="293"/>
                    <a:pt x="727" y="544"/>
                    <a:pt x="351" y="2248"/>
                  </a:cubicBezTo>
                  <a:cubicBezTo>
                    <a:pt x="0" y="3777"/>
                    <a:pt x="978" y="5280"/>
                    <a:pt x="2507" y="5631"/>
                  </a:cubicBezTo>
                  <a:lnTo>
                    <a:pt x="2607" y="5631"/>
                  </a:lnTo>
                  <a:lnTo>
                    <a:pt x="16792" y="8438"/>
                  </a:lnTo>
                  <a:cubicBezTo>
                    <a:pt x="16843" y="8438"/>
                    <a:pt x="16868" y="8463"/>
                    <a:pt x="16893" y="8463"/>
                  </a:cubicBezTo>
                  <a:cubicBezTo>
                    <a:pt x="16968" y="8489"/>
                    <a:pt x="17043" y="8489"/>
                    <a:pt x="17118" y="8514"/>
                  </a:cubicBezTo>
                  <a:cubicBezTo>
                    <a:pt x="17211" y="8524"/>
                    <a:pt x="17301" y="8529"/>
                    <a:pt x="17390" y="8529"/>
                  </a:cubicBezTo>
                  <a:cubicBezTo>
                    <a:pt x="18386" y="8529"/>
                    <a:pt x="19144" y="7895"/>
                    <a:pt x="19374" y="6859"/>
                  </a:cubicBezTo>
                  <a:cubicBezTo>
                    <a:pt x="19650" y="5631"/>
                    <a:pt x="18948" y="4504"/>
                    <a:pt x="17645" y="3626"/>
                  </a:cubicBezTo>
                  <a:cubicBezTo>
                    <a:pt x="16116" y="2624"/>
                    <a:pt x="9950" y="1120"/>
                    <a:pt x="9098" y="769"/>
                  </a:cubicBezTo>
                  <a:cubicBezTo>
                    <a:pt x="7852" y="278"/>
                    <a:pt x="6493" y="1"/>
                    <a:pt x="5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1">
              <a:extLst>
                <a:ext uri="{FF2B5EF4-FFF2-40B4-BE49-F238E27FC236}">
                  <a16:creationId xmlns:a16="http://schemas.microsoft.com/office/drawing/2014/main" id="{5D6DCC41-5611-5476-FD41-3B105775F10C}"/>
                </a:ext>
              </a:extLst>
            </p:cNvPr>
            <p:cNvSpPr/>
            <p:nvPr/>
          </p:nvSpPr>
          <p:spPr>
            <a:xfrm>
              <a:off x="7482996" y="4072463"/>
              <a:ext cx="267630" cy="233529"/>
            </a:xfrm>
            <a:custGeom>
              <a:avLst/>
              <a:gdLst/>
              <a:ahLst/>
              <a:cxnLst/>
              <a:rect l="l" t="t" r="r" b="b"/>
              <a:pathLst>
                <a:path w="5164" h="4506" extrusionOk="0">
                  <a:moveTo>
                    <a:pt x="1513" y="0"/>
                  </a:moveTo>
                  <a:cubicBezTo>
                    <a:pt x="1061" y="0"/>
                    <a:pt x="638" y="327"/>
                    <a:pt x="552" y="802"/>
                  </a:cubicBezTo>
                  <a:lnTo>
                    <a:pt x="502" y="1128"/>
                  </a:lnTo>
                  <a:lnTo>
                    <a:pt x="51" y="3334"/>
                  </a:lnTo>
                  <a:cubicBezTo>
                    <a:pt x="0" y="3534"/>
                    <a:pt x="151" y="3735"/>
                    <a:pt x="351" y="3760"/>
                  </a:cubicBezTo>
                  <a:cubicBezTo>
                    <a:pt x="1128" y="3910"/>
                    <a:pt x="1905" y="4035"/>
                    <a:pt x="2657" y="4186"/>
                  </a:cubicBezTo>
                  <a:cubicBezTo>
                    <a:pt x="3081" y="4254"/>
                    <a:pt x="3770" y="4505"/>
                    <a:pt x="4333" y="4505"/>
                  </a:cubicBezTo>
                  <a:cubicBezTo>
                    <a:pt x="4602" y="4505"/>
                    <a:pt x="4843" y="4448"/>
                    <a:pt x="5013" y="4286"/>
                  </a:cubicBezTo>
                  <a:cubicBezTo>
                    <a:pt x="5113" y="4186"/>
                    <a:pt x="5163" y="4035"/>
                    <a:pt x="5113" y="3910"/>
                  </a:cubicBezTo>
                  <a:cubicBezTo>
                    <a:pt x="5088" y="3835"/>
                    <a:pt x="5038" y="3785"/>
                    <a:pt x="4988" y="3760"/>
                  </a:cubicBezTo>
                  <a:cubicBezTo>
                    <a:pt x="4386" y="3284"/>
                    <a:pt x="3509" y="3208"/>
                    <a:pt x="2958" y="2657"/>
                  </a:cubicBezTo>
                  <a:cubicBezTo>
                    <a:pt x="2582" y="2306"/>
                    <a:pt x="2507" y="1930"/>
                    <a:pt x="2507" y="1504"/>
                  </a:cubicBezTo>
                  <a:cubicBezTo>
                    <a:pt x="2507" y="1354"/>
                    <a:pt x="2507" y="1203"/>
                    <a:pt x="2507" y="1053"/>
                  </a:cubicBezTo>
                  <a:cubicBezTo>
                    <a:pt x="2507" y="577"/>
                    <a:pt x="2206" y="126"/>
                    <a:pt x="1730" y="25"/>
                  </a:cubicBezTo>
                  <a:cubicBezTo>
                    <a:pt x="1658" y="8"/>
                    <a:pt x="1585" y="0"/>
                    <a:pt x="151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1">
              <a:extLst>
                <a:ext uri="{FF2B5EF4-FFF2-40B4-BE49-F238E27FC236}">
                  <a16:creationId xmlns:a16="http://schemas.microsoft.com/office/drawing/2014/main" id="{36F611EC-2F93-0DA9-1213-508C83FF16F3}"/>
                </a:ext>
              </a:extLst>
            </p:cNvPr>
            <p:cNvSpPr/>
            <p:nvPr/>
          </p:nvSpPr>
          <p:spPr>
            <a:xfrm>
              <a:off x="7177744" y="2495621"/>
              <a:ext cx="513131" cy="645029"/>
            </a:xfrm>
            <a:custGeom>
              <a:avLst/>
              <a:gdLst/>
              <a:ahLst/>
              <a:cxnLst/>
              <a:rect l="l" t="t" r="r" b="b"/>
              <a:pathLst>
                <a:path w="9901" h="12446" extrusionOk="0">
                  <a:moveTo>
                    <a:pt x="226" y="0"/>
                  </a:moveTo>
                  <a:cubicBezTo>
                    <a:pt x="151" y="0"/>
                    <a:pt x="26" y="0"/>
                    <a:pt x="1" y="100"/>
                  </a:cubicBezTo>
                  <a:cubicBezTo>
                    <a:pt x="1" y="125"/>
                    <a:pt x="1" y="176"/>
                    <a:pt x="26" y="201"/>
                  </a:cubicBezTo>
                  <a:lnTo>
                    <a:pt x="502" y="3860"/>
                  </a:lnTo>
                  <a:cubicBezTo>
                    <a:pt x="452" y="3534"/>
                    <a:pt x="402" y="3208"/>
                    <a:pt x="327" y="2907"/>
                  </a:cubicBezTo>
                  <a:lnTo>
                    <a:pt x="327" y="2907"/>
                  </a:lnTo>
                  <a:cubicBezTo>
                    <a:pt x="552" y="4286"/>
                    <a:pt x="778" y="5664"/>
                    <a:pt x="1003" y="7043"/>
                  </a:cubicBezTo>
                  <a:cubicBezTo>
                    <a:pt x="1204" y="8346"/>
                    <a:pt x="1329" y="9674"/>
                    <a:pt x="1755" y="10927"/>
                  </a:cubicBezTo>
                  <a:cubicBezTo>
                    <a:pt x="1880" y="11379"/>
                    <a:pt x="2081" y="12131"/>
                    <a:pt x="2582" y="12306"/>
                  </a:cubicBezTo>
                  <a:cubicBezTo>
                    <a:pt x="2926" y="12421"/>
                    <a:pt x="3204" y="12445"/>
                    <a:pt x="3496" y="12445"/>
                  </a:cubicBezTo>
                  <a:cubicBezTo>
                    <a:pt x="3716" y="12445"/>
                    <a:pt x="3943" y="12431"/>
                    <a:pt x="4211" y="12431"/>
                  </a:cubicBezTo>
                  <a:cubicBezTo>
                    <a:pt x="4462" y="12431"/>
                    <a:pt x="4738" y="12431"/>
                    <a:pt x="4988" y="12356"/>
                  </a:cubicBezTo>
                  <a:cubicBezTo>
                    <a:pt x="5715" y="12181"/>
                    <a:pt x="6166" y="11479"/>
                    <a:pt x="6492" y="10827"/>
                  </a:cubicBezTo>
                  <a:cubicBezTo>
                    <a:pt x="6818" y="10075"/>
                    <a:pt x="7169" y="9599"/>
                    <a:pt x="7845" y="9098"/>
                  </a:cubicBezTo>
                  <a:cubicBezTo>
                    <a:pt x="8296" y="8772"/>
                    <a:pt x="8748" y="8396"/>
                    <a:pt x="9174" y="8020"/>
                  </a:cubicBezTo>
                  <a:cubicBezTo>
                    <a:pt x="9349" y="7870"/>
                    <a:pt x="9725" y="7619"/>
                    <a:pt x="9800" y="7419"/>
                  </a:cubicBezTo>
                  <a:cubicBezTo>
                    <a:pt x="9901" y="7193"/>
                    <a:pt x="9750" y="7118"/>
                    <a:pt x="9600" y="6968"/>
                  </a:cubicBezTo>
                  <a:cubicBezTo>
                    <a:pt x="9073" y="6441"/>
                    <a:pt x="8497" y="5965"/>
                    <a:pt x="8021" y="5414"/>
                  </a:cubicBezTo>
                  <a:cubicBezTo>
                    <a:pt x="7545" y="5840"/>
                    <a:pt x="7068" y="6291"/>
                    <a:pt x="6567" y="6742"/>
                  </a:cubicBezTo>
                  <a:cubicBezTo>
                    <a:pt x="6241" y="7068"/>
                    <a:pt x="5890" y="7369"/>
                    <a:pt x="5540" y="7694"/>
                  </a:cubicBezTo>
                  <a:cubicBezTo>
                    <a:pt x="5389" y="7845"/>
                    <a:pt x="4487" y="8446"/>
                    <a:pt x="4487" y="8597"/>
                  </a:cubicBezTo>
                  <a:cubicBezTo>
                    <a:pt x="4412" y="7519"/>
                    <a:pt x="4312" y="6416"/>
                    <a:pt x="3936" y="5414"/>
                  </a:cubicBezTo>
                  <a:cubicBezTo>
                    <a:pt x="3885" y="5288"/>
                    <a:pt x="3835" y="5163"/>
                    <a:pt x="3835" y="5038"/>
                  </a:cubicBezTo>
                  <a:cubicBezTo>
                    <a:pt x="3810" y="4887"/>
                    <a:pt x="3860" y="4712"/>
                    <a:pt x="3885" y="4562"/>
                  </a:cubicBezTo>
                  <a:cubicBezTo>
                    <a:pt x="4061" y="3709"/>
                    <a:pt x="3936" y="2807"/>
                    <a:pt x="3560" y="2005"/>
                  </a:cubicBezTo>
                  <a:cubicBezTo>
                    <a:pt x="3184" y="1178"/>
                    <a:pt x="2682" y="702"/>
                    <a:pt x="1830" y="426"/>
                  </a:cubicBezTo>
                  <a:cubicBezTo>
                    <a:pt x="1304" y="251"/>
                    <a:pt x="778" y="100"/>
                    <a:pt x="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1">
              <a:extLst>
                <a:ext uri="{FF2B5EF4-FFF2-40B4-BE49-F238E27FC236}">
                  <a16:creationId xmlns:a16="http://schemas.microsoft.com/office/drawing/2014/main" id="{F75BBAF6-6944-0D94-0433-96D38A96DE2D}"/>
                </a:ext>
              </a:extLst>
            </p:cNvPr>
            <p:cNvSpPr/>
            <p:nvPr/>
          </p:nvSpPr>
          <p:spPr>
            <a:xfrm>
              <a:off x="7525217" y="3420965"/>
              <a:ext cx="537748" cy="725877"/>
            </a:xfrm>
            <a:custGeom>
              <a:avLst/>
              <a:gdLst/>
              <a:ahLst/>
              <a:cxnLst/>
              <a:rect l="l" t="t" r="r" b="b"/>
              <a:pathLst>
                <a:path w="10376" h="14006" extrusionOk="0">
                  <a:moveTo>
                    <a:pt x="3409" y="1"/>
                  </a:moveTo>
                  <a:cubicBezTo>
                    <a:pt x="3027" y="1"/>
                    <a:pt x="2649" y="60"/>
                    <a:pt x="2281" y="140"/>
                  </a:cubicBezTo>
                  <a:cubicBezTo>
                    <a:pt x="1955" y="215"/>
                    <a:pt x="1654" y="391"/>
                    <a:pt x="1354" y="466"/>
                  </a:cubicBezTo>
                  <a:cubicBezTo>
                    <a:pt x="903" y="566"/>
                    <a:pt x="251" y="441"/>
                    <a:pt x="76" y="992"/>
                  </a:cubicBezTo>
                  <a:cubicBezTo>
                    <a:pt x="0" y="1243"/>
                    <a:pt x="50" y="1494"/>
                    <a:pt x="101" y="1744"/>
                  </a:cubicBezTo>
                  <a:cubicBezTo>
                    <a:pt x="201" y="2170"/>
                    <a:pt x="326" y="2571"/>
                    <a:pt x="477" y="2947"/>
                  </a:cubicBezTo>
                  <a:cubicBezTo>
                    <a:pt x="702" y="3448"/>
                    <a:pt x="953" y="3950"/>
                    <a:pt x="1128" y="4451"/>
                  </a:cubicBezTo>
                  <a:cubicBezTo>
                    <a:pt x="1279" y="4852"/>
                    <a:pt x="1354" y="5253"/>
                    <a:pt x="1504" y="5629"/>
                  </a:cubicBezTo>
                  <a:cubicBezTo>
                    <a:pt x="1755" y="6256"/>
                    <a:pt x="2206" y="6782"/>
                    <a:pt x="2732" y="7158"/>
                  </a:cubicBezTo>
                  <a:cubicBezTo>
                    <a:pt x="3058" y="7408"/>
                    <a:pt x="3434" y="7584"/>
                    <a:pt x="3685" y="7935"/>
                  </a:cubicBezTo>
                  <a:cubicBezTo>
                    <a:pt x="3835" y="8160"/>
                    <a:pt x="3860" y="8411"/>
                    <a:pt x="3960" y="8687"/>
                  </a:cubicBezTo>
                  <a:cubicBezTo>
                    <a:pt x="4211" y="9363"/>
                    <a:pt x="4512" y="10115"/>
                    <a:pt x="5138" y="10491"/>
                  </a:cubicBezTo>
                  <a:cubicBezTo>
                    <a:pt x="5314" y="10591"/>
                    <a:pt x="5489" y="10667"/>
                    <a:pt x="5614" y="10817"/>
                  </a:cubicBezTo>
                  <a:cubicBezTo>
                    <a:pt x="5690" y="10942"/>
                    <a:pt x="5740" y="11068"/>
                    <a:pt x="5790" y="11193"/>
                  </a:cubicBezTo>
                  <a:cubicBezTo>
                    <a:pt x="5915" y="11569"/>
                    <a:pt x="6066" y="11945"/>
                    <a:pt x="6316" y="12246"/>
                  </a:cubicBezTo>
                  <a:cubicBezTo>
                    <a:pt x="6542" y="12546"/>
                    <a:pt x="6842" y="12747"/>
                    <a:pt x="7068" y="13022"/>
                  </a:cubicBezTo>
                  <a:cubicBezTo>
                    <a:pt x="7294" y="13323"/>
                    <a:pt x="7369" y="13674"/>
                    <a:pt x="7519" y="14000"/>
                  </a:cubicBezTo>
                  <a:cubicBezTo>
                    <a:pt x="7521" y="14004"/>
                    <a:pt x="7527" y="14006"/>
                    <a:pt x="7537" y="14006"/>
                  </a:cubicBezTo>
                  <a:cubicBezTo>
                    <a:pt x="7785" y="14006"/>
                    <a:pt x="10375" y="12871"/>
                    <a:pt x="10351" y="12847"/>
                  </a:cubicBezTo>
                  <a:cubicBezTo>
                    <a:pt x="9123" y="10240"/>
                    <a:pt x="8221" y="7534"/>
                    <a:pt x="7243" y="4827"/>
                  </a:cubicBezTo>
                  <a:cubicBezTo>
                    <a:pt x="6792" y="3549"/>
                    <a:pt x="6316" y="2220"/>
                    <a:pt x="5464" y="1118"/>
                  </a:cubicBezTo>
                  <a:cubicBezTo>
                    <a:pt x="5063" y="591"/>
                    <a:pt x="4712" y="215"/>
                    <a:pt x="4061" y="65"/>
                  </a:cubicBezTo>
                  <a:cubicBezTo>
                    <a:pt x="3843" y="20"/>
                    <a:pt x="3626" y="1"/>
                    <a:pt x="3409" y="1"/>
                  </a:cubicBezTo>
                  <a:close/>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a:extLst>
                <a:ext uri="{FF2B5EF4-FFF2-40B4-BE49-F238E27FC236}">
                  <a16:creationId xmlns:a16="http://schemas.microsoft.com/office/drawing/2014/main" id="{6F3A6F79-1338-ECC1-8542-F2E241957778}"/>
                </a:ext>
              </a:extLst>
            </p:cNvPr>
            <p:cNvSpPr/>
            <p:nvPr/>
          </p:nvSpPr>
          <p:spPr>
            <a:xfrm>
              <a:off x="6743913" y="2496917"/>
              <a:ext cx="545626" cy="778066"/>
            </a:xfrm>
            <a:custGeom>
              <a:avLst/>
              <a:gdLst/>
              <a:ahLst/>
              <a:cxnLst/>
              <a:rect l="l" t="t" r="r" b="b"/>
              <a:pathLst>
                <a:path w="10528" h="15013" extrusionOk="0">
                  <a:moveTo>
                    <a:pt x="6191" y="0"/>
                  </a:moveTo>
                  <a:lnTo>
                    <a:pt x="5088" y="125"/>
                  </a:lnTo>
                  <a:cubicBezTo>
                    <a:pt x="3911" y="251"/>
                    <a:pt x="2682" y="401"/>
                    <a:pt x="1755" y="1128"/>
                  </a:cubicBezTo>
                  <a:cubicBezTo>
                    <a:pt x="652" y="2030"/>
                    <a:pt x="1" y="3584"/>
                    <a:pt x="226" y="4988"/>
                  </a:cubicBezTo>
                  <a:cubicBezTo>
                    <a:pt x="352" y="5740"/>
                    <a:pt x="602" y="6491"/>
                    <a:pt x="677" y="7268"/>
                  </a:cubicBezTo>
                  <a:cubicBezTo>
                    <a:pt x="953" y="9850"/>
                    <a:pt x="1154" y="12431"/>
                    <a:pt x="1304" y="15013"/>
                  </a:cubicBezTo>
                  <a:cubicBezTo>
                    <a:pt x="2532" y="14938"/>
                    <a:pt x="3785" y="14938"/>
                    <a:pt x="5038" y="14862"/>
                  </a:cubicBezTo>
                  <a:cubicBezTo>
                    <a:pt x="6567" y="14787"/>
                    <a:pt x="8297" y="14712"/>
                    <a:pt x="9775" y="14161"/>
                  </a:cubicBezTo>
                  <a:cubicBezTo>
                    <a:pt x="9951" y="12030"/>
                    <a:pt x="10527" y="9925"/>
                    <a:pt x="10502" y="7795"/>
                  </a:cubicBezTo>
                  <a:cubicBezTo>
                    <a:pt x="10477" y="6742"/>
                    <a:pt x="10452" y="5689"/>
                    <a:pt x="10452" y="4662"/>
                  </a:cubicBezTo>
                  <a:lnTo>
                    <a:pt x="6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a:extLst>
                <a:ext uri="{FF2B5EF4-FFF2-40B4-BE49-F238E27FC236}">
                  <a16:creationId xmlns:a16="http://schemas.microsoft.com/office/drawing/2014/main" id="{A37F269C-A120-9085-FB2A-25DE6ED18067}"/>
                </a:ext>
              </a:extLst>
            </p:cNvPr>
            <p:cNvSpPr/>
            <p:nvPr/>
          </p:nvSpPr>
          <p:spPr>
            <a:xfrm>
              <a:off x="7476518" y="3260254"/>
              <a:ext cx="344229" cy="889596"/>
            </a:xfrm>
            <a:custGeom>
              <a:avLst/>
              <a:gdLst/>
              <a:ahLst/>
              <a:cxnLst/>
              <a:rect l="l" t="t" r="r" b="b"/>
              <a:pathLst>
                <a:path w="6642" h="17165" extrusionOk="0">
                  <a:moveTo>
                    <a:pt x="2750" y="1"/>
                  </a:moveTo>
                  <a:cubicBezTo>
                    <a:pt x="2159" y="1"/>
                    <a:pt x="1595" y="205"/>
                    <a:pt x="1153" y="735"/>
                  </a:cubicBezTo>
                  <a:cubicBezTo>
                    <a:pt x="927" y="986"/>
                    <a:pt x="777" y="1286"/>
                    <a:pt x="702" y="1612"/>
                  </a:cubicBezTo>
                  <a:cubicBezTo>
                    <a:pt x="75" y="3843"/>
                    <a:pt x="1103" y="5773"/>
                    <a:pt x="827" y="7878"/>
                  </a:cubicBezTo>
                  <a:cubicBezTo>
                    <a:pt x="752" y="8404"/>
                    <a:pt x="677" y="8930"/>
                    <a:pt x="777" y="9457"/>
                  </a:cubicBezTo>
                  <a:cubicBezTo>
                    <a:pt x="802" y="9632"/>
                    <a:pt x="877" y="9808"/>
                    <a:pt x="877" y="9983"/>
                  </a:cubicBezTo>
                  <a:cubicBezTo>
                    <a:pt x="953" y="10409"/>
                    <a:pt x="802" y="10835"/>
                    <a:pt x="702" y="11261"/>
                  </a:cubicBezTo>
                  <a:cubicBezTo>
                    <a:pt x="577" y="11712"/>
                    <a:pt x="476" y="12164"/>
                    <a:pt x="501" y="12615"/>
                  </a:cubicBezTo>
                  <a:cubicBezTo>
                    <a:pt x="526" y="13091"/>
                    <a:pt x="652" y="13542"/>
                    <a:pt x="677" y="14018"/>
                  </a:cubicBezTo>
                  <a:cubicBezTo>
                    <a:pt x="677" y="14369"/>
                    <a:pt x="602" y="14720"/>
                    <a:pt x="526" y="15046"/>
                  </a:cubicBezTo>
                  <a:cubicBezTo>
                    <a:pt x="451" y="15497"/>
                    <a:pt x="0" y="16374"/>
                    <a:pt x="577" y="16575"/>
                  </a:cubicBezTo>
                  <a:cubicBezTo>
                    <a:pt x="927" y="16675"/>
                    <a:pt x="1328" y="16650"/>
                    <a:pt x="1704" y="16750"/>
                  </a:cubicBezTo>
                  <a:cubicBezTo>
                    <a:pt x="1830" y="16775"/>
                    <a:pt x="2707" y="17001"/>
                    <a:pt x="3158" y="17151"/>
                  </a:cubicBezTo>
                  <a:cubicBezTo>
                    <a:pt x="3181" y="17160"/>
                    <a:pt x="3203" y="17164"/>
                    <a:pt x="3225" y="17164"/>
                  </a:cubicBezTo>
                  <a:cubicBezTo>
                    <a:pt x="3325" y="17164"/>
                    <a:pt x="3413" y="17078"/>
                    <a:pt x="3434" y="16976"/>
                  </a:cubicBezTo>
                  <a:cubicBezTo>
                    <a:pt x="3509" y="16349"/>
                    <a:pt x="3810" y="15697"/>
                    <a:pt x="3985" y="15121"/>
                  </a:cubicBezTo>
                  <a:cubicBezTo>
                    <a:pt x="4186" y="14344"/>
                    <a:pt x="4386" y="13567"/>
                    <a:pt x="4587" y="12765"/>
                  </a:cubicBezTo>
                  <a:cubicBezTo>
                    <a:pt x="4662" y="12389"/>
                    <a:pt x="4762" y="12013"/>
                    <a:pt x="4887" y="11637"/>
                  </a:cubicBezTo>
                  <a:cubicBezTo>
                    <a:pt x="5038" y="11161"/>
                    <a:pt x="5263" y="10735"/>
                    <a:pt x="5489" y="10284"/>
                  </a:cubicBezTo>
                  <a:cubicBezTo>
                    <a:pt x="5514" y="10234"/>
                    <a:pt x="5539" y="10159"/>
                    <a:pt x="5564" y="10108"/>
                  </a:cubicBezTo>
                  <a:cubicBezTo>
                    <a:pt x="5614" y="9983"/>
                    <a:pt x="5664" y="9858"/>
                    <a:pt x="5689" y="9732"/>
                  </a:cubicBezTo>
                  <a:cubicBezTo>
                    <a:pt x="6090" y="8204"/>
                    <a:pt x="6642" y="6524"/>
                    <a:pt x="6466" y="4870"/>
                  </a:cubicBezTo>
                  <a:cubicBezTo>
                    <a:pt x="6316" y="3442"/>
                    <a:pt x="6341" y="1612"/>
                    <a:pt x="4938" y="735"/>
                  </a:cubicBezTo>
                  <a:cubicBezTo>
                    <a:pt x="4293" y="329"/>
                    <a:pt x="3499" y="1"/>
                    <a:pt x="27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a:extLst>
                <a:ext uri="{FF2B5EF4-FFF2-40B4-BE49-F238E27FC236}">
                  <a16:creationId xmlns:a16="http://schemas.microsoft.com/office/drawing/2014/main" id="{CA4C659B-EDF1-7D3E-B4F9-5B52C91411C9}"/>
                </a:ext>
              </a:extLst>
            </p:cNvPr>
            <p:cNvSpPr/>
            <p:nvPr/>
          </p:nvSpPr>
          <p:spPr>
            <a:xfrm>
              <a:off x="7151780" y="3067256"/>
              <a:ext cx="235135" cy="117127"/>
            </a:xfrm>
            <a:custGeom>
              <a:avLst/>
              <a:gdLst/>
              <a:ahLst/>
              <a:cxnLst/>
              <a:rect l="l" t="t" r="r" b="b"/>
              <a:pathLst>
                <a:path w="4537" h="2260" extrusionOk="0">
                  <a:moveTo>
                    <a:pt x="772" y="0"/>
                  </a:moveTo>
                  <a:cubicBezTo>
                    <a:pt x="605" y="0"/>
                    <a:pt x="447" y="42"/>
                    <a:pt x="326" y="148"/>
                  </a:cubicBezTo>
                  <a:cubicBezTo>
                    <a:pt x="226" y="248"/>
                    <a:pt x="176" y="374"/>
                    <a:pt x="126" y="499"/>
                  </a:cubicBezTo>
                  <a:cubicBezTo>
                    <a:pt x="51" y="649"/>
                    <a:pt x="0" y="800"/>
                    <a:pt x="51" y="950"/>
                  </a:cubicBezTo>
                  <a:cubicBezTo>
                    <a:pt x="101" y="1101"/>
                    <a:pt x="251" y="1201"/>
                    <a:pt x="401" y="1251"/>
                  </a:cubicBezTo>
                  <a:cubicBezTo>
                    <a:pt x="777" y="1426"/>
                    <a:pt x="1203" y="1301"/>
                    <a:pt x="1454" y="1552"/>
                  </a:cubicBezTo>
                  <a:cubicBezTo>
                    <a:pt x="1755" y="1852"/>
                    <a:pt x="1880" y="2128"/>
                    <a:pt x="2356" y="2228"/>
                  </a:cubicBezTo>
                  <a:cubicBezTo>
                    <a:pt x="2488" y="2250"/>
                    <a:pt x="2621" y="2259"/>
                    <a:pt x="2753" y="2259"/>
                  </a:cubicBezTo>
                  <a:cubicBezTo>
                    <a:pt x="3072" y="2259"/>
                    <a:pt x="3391" y="2206"/>
                    <a:pt x="3710" y="2153"/>
                  </a:cubicBezTo>
                  <a:cubicBezTo>
                    <a:pt x="4537" y="2003"/>
                    <a:pt x="4411" y="1401"/>
                    <a:pt x="3785" y="1075"/>
                  </a:cubicBezTo>
                  <a:cubicBezTo>
                    <a:pt x="3083" y="674"/>
                    <a:pt x="2482" y="349"/>
                    <a:pt x="1680" y="173"/>
                  </a:cubicBezTo>
                  <a:cubicBezTo>
                    <a:pt x="1479" y="123"/>
                    <a:pt x="1304" y="98"/>
                    <a:pt x="1103" y="48"/>
                  </a:cubicBezTo>
                  <a:cubicBezTo>
                    <a:pt x="994" y="18"/>
                    <a:pt x="881" y="0"/>
                    <a:pt x="77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a:extLst>
                <a:ext uri="{FF2B5EF4-FFF2-40B4-BE49-F238E27FC236}">
                  <a16:creationId xmlns:a16="http://schemas.microsoft.com/office/drawing/2014/main" id="{10A84629-98AC-272B-36A5-AF76A7171614}"/>
                </a:ext>
              </a:extLst>
            </p:cNvPr>
            <p:cNvSpPr/>
            <p:nvPr/>
          </p:nvSpPr>
          <p:spPr>
            <a:xfrm>
              <a:off x="6740027" y="2691729"/>
              <a:ext cx="478045" cy="473691"/>
            </a:xfrm>
            <a:custGeom>
              <a:avLst/>
              <a:gdLst/>
              <a:ahLst/>
              <a:cxnLst/>
              <a:rect l="l" t="t" r="r" b="b"/>
              <a:pathLst>
                <a:path w="9224" h="9140" extrusionOk="0">
                  <a:moveTo>
                    <a:pt x="301" y="1"/>
                  </a:moveTo>
                  <a:cubicBezTo>
                    <a:pt x="176" y="1179"/>
                    <a:pt x="151" y="2356"/>
                    <a:pt x="76" y="3509"/>
                  </a:cubicBezTo>
                  <a:cubicBezTo>
                    <a:pt x="1" y="4788"/>
                    <a:pt x="51" y="6091"/>
                    <a:pt x="427" y="7319"/>
                  </a:cubicBezTo>
                  <a:cubicBezTo>
                    <a:pt x="527" y="7695"/>
                    <a:pt x="677" y="8096"/>
                    <a:pt x="928" y="8397"/>
                  </a:cubicBezTo>
                  <a:cubicBezTo>
                    <a:pt x="1452" y="9003"/>
                    <a:pt x="2400" y="9140"/>
                    <a:pt x="3364" y="9140"/>
                  </a:cubicBezTo>
                  <a:cubicBezTo>
                    <a:pt x="4153" y="9140"/>
                    <a:pt x="4953" y="9048"/>
                    <a:pt x="5539" y="9048"/>
                  </a:cubicBezTo>
                  <a:lnTo>
                    <a:pt x="8722" y="9048"/>
                  </a:lnTo>
                  <a:cubicBezTo>
                    <a:pt x="8747" y="8998"/>
                    <a:pt x="8747" y="8948"/>
                    <a:pt x="8773" y="8898"/>
                  </a:cubicBezTo>
                  <a:cubicBezTo>
                    <a:pt x="8873" y="8472"/>
                    <a:pt x="9148" y="7419"/>
                    <a:pt x="9224" y="6993"/>
                  </a:cubicBezTo>
                  <a:lnTo>
                    <a:pt x="7194" y="6818"/>
                  </a:lnTo>
                  <a:cubicBezTo>
                    <a:pt x="6617" y="6768"/>
                    <a:pt x="6016" y="6717"/>
                    <a:pt x="5439" y="6667"/>
                  </a:cubicBezTo>
                  <a:cubicBezTo>
                    <a:pt x="4963" y="6642"/>
                    <a:pt x="4261" y="6742"/>
                    <a:pt x="4186" y="6116"/>
                  </a:cubicBezTo>
                  <a:cubicBezTo>
                    <a:pt x="4136" y="5915"/>
                    <a:pt x="4186" y="5665"/>
                    <a:pt x="4086" y="5464"/>
                  </a:cubicBezTo>
                  <a:cubicBezTo>
                    <a:pt x="3960" y="5164"/>
                    <a:pt x="3610" y="5013"/>
                    <a:pt x="3509" y="4687"/>
                  </a:cubicBezTo>
                  <a:cubicBezTo>
                    <a:pt x="3459" y="4462"/>
                    <a:pt x="3559" y="4161"/>
                    <a:pt x="3585" y="3910"/>
                  </a:cubicBezTo>
                  <a:cubicBezTo>
                    <a:pt x="3610" y="3560"/>
                    <a:pt x="3760" y="3234"/>
                    <a:pt x="3910" y="2908"/>
                  </a:cubicBezTo>
                  <a:cubicBezTo>
                    <a:pt x="4161" y="2331"/>
                    <a:pt x="4336" y="1730"/>
                    <a:pt x="4437" y="1128"/>
                  </a:cubicBezTo>
                  <a:lnTo>
                    <a:pt x="4336" y="1128"/>
                  </a:lnTo>
                  <a:lnTo>
                    <a:pt x="30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a:extLst>
                <a:ext uri="{FF2B5EF4-FFF2-40B4-BE49-F238E27FC236}">
                  <a16:creationId xmlns:a16="http://schemas.microsoft.com/office/drawing/2014/main" id="{36743987-ADF8-A6A8-3624-F070915E83C2}"/>
                </a:ext>
              </a:extLst>
            </p:cNvPr>
            <p:cNvSpPr/>
            <p:nvPr/>
          </p:nvSpPr>
          <p:spPr>
            <a:xfrm>
              <a:off x="7316740" y="3132038"/>
              <a:ext cx="641712" cy="23477"/>
            </a:xfrm>
            <a:custGeom>
              <a:avLst/>
              <a:gdLst/>
              <a:ahLst/>
              <a:cxnLst/>
              <a:rect l="l" t="t" r="r" b="b"/>
              <a:pathLst>
                <a:path w="12382" h="453" extrusionOk="0">
                  <a:moveTo>
                    <a:pt x="426" y="1"/>
                  </a:moveTo>
                  <a:cubicBezTo>
                    <a:pt x="176" y="1"/>
                    <a:pt x="0" y="201"/>
                    <a:pt x="0" y="452"/>
                  </a:cubicBezTo>
                  <a:lnTo>
                    <a:pt x="12381" y="452"/>
                  </a:lnTo>
                  <a:lnTo>
                    <a:pt x="1238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ACF6A29F-0865-4D7A-E1B4-586B0C50AF4A}"/>
                </a:ext>
              </a:extLst>
            </p:cNvPr>
            <p:cNvSpPr/>
            <p:nvPr/>
          </p:nvSpPr>
          <p:spPr>
            <a:xfrm>
              <a:off x="7427129" y="2773561"/>
              <a:ext cx="757336" cy="358534"/>
            </a:xfrm>
            <a:custGeom>
              <a:avLst/>
              <a:gdLst/>
              <a:ahLst/>
              <a:cxnLst/>
              <a:rect l="l" t="t" r="r" b="b"/>
              <a:pathLst>
                <a:path w="14613" h="6918" extrusionOk="0">
                  <a:moveTo>
                    <a:pt x="2758" y="1"/>
                  </a:moveTo>
                  <a:cubicBezTo>
                    <a:pt x="2507" y="1"/>
                    <a:pt x="2281" y="151"/>
                    <a:pt x="2206" y="376"/>
                  </a:cubicBezTo>
                  <a:lnTo>
                    <a:pt x="1" y="6918"/>
                  </a:lnTo>
                  <a:lnTo>
                    <a:pt x="12382" y="6918"/>
                  </a:lnTo>
                  <a:lnTo>
                    <a:pt x="14487" y="702"/>
                  </a:lnTo>
                  <a:cubicBezTo>
                    <a:pt x="14612" y="351"/>
                    <a:pt x="14312" y="1"/>
                    <a:pt x="1393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2B607BD3-9975-D7D1-53D1-2385EACD9F70}"/>
                </a:ext>
              </a:extLst>
            </p:cNvPr>
            <p:cNvSpPr/>
            <p:nvPr/>
          </p:nvSpPr>
          <p:spPr>
            <a:xfrm>
              <a:off x="7424537" y="3103482"/>
              <a:ext cx="644303" cy="52033"/>
            </a:xfrm>
            <a:custGeom>
              <a:avLst/>
              <a:gdLst/>
              <a:ahLst/>
              <a:cxnLst/>
              <a:rect l="l" t="t" r="r" b="b"/>
              <a:pathLst>
                <a:path w="12432" h="1004" extrusionOk="0">
                  <a:moveTo>
                    <a:pt x="12432" y="0"/>
                  </a:moveTo>
                  <a:lnTo>
                    <a:pt x="1" y="552"/>
                  </a:lnTo>
                  <a:lnTo>
                    <a:pt x="1" y="1003"/>
                  </a:lnTo>
                  <a:lnTo>
                    <a:pt x="12231" y="1003"/>
                  </a:lnTo>
                  <a:cubicBezTo>
                    <a:pt x="12332" y="1003"/>
                    <a:pt x="12432" y="903"/>
                    <a:pt x="12432" y="777"/>
                  </a:cubicBezTo>
                  <a:lnTo>
                    <a:pt x="1243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a:extLst>
                <a:ext uri="{FF2B5EF4-FFF2-40B4-BE49-F238E27FC236}">
                  <a16:creationId xmlns:a16="http://schemas.microsoft.com/office/drawing/2014/main" id="{249A7597-B334-05B2-DB5E-10DC9E5BB4D4}"/>
                </a:ext>
              </a:extLst>
            </p:cNvPr>
            <p:cNvSpPr/>
            <p:nvPr/>
          </p:nvSpPr>
          <p:spPr>
            <a:xfrm>
              <a:off x="7786953" y="2925513"/>
              <a:ext cx="48976" cy="35190"/>
            </a:xfrm>
            <a:custGeom>
              <a:avLst/>
              <a:gdLst/>
              <a:ahLst/>
              <a:cxnLst/>
              <a:rect l="l" t="t" r="r" b="b"/>
              <a:pathLst>
                <a:path w="945" h="679" extrusionOk="0">
                  <a:moveTo>
                    <a:pt x="501" y="1"/>
                  </a:moveTo>
                  <a:cubicBezTo>
                    <a:pt x="376" y="26"/>
                    <a:pt x="226" y="76"/>
                    <a:pt x="151" y="201"/>
                  </a:cubicBezTo>
                  <a:cubicBezTo>
                    <a:pt x="0" y="477"/>
                    <a:pt x="226" y="678"/>
                    <a:pt x="476" y="678"/>
                  </a:cubicBezTo>
                  <a:cubicBezTo>
                    <a:pt x="486" y="678"/>
                    <a:pt x="495" y="678"/>
                    <a:pt x="505" y="678"/>
                  </a:cubicBezTo>
                  <a:cubicBezTo>
                    <a:pt x="928" y="678"/>
                    <a:pt x="944" y="124"/>
                    <a:pt x="552" y="26"/>
                  </a:cubicBezTo>
                  <a:cubicBezTo>
                    <a:pt x="552" y="26"/>
                    <a:pt x="526" y="1"/>
                    <a:pt x="526"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1">
              <a:extLst>
                <a:ext uri="{FF2B5EF4-FFF2-40B4-BE49-F238E27FC236}">
                  <a16:creationId xmlns:a16="http://schemas.microsoft.com/office/drawing/2014/main" id="{EC1882F6-979B-74CF-5BA4-874C6D08CF5E}"/>
                </a:ext>
              </a:extLst>
            </p:cNvPr>
            <p:cNvSpPr/>
            <p:nvPr/>
          </p:nvSpPr>
          <p:spPr>
            <a:xfrm>
              <a:off x="7389452" y="2938521"/>
              <a:ext cx="22130" cy="35138"/>
            </a:xfrm>
            <a:custGeom>
              <a:avLst/>
              <a:gdLst/>
              <a:ahLst/>
              <a:cxnLst/>
              <a:rect l="l" t="t" r="r" b="b"/>
              <a:pathLst>
                <a:path w="427" h="678" extrusionOk="0">
                  <a:moveTo>
                    <a:pt x="427" y="1"/>
                  </a:moveTo>
                  <a:lnTo>
                    <a:pt x="84" y="545"/>
                  </a:lnTo>
                  <a:lnTo>
                    <a:pt x="84" y="545"/>
                  </a:lnTo>
                  <a:cubicBezTo>
                    <a:pt x="98" y="530"/>
                    <a:pt x="112" y="516"/>
                    <a:pt x="126" y="502"/>
                  </a:cubicBezTo>
                  <a:cubicBezTo>
                    <a:pt x="176" y="402"/>
                    <a:pt x="227" y="326"/>
                    <a:pt x="277" y="251"/>
                  </a:cubicBezTo>
                  <a:cubicBezTo>
                    <a:pt x="327" y="176"/>
                    <a:pt x="402" y="101"/>
                    <a:pt x="427" y="1"/>
                  </a:cubicBezTo>
                  <a:close/>
                  <a:moveTo>
                    <a:pt x="84" y="545"/>
                  </a:moveTo>
                  <a:cubicBezTo>
                    <a:pt x="50" y="582"/>
                    <a:pt x="19" y="623"/>
                    <a:pt x="1" y="677"/>
                  </a:cubicBezTo>
                  <a:lnTo>
                    <a:pt x="84" y="545"/>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1">
              <a:extLst>
                <a:ext uri="{FF2B5EF4-FFF2-40B4-BE49-F238E27FC236}">
                  <a16:creationId xmlns:a16="http://schemas.microsoft.com/office/drawing/2014/main" id="{87972D57-D046-8D83-A2AF-FA151F025962}"/>
                </a:ext>
              </a:extLst>
            </p:cNvPr>
            <p:cNvSpPr/>
            <p:nvPr/>
          </p:nvSpPr>
          <p:spPr>
            <a:xfrm>
              <a:off x="7507665" y="3536017"/>
              <a:ext cx="24721" cy="215649"/>
            </a:xfrm>
            <a:custGeom>
              <a:avLst/>
              <a:gdLst/>
              <a:ahLst/>
              <a:cxnLst/>
              <a:rect l="l" t="t" r="r" b="b"/>
              <a:pathLst>
                <a:path w="477" h="4161" fill="none" extrusionOk="0">
                  <a:moveTo>
                    <a:pt x="51" y="4161"/>
                  </a:moveTo>
                  <a:cubicBezTo>
                    <a:pt x="1" y="3559"/>
                    <a:pt x="51" y="2983"/>
                    <a:pt x="226" y="2406"/>
                  </a:cubicBezTo>
                  <a:cubicBezTo>
                    <a:pt x="352" y="2005"/>
                    <a:pt x="477" y="1629"/>
                    <a:pt x="377" y="1203"/>
                  </a:cubicBezTo>
                  <a:cubicBezTo>
                    <a:pt x="276" y="777"/>
                    <a:pt x="226" y="426"/>
                    <a:pt x="377" y="0"/>
                  </a:cubicBez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1">
              <a:extLst>
                <a:ext uri="{FF2B5EF4-FFF2-40B4-BE49-F238E27FC236}">
                  <a16:creationId xmlns:a16="http://schemas.microsoft.com/office/drawing/2014/main" id="{8CE78E4F-B903-50A4-C7C8-DC90A1D7E7B8}"/>
                </a:ext>
              </a:extLst>
            </p:cNvPr>
            <p:cNvSpPr/>
            <p:nvPr/>
          </p:nvSpPr>
          <p:spPr>
            <a:xfrm>
              <a:off x="6334732" y="3151551"/>
              <a:ext cx="2802160" cy="52036"/>
            </a:xfrm>
            <a:custGeom>
              <a:avLst/>
              <a:gdLst/>
              <a:ahLst/>
              <a:cxnLst/>
              <a:rect l="l" t="t" r="r" b="b"/>
              <a:pathLst>
                <a:path w="86719" h="979" extrusionOk="0">
                  <a:moveTo>
                    <a:pt x="1" y="1"/>
                  </a:moveTo>
                  <a:lnTo>
                    <a:pt x="1" y="978"/>
                  </a:lnTo>
                  <a:lnTo>
                    <a:pt x="86718" y="978"/>
                  </a:lnTo>
                  <a:lnTo>
                    <a:pt x="8671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1">
              <a:extLst>
                <a:ext uri="{FF2B5EF4-FFF2-40B4-BE49-F238E27FC236}">
                  <a16:creationId xmlns:a16="http://schemas.microsoft.com/office/drawing/2014/main" id="{154291DE-B590-71F1-1FAA-B1B5806039FA}"/>
                </a:ext>
              </a:extLst>
            </p:cNvPr>
            <p:cNvSpPr/>
            <p:nvPr/>
          </p:nvSpPr>
          <p:spPr>
            <a:xfrm>
              <a:off x="6393211" y="3163237"/>
              <a:ext cx="314378" cy="1170339"/>
            </a:xfrm>
            <a:custGeom>
              <a:avLst/>
              <a:gdLst/>
              <a:ahLst/>
              <a:cxnLst/>
              <a:rect l="l" t="t" r="r" b="b"/>
              <a:pathLst>
                <a:path w="6066" h="22582" extrusionOk="0">
                  <a:moveTo>
                    <a:pt x="5414" y="0"/>
                  </a:moveTo>
                  <a:lnTo>
                    <a:pt x="1" y="22582"/>
                  </a:lnTo>
                  <a:lnTo>
                    <a:pt x="677" y="22582"/>
                  </a:lnTo>
                  <a:lnTo>
                    <a:pt x="606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a:extLst>
                <a:ext uri="{FF2B5EF4-FFF2-40B4-BE49-F238E27FC236}">
                  <a16:creationId xmlns:a16="http://schemas.microsoft.com/office/drawing/2014/main" id="{D1ED35E9-3F23-4ADC-8053-BBBD13BB5C79}"/>
                </a:ext>
              </a:extLst>
            </p:cNvPr>
            <p:cNvSpPr/>
            <p:nvPr/>
          </p:nvSpPr>
          <p:spPr>
            <a:xfrm>
              <a:off x="6703645" y="3163237"/>
              <a:ext cx="313082" cy="1170339"/>
            </a:xfrm>
            <a:custGeom>
              <a:avLst/>
              <a:gdLst/>
              <a:ahLst/>
              <a:cxnLst/>
              <a:rect l="l" t="t" r="r" b="b"/>
              <a:pathLst>
                <a:path w="6041" h="22582" extrusionOk="0">
                  <a:moveTo>
                    <a:pt x="5389" y="0"/>
                  </a:moveTo>
                  <a:lnTo>
                    <a:pt x="1" y="22582"/>
                  </a:lnTo>
                  <a:lnTo>
                    <a:pt x="652" y="22582"/>
                  </a:lnTo>
                  <a:lnTo>
                    <a:pt x="60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a:extLst>
                <a:ext uri="{FF2B5EF4-FFF2-40B4-BE49-F238E27FC236}">
                  <a16:creationId xmlns:a16="http://schemas.microsoft.com/office/drawing/2014/main" id="{7426A676-040B-7ECA-830B-726258CAA4E5}"/>
                </a:ext>
              </a:extLst>
            </p:cNvPr>
            <p:cNvSpPr/>
            <p:nvPr/>
          </p:nvSpPr>
          <p:spPr>
            <a:xfrm>
              <a:off x="7114650" y="2511959"/>
              <a:ext cx="169554" cy="202985"/>
            </a:xfrm>
            <a:custGeom>
              <a:avLst/>
              <a:gdLst/>
              <a:ahLst/>
              <a:cxnLst/>
              <a:rect l="l" t="t" r="r" b="b"/>
              <a:pathLst>
                <a:path w="4022" h="4815" extrusionOk="0">
                  <a:moveTo>
                    <a:pt x="1587" y="0"/>
                  </a:moveTo>
                  <a:lnTo>
                    <a:pt x="1058" y="1481"/>
                  </a:lnTo>
                  <a:lnTo>
                    <a:pt x="0" y="2169"/>
                  </a:lnTo>
                  <a:lnTo>
                    <a:pt x="106" y="2963"/>
                  </a:lnTo>
                  <a:lnTo>
                    <a:pt x="4022" y="4815"/>
                  </a:lnTo>
                  <a:lnTo>
                    <a:pt x="3440" y="952"/>
                  </a:lnTo>
                  <a:close/>
                </a:path>
              </a:pathLst>
            </a:custGeom>
            <a:solidFill>
              <a:schemeClr val="dk2"/>
            </a:solidFill>
            <a:ln w="9525" cap="flat" cmpd="sng">
              <a:solidFill>
                <a:schemeClr val="dk2"/>
              </a:solidFill>
              <a:prstDash val="solid"/>
              <a:round/>
              <a:headEnd type="none" w="med" len="med"/>
              <a:tailEnd type="none" w="med" len="med"/>
            </a:ln>
          </p:spPr>
          <p:txBody>
            <a:bodyPr/>
            <a:lstStyle/>
            <a:p>
              <a:endParaRPr lang="en-IN"/>
            </a:p>
          </p:txBody>
        </p:sp>
        <p:grpSp>
          <p:nvGrpSpPr>
            <p:cNvPr id="868" name="Google Shape;868;p31">
              <a:extLst>
                <a:ext uri="{FF2B5EF4-FFF2-40B4-BE49-F238E27FC236}">
                  <a16:creationId xmlns:a16="http://schemas.microsoft.com/office/drawing/2014/main" id="{22552428-0636-E4A3-9A11-AA35402130A9}"/>
                </a:ext>
              </a:extLst>
            </p:cNvPr>
            <p:cNvGrpSpPr/>
            <p:nvPr/>
          </p:nvGrpSpPr>
          <p:grpSpPr>
            <a:xfrm>
              <a:off x="6988000" y="2125378"/>
              <a:ext cx="244243" cy="467604"/>
              <a:chOff x="5990537" y="2792332"/>
              <a:chExt cx="144842" cy="277301"/>
            </a:xfrm>
          </p:grpSpPr>
          <p:sp>
            <p:nvSpPr>
              <p:cNvPr id="869" name="Google Shape;869;p31">
                <a:extLst>
                  <a:ext uri="{FF2B5EF4-FFF2-40B4-BE49-F238E27FC236}">
                    <a16:creationId xmlns:a16="http://schemas.microsoft.com/office/drawing/2014/main" id="{BCEDB7EE-EDA8-BC8C-8F05-A46D07496A5E}"/>
                  </a:ext>
                </a:extLst>
              </p:cNvPr>
              <p:cNvSpPr/>
              <p:nvPr/>
            </p:nvSpPr>
            <p:spPr>
              <a:xfrm>
                <a:off x="6003630" y="2839324"/>
                <a:ext cx="126341" cy="230309"/>
              </a:xfrm>
              <a:custGeom>
                <a:avLst/>
                <a:gdLst/>
                <a:ahLst/>
                <a:cxnLst/>
                <a:rect l="l" t="t" r="r" b="b"/>
                <a:pathLst>
                  <a:path w="4111" h="7494" extrusionOk="0">
                    <a:moveTo>
                      <a:pt x="3509" y="0"/>
                    </a:moveTo>
                    <a:lnTo>
                      <a:pt x="1780" y="401"/>
                    </a:lnTo>
                    <a:cubicBezTo>
                      <a:pt x="677" y="652"/>
                      <a:pt x="1" y="1754"/>
                      <a:pt x="251" y="2832"/>
                    </a:cubicBezTo>
                    <a:lnTo>
                      <a:pt x="427" y="3484"/>
                    </a:lnTo>
                    <a:cubicBezTo>
                      <a:pt x="477" y="3759"/>
                      <a:pt x="602" y="3985"/>
                      <a:pt x="752" y="4186"/>
                    </a:cubicBezTo>
                    <a:lnTo>
                      <a:pt x="402" y="5815"/>
                    </a:lnTo>
                    <a:cubicBezTo>
                      <a:pt x="226" y="6566"/>
                      <a:pt x="727" y="7343"/>
                      <a:pt x="1504" y="7469"/>
                    </a:cubicBezTo>
                    <a:cubicBezTo>
                      <a:pt x="1588" y="7485"/>
                      <a:pt x="1672" y="7494"/>
                      <a:pt x="1754" y="7494"/>
                    </a:cubicBezTo>
                    <a:cubicBezTo>
                      <a:pt x="2411" y="7494"/>
                      <a:pt x="2997" y="6981"/>
                      <a:pt x="3108" y="6291"/>
                    </a:cubicBezTo>
                    <a:lnTo>
                      <a:pt x="3359" y="4461"/>
                    </a:lnTo>
                    <a:cubicBezTo>
                      <a:pt x="3860" y="4035"/>
                      <a:pt x="4111" y="3358"/>
                      <a:pt x="3935" y="2682"/>
                    </a:cubicBezTo>
                    <a:lnTo>
                      <a:pt x="3509"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a:extLst>
                  <a:ext uri="{FF2B5EF4-FFF2-40B4-BE49-F238E27FC236}">
                    <a16:creationId xmlns:a16="http://schemas.microsoft.com/office/drawing/2014/main" id="{FA57F210-4CE8-697B-0AFB-D0274A28144F}"/>
                  </a:ext>
                </a:extLst>
              </p:cNvPr>
              <p:cNvSpPr/>
              <p:nvPr/>
            </p:nvSpPr>
            <p:spPr>
              <a:xfrm>
                <a:off x="5990537" y="2792332"/>
                <a:ext cx="144842" cy="168476"/>
              </a:xfrm>
              <a:custGeom>
                <a:avLst/>
                <a:gdLst/>
                <a:ahLst/>
                <a:cxnLst/>
                <a:rect l="l" t="t" r="r" b="b"/>
                <a:pathLst>
                  <a:path w="4713" h="5482" extrusionOk="0">
                    <a:moveTo>
                      <a:pt x="3608" y="1"/>
                    </a:moveTo>
                    <a:cubicBezTo>
                      <a:pt x="3312" y="1"/>
                      <a:pt x="3017" y="100"/>
                      <a:pt x="2783" y="276"/>
                    </a:cubicBezTo>
                    <a:cubicBezTo>
                      <a:pt x="2582" y="426"/>
                      <a:pt x="2407" y="627"/>
                      <a:pt x="2181" y="752"/>
                    </a:cubicBezTo>
                    <a:cubicBezTo>
                      <a:pt x="1780" y="978"/>
                      <a:pt x="1304" y="877"/>
                      <a:pt x="903" y="1128"/>
                    </a:cubicBezTo>
                    <a:cubicBezTo>
                      <a:pt x="652" y="1303"/>
                      <a:pt x="427" y="1604"/>
                      <a:pt x="376" y="1905"/>
                    </a:cubicBezTo>
                    <a:cubicBezTo>
                      <a:pt x="351" y="2156"/>
                      <a:pt x="376" y="2406"/>
                      <a:pt x="326" y="2632"/>
                    </a:cubicBezTo>
                    <a:cubicBezTo>
                      <a:pt x="276" y="2933"/>
                      <a:pt x="51" y="3183"/>
                      <a:pt x="26" y="3509"/>
                    </a:cubicBezTo>
                    <a:cubicBezTo>
                      <a:pt x="1" y="3710"/>
                      <a:pt x="101" y="3910"/>
                      <a:pt x="176" y="4111"/>
                    </a:cubicBezTo>
                    <a:cubicBezTo>
                      <a:pt x="276" y="4411"/>
                      <a:pt x="402" y="4687"/>
                      <a:pt x="502" y="4963"/>
                    </a:cubicBezTo>
                    <a:cubicBezTo>
                      <a:pt x="552" y="5113"/>
                      <a:pt x="602" y="5464"/>
                      <a:pt x="828" y="5464"/>
                    </a:cubicBezTo>
                    <a:cubicBezTo>
                      <a:pt x="855" y="5476"/>
                      <a:pt x="882" y="5481"/>
                      <a:pt x="907" y="5481"/>
                    </a:cubicBezTo>
                    <a:cubicBezTo>
                      <a:pt x="1212" y="5481"/>
                      <a:pt x="1402" y="4718"/>
                      <a:pt x="1379" y="4486"/>
                    </a:cubicBezTo>
                    <a:cubicBezTo>
                      <a:pt x="1304" y="3760"/>
                      <a:pt x="1204" y="2832"/>
                      <a:pt x="2056" y="2557"/>
                    </a:cubicBezTo>
                    <a:cubicBezTo>
                      <a:pt x="2356" y="2456"/>
                      <a:pt x="2707" y="2456"/>
                      <a:pt x="3033" y="2406"/>
                    </a:cubicBezTo>
                    <a:cubicBezTo>
                      <a:pt x="3384" y="2331"/>
                      <a:pt x="3735" y="2206"/>
                      <a:pt x="4011" y="1980"/>
                    </a:cubicBezTo>
                    <a:cubicBezTo>
                      <a:pt x="4211" y="1830"/>
                      <a:pt x="4361" y="1654"/>
                      <a:pt x="4487" y="1454"/>
                    </a:cubicBezTo>
                    <a:cubicBezTo>
                      <a:pt x="4637" y="1178"/>
                      <a:pt x="4712" y="877"/>
                      <a:pt x="4612" y="577"/>
                    </a:cubicBezTo>
                    <a:cubicBezTo>
                      <a:pt x="4487" y="276"/>
                      <a:pt x="4186" y="75"/>
                      <a:pt x="3860" y="25"/>
                    </a:cubicBezTo>
                    <a:cubicBezTo>
                      <a:pt x="3777" y="9"/>
                      <a:pt x="3693" y="1"/>
                      <a:pt x="360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a:extLst>
                  <a:ext uri="{FF2B5EF4-FFF2-40B4-BE49-F238E27FC236}">
                    <a16:creationId xmlns:a16="http://schemas.microsoft.com/office/drawing/2014/main" id="{CC5DE173-92B9-ADD9-1435-994DE606C957}"/>
                  </a:ext>
                </a:extLst>
              </p:cNvPr>
              <p:cNvSpPr/>
              <p:nvPr/>
            </p:nvSpPr>
            <p:spPr>
              <a:xfrm>
                <a:off x="6064482" y="2971017"/>
                <a:ext cx="45484" cy="44716"/>
              </a:xfrm>
              <a:custGeom>
                <a:avLst/>
                <a:gdLst/>
                <a:ahLst/>
                <a:cxnLst/>
                <a:rect l="l" t="t" r="r" b="b"/>
                <a:pathLst>
                  <a:path w="1480" h="1455" extrusionOk="0">
                    <a:moveTo>
                      <a:pt x="1479" y="1"/>
                    </a:moveTo>
                    <a:cubicBezTo>
                      <a:pt x="1125" y="89"/>
                      <a:pt x="808" y="178"/>
                      <a:pt x="458" y="178"/>
                    </a:cubicBezTo>
                    <a:cubicBezTo>
                      <a:pt x="313" y="178"/>
                      <a:pt x="162" y="163"/>
                      <a:pt x="1" y="126"/>
                    </a:cubicBezTo>
                    <a:lnTo>
                      <a:pt x="1" y="126"/>
                    </a:lnTo>
                    <a:cubicBezTo>
                      <a:pt x="402" y="602"/>
                      <a:pt x="903" y="953"/>
                      <a:pt x="1229" y="1454"/>
                    </a:cubicBezTo>
                    <a:lnTo>
                      <a:pt x="1354" y="502"/>
                    </a:lnTo>
                    <a:cubicBezTo>
                      <a:pt x="1379" y="327"/>
                      <a:pt x="1429" y="176"/>
                      <a:pt x="14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1">
                <a:extLst>
                  <a:ext uri="{FF2B5EF4-FFF2-40B4-BE49-F238E27FC236}">
                    <a16:creationId xmlns:a16="http://schemas.microsoft.com/office/drawing/2014/main" id="{63D3F3F6-5498-8228-6D2F-E1B7A1F60C4B}"/>
                  </a:ext>
                </a:extLst>
              </p:cNvPr>
              <p:cNvSpPr/>
              <p:nvPr/>
            </p:nvSpPr>
            <p:spPr>
              <a:xfrm>
                <a:off x="6082983" y="2929434"/>
                <a:ext cx="28520" cy="18993"/>
              </a:xfrm>
              <a:custGeom>
                <a:avLst/>
                <a:gdLst/>
                <a:ahLst/>
                <a:cxnLst/>
                <a:rect l="l" t="t" r="r" b="b"/>
                <a:pathLst>
                  <a:path w="928" h="618" extrusionOk="0">
                    <a:moveTo>
                      <a:pt x="902" y="0"/>
                    </a:moveTo>
                    <a:cubicBezTo>
                      <a:pt x="902" y="0"/>
                      <a:pt x="877" y="25"/>
                      <a:pt x="902" y="25"/>
                    </a:cubicBezTo>
                    <a:lnTo>
                      <a:pt x="0" y="276"/>
                    </a:lnTo>
                    <a:cubicBezTo>
                      <a:pt x="25" y="426"/>
                      <a:pt x="150" y="577"/>
                      <a:pt x="301" y="602"/>
                    </a:cubicBezTo>
                    <a:cubicBezTo>
                      <a:pt x="338" y="613"/>
                      <a:pt x="376" y="618"/>
                      <a:pt x="413" y="618"/>
                    </a:cubicBezTo>
                    <a:cubicBezTo>
                      <a:pt x="548" y="618"/>
                      <a:pt x="673" y="550"/>
                      <a:pt x="752" y="452"/>
                    </a:cubicBezTo>
                    <a:cubicBezTo>
                      <a:pt x="852" y="351"/>
                      <a:pt x="927" y="176"/>
                      <a:pt x="9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873" name="Google Shape;873;p31">
            <a:extLst>
              <a:ext uri="{FF2B5EF4-FFF2-40B4-BE49-F238E27FC236}">
                <a16:creationId xmlns:a16="http://schemas.microsoft.com/office/drawing/2014/main" id="{8F6BBE4C-01C6-6BD5-2437-1A8B0920DC7F}"/>
              </a:ext>
            </a:extLst>
          </p:cNvPr>
          <p:cNvCxnSpPr/>
          <p:nvPr/>
        </p:nvCxnSpPr>
        <p:spPr>
          <a:xfrm>
            <a:off x="3613800" y="4604000"/>
            <a:ext cx="5530200" cy="0"/>
          </a:xfrm>
          <a:prstGeom prst="straightConnector1">
            <a:avLst/>
          </a:prstGeom>
          <a:noFill/>
          <a:ln w="19050" cap="flat" cmpd="sng">
            <a:solidFill>
              <a:schemeClr val="dk1"/>
            </a:solidFill>
            <a:prstDash val="solid"/>
            <a:round/>
            <a:headEnd type="none" w="med" len="med"/>
            <a:tailEnd type="none" w="med" len="med"/>
          </a:ln>
        </p:spPr>
      </p:cxnSp>
      <p:grpSp>
        <p:nvGrpSpPr>
          <p:cNvPr id="874" name="Google Shape;874;p31">
            <a:extLst>
              <a:ext uri="{FF2B5EF4-FFF2-40B4-BE49-F238E27FC236}">
                <a16:creationId xmlns:a16="http://schemas.microsoft.com/office/drawing/2014/main" id="{42E35FAA-9B5E-0155-0BF8-B026ACFA678B}"/>
              </a:ext>
            </a:extLst>
          </p:cNvPr>
          <p:cNvGrpSpPr/>
          <p:nvPr/>
        </p:nvGrpSpPr>
        <p:grpSpPr>
          <a:xfrm>
            <a:off x="6654800" y="3474"/>
            <a:ext cx="711420" cy="1050883"/>
            <a:chOff x="6034650" y="3474"/>
            <a:chExt cx="711420" cy="1050883"/>
          </a:xfrm>
        </p:grpSpPr>
        <p:sp>
          <p:nvSpPr>
            <p:cNvPr id="875" name="Google Shape;875;p31">
              <a:extLst>
                <a:ext uri="{FF2B5EF4-FFF2-40B4-BE49-F238E27FC236}">
                  <a16:creationId xmlns:a16="http://schemas.microsoft.com/office/drawing/2014/main" id="{0DDC1788-A1DA-0FBB-86D3-278774A4EB3D}"/>
                </a:ext>
              </a:extLst>
            </p:cNvPr>
            <p:cNvSpPr/>
            <p:nvPr/>
          </p:nvSpPr>
          <p:spPr>
            <a:xfrm>
              <a:off x="6289987" y="853551"/>
              <a:ext cx="200747" cy="200806"/>
            </a:xfrm>
            <a:custGeom>
              <a:avLst/>
              <a:gdLst/>
              <a:ahLst/>
              <a:cxnLst/>
              <a:rect l="l" t="t" r="r" b="b"/>
              <a:pathLst>
                <a:path w="3409" h="3410" extrusionOk="0">
                  <a:moveTo>
                    <a:pt x="1704" y="1"/>
                  </a:moveTo>
                  <a:cubicBezTo>
                    <a:pt x="752" y="1"/>
                    <a:pt x="0" y="752"/>
                    <a:pt x="0" y="1705"/>
                  </a:cubicBezTo>
                  <a:cubicBezTo>
                    <a:pt x="0" y="2657"/>
                    <a:pt x="752" y="3409"/>
                    <a:pt x="1704" y="3409"/>
                  </a:cubicBezTo>
                  <a:cubicBezTo>
                    <a:pt x="2657" y="3409"/>
                    <a:pt x="3409" y="2657"/>
                    <a:pt x="3409" y="1705"/>
                  </a:cubicBezTo>
                  <a:cubicBezTo>
                    <a:pt x="3409" y="752"/>
                    <a:pt x="2657" y="1"/>
                    <a:pt x="17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1">
              <a:extLst>
                <a:ext uri="{FF2B5EF4-FFF2-40B4-BE49-F238E27FC236}">
                  <a16:creationId xmlns:a16="http://schemas.microsoft.com/office/drawing/2014/main" id="{18620965-95E9-1B60-8A9C-D66CD349D01C}"/>
                </a:ext>
              </a:extLst>
            </p:cNvPr>
            <p:cNvSpPr/>
            <p:nvPr/>
          </p:nvSpPr>
          <p:spPr>
            <a:xfrm>
              <a:off x="6034650" y="558356"/>
              <a:ext cx="711420" cy="358743"/>
            </a:xfrm>
            <a:custGeom>
              <a:avLst/>
              <a:gdLst/>
              <a:ahLst/>
              <a:cxnLst/>
              <a:rect l="l" t="t" r="r" b="b"/>
              <a:pathLst>
                <a:path w="12081" h="6092" extrusionOk="0">
                  <a:moveTo>
                    <a:pt x="6041" y="1"/>
                  </a:moveTo>
                  <a:cubicBezTo>
                    <a:pt x="2707" y="1"/>
                    <a:pt x="0" y="2708"/>
                    <a:pt x="0" y="6041"/>
                  </a:cubicBezTo>
                  <a:lnTo>
                    <a:pt x="0"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1">
              <a:extLst>
                <a:ext uri="{FF2B5EF4-FFF2-40B4-BE49-F238E27FC236}">
                  <a16:creationId xmlns:a16="http://schemas.microsoft.com/office/drawing/2014/main" id="{4B5E0FF7-4BCE-1E6B-29A3-1687BEADF822}"/>
                </a:ext>
              </a:extLst>
            </p:cNvPr>
            <p:cNvSpPr/>
            <p:nvPr/>
          </p:nvSpPr>
          <p:spPr>
            <a:xfrm>
              <a:off x="6390331" y="3474"/>
              <a:ext cx="59" cy="554956"/>
            </a:xfrm>
            <a:custGeom>
              <a:avLst/>
              <a:gdLst/>
              <a:ahLst/>
              <a:cxnLst/>
              <a:rect l="l" t="t" r="r" b="b"/>
              <a:pathLst>
                <a:path w="1" h="9424" fill="none" extrusionOk="0">
                  <a:moveTo>
                    <a:pt x="0" y="0"/>
                  </a:moveTo>
                  <a:lnTo>
                    <a:pt x="0" y="9424"/>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8" name="Google Shape;878;p31">
            <a:extLst>
              <a:ext uri="{FF2B5EF4-FFF2-40B4-BE49-F238E27FC236}">
                <a16:creationId xmlns:a16="http://schemas.microsoft.com/office/drawing/2014/main" id="{1C533A2E-8434-B8F5-90EA-1154255B2746}"/>
              </a:ext>
            </a:extLst>
          </p:cNvPr>
          <p:cNvCxnSpPr/>
          <p:nvPr/>
        </p:nvCxnSpPr>
        <p:spPr>
          <a:xfrm>
            <a:off x="946617" y="2239500"/>
            <a:ext cx="1732800" cy="0"/>
          </a:xfrm>
          <a:prstGeom prst="straightConnector1">
            <a:avLst/>
          </a:prstGeom>
          <a:noFill/>
          <a:ln w="19050" cap="flat" cmpd="sng">
            <a:solidFill>
              <a:schemeClr val="dk1"/>
            </a:solidFill>
            <a:prstDash val="solid"/>
            <a:round/>
            <a:headEnd type="none" w="med" len="med"/>
            <a:tailEnd type="none" w="med" len="med"/>
          </a:ln>
        </p:spPr>
      </p:cxnSp>
      <p:grpSp>
        <p:nvGrpSpPr>
          <p:cNvPr id="879" name="Google Shape;879;p31">
            <a:extLst>
              <a:ext uri="{FF2B5EF4-FFF2-40B4-BE49-F238E27FC236}">
                <a16:creationId xmlns:a16="http://schemas.microsoft.com/office/drawing/2014/main" id="{092B48B5-5287-9FAC-FD2A-3CDD1D51AEFB}"/>
              </a:ext>
            </a:extLst>
          </p:cNvPr>
          <p:cNvGrpSpPr/>
          <p:nvPr/>
        </p:nvGrpSpPr>
        <p:grpSpPr>
          <a:xfrm>
            <a:off x="5620389" y="2174544"/>
            <a:ext cx="979405" cy="2692853"/>
            <a:chOff x="5620389" y="1910926"/>
            <a:chExt cx="979405" cy="2692853"/>
          </a:xfrm>
        </p:grpSpPr>
        <p:sp>
          <p:nvSpPr>
            <p:cNvPr id="880" name="Google Shape;880;p31">
              <a:extLst>
                <a:ext uri="{FF2B5EF4-FFF2-40B4-BE49-F238E27FC236}">
                  <a16:creationId xmlns:a16="http://schemas.microsoft.com/office/drawing/2014/main" id="{A47A08CD-A418-5C4B-1429-97AA1FC6741A}"/>
                </a:ext>
              </a:extLst>
            </p:cNvPr>
            <p:cNvSpPr/>
            <p:nvPr/>
          </p:nvSpPr>
          <p:spPr>
            <a:xfrm>
              <a:off x="6162017" y="4173678"/>
              <a:ext cx="155945" cy="284578"/>
            </a:xfrm>
            <a:custGeom>
              <a:avLst/>
              <a:gdLst/>
              <a:ahLst/>
              <a:cxnLst/>
              <a:rect l="l" t="t" r="r" b="b"/>
              <a:pathLst>
                <a:path w="3009" h="5491" extrusionOk="0">
                  <a:moveTo>
                    <a:pt x="1331" y="0"/>
                  </a:moveTo>
                  <a:cubicBezTo>
                    <a:pt x="899" y="0"/>
                    <a:pt x="570" y="188"/>
                    <a:pt x="427" y="579"/>
                  </a:cubicBezTo>
                  <a:cubicBezTo>
                    <a:pt x="1" y="1732"/>
                    <a:pt x="527" y="3962"/>
                    <a:pt x="828" y="5290"/>
                  </a:cubicBezTo>
                  <a:cubicBezTo>
                    <a:pt x="1007" y="5271"/>
                    <a:pt x="1189" y="5262"/>
                    <a:pt x="1374" y="5262"/>
                  </a:cubicBezTo>
                  <a:cubicBezTo>
                    <a:pt x="1912" y="5262"/>
                    <a:pt x="2467" y="5342"/>
                    <a:pt x="3008" y="5491"/>
                  </a:cubicBezTo>
                  <a:cubicBezTo>
                    <a:pt x="3008" y="4238"/>
                    <a:pt x="2983" y="3010"/>
                    <a:pt x="2908" y="1757"/>
                  </a:cubicBezTo>
                  <a:cubicBezTo>
                    <a:pt x="2883" y="930"/>
                    <a:pt x="2557" y="178"/>
                    <a:pt x="1630" y="27"/>
                  </a:cubicBezTo>
                  <a:cubicBezTo>
                    <a:pt x="1526" y="9"/>
                    <a:pt x="1426" y="0"/>
                    <a:pt x="133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1">
              <a:extLst>
                <a:ext uri="{FF2B5EF4-FFF2-40B4-BE49-F238E27FC236}">
                  <a16:creationId xmlns:a16="http://schemas.microsoft.com/office/drawing/2014/main" id="{FEC5EB5D-7737-4AB4-F6CD-C1C2AAC41FA2}"/>
                </a:ext>
              </a:extLst>
            </p:cNvPr>
            <p:cNvSpPr/>
            <p:nvPr/>
          </p:nvSpPr>
          <p:spPr>
            <a:xfrm>
              <a:off x="5756794" y="2952722"/>
              <a:ext cx="619582" cy="1379561"/>
            </a:xfrm>
            <a:custGeom>
              <a:avLst/>
              <a:gdLst/>
              <a:ahLst/>
              <a:cxnLst/>
              <a:rect l="l" t="t" r="r" b="b"/>
              <a:pathLst>
                <a:path w="11955" h="26619" extrusionOk="0">
                  <a:moveTo>
                    <a:pt x="3842" y="0"/>
                  </a:moveTo>
                  <a:cubicBezTo>
                    <a:pt x="3521" y="0"/>
                    <a:pt x="3201" y="53"/>
                    <a:pt x="2907" y="178"/>
                  </a:cubicBezTo>
                  <a:cubicBezTo>
                    <a:pt x="2005" y="554"/>
                    <a:pt x="1303" y="1280"/>
                    <a:pt x="551" y="1907"/>
                  </a:cubicBezTo>
                  <a:cubicBezTo>
                    <a:pt x="451" y="2408"/>
                    <a:pt x="351" y="2909"/>
                    <a:pt x="251" y="3386"/>
                  </a:cubicBezTo>
                  <a:cubicBezTo>
                    <a:pt x="0" y="4564"/>
                    <a:pt x="326" y="5942"/>
                    <a:pt x="902" y="6970"/>
                  </a:cubicBezTo>
                  <a:cubicBezTo>
                    <a:pt x="1103" y="7371"/>
                    <a:pt x="1353" y="7722"/>
                    <a:pt x="1529" y="8123"/>
                  </a:cubicBezTo>
                  <a:cubicBezTo>
                    <a:pt x="1779" y="8749"/>
                    <a:pt x="1830" y="9426"/>
                    <a:pt x="2030" y="10052"/>
                  </a:cubicBezTo>
                  <a:cubicBezTo>
                    <a:pt x="2231" y="10679"/>
                    <a:pt x="2556" y="11230"/>
                    <a:pt x="2857" y="11807"/>
                  </a:cubicBezTo>
                  <a:cubicBezTo>
                    <a:pt x="4060" y="13962"/>
                    <a:pt x="5489" y="16519"/>
                    <a:pt x="5764" y="19000"/>
                  </a:cubicBezTo>
                  <a:cubicBezTo>
                    <a:pt x="5840" y="19802"/>
                    <a:pt x="5714" y="20679"/>
                    <a:pt x="5689" y="21481"/>
                  </a:cubicBezTo>
                  <a:cubicBezTo>
                    <a:pt x="5639" y="22408"/>
                    <a:pt x="6090" y="23110"/>
                    <a:pt x="6191" y="23987"/>
                  </a:cubicBezTo>
                  <a:cubicBezTo>
                    <a:pt x="6291" y="24814"/>
                    <a:pt x="6291" y="25692"/>
                    <a:pt x="6266" y="26544"/>
                  </a:cubicBezTo>
                  <a:cubicBezTo>
                    <a:pt x="6266" y="26569"/>
                    <a:pt x="6291" y="26619"/>
                    <a:pt x="6341" y="26619"/>
                  </a:cubicBezTo>
                  <a:lnTo>
                    <a:pt x="11704" y="26619"/>
                  </a:lnTo>
                  <a:cubicBezTo>
                    <a:pt x="11729" y="26619"/>
                    <a:pt x="11754" y="26594"/>
                    <a:pt x="11754" y="26544"/>
                  </a:cubicBezTo>
                  <a:cubicBezTo>
                    <a:pt x="11830" y="25992"/>
                    <a:pt x="11855" y="25516"/>
                    <a:pt x="11855" y="25516"/>
                  </a:cubicBezTo>
                  <a:cubicBezTo>
                    <a:pt x="11955" y="24739"/>
                    <a:pt x="11955" y="24088"/>
                    <a:pt x="11754" y="23336"/>
                  </a:cubicBezTo>
                  <a:cubicBezTo>
                    <a:pt x="11654" y="23010"/>
                    <a:pt x="11579" y="22684"/>
                    <a:pt x="11504" y="22358"/>
                  </a:cubicBezTo>
                  <a:cubicBezTo>
                    <a:pt x="11404" y="21832"/>
                    <a:pt x="11353" y="21306"/>
                    <a:pt x="11303" y="20779"/>
                  </a:cubicBezTo>
                  <a:cubicBezTo>
                    <a:pt x="11228" y="20002"/>
                    <a:pt x="11228" y="19200"/>
                    <a:pt x="11153" y="18423"/>
                  </a:cubicBezTo>
                  <a:cubicBezTo>
                    <a:pt x="11078" y="17646"/>
                    <a:pt x="10952" y="16869"/>
                    <a:pt x="10827" y="16118"/>
                  </a:cubicBezTo>
                  <a:cubicBezTo>
                    <a:pt x="10426" y="13812"/>
                    <a:pt x="10025" y="11481"/>
                    <a:pt x="9474" y="9200"/>
                  </a:cubicBezTo>
                  <a:cubicBezTo>
                    <a:pt x="9198" y="8072"/>
                    <a:pt x="8872" y="6920"/>
                    <a:pt x="8496" y="5817"/>
                  </a:cubicBezTo>
                  <a:cubicBezTo>
                    <a:pt x="8045" y="4488"/>
                    <a:pt x="7494" y="3210"/>
                    <a:pt x="6792" y="1982"/>
                  </a:cubicBezTo>
                  <a:cubicBezTo>
                    <a:pt x="6366" y="1255"/>
                    <a:pt x="5865" y="478"/>
                    <a:pt x="4988" y="203"/>
                  </a:cubicBezTo>
                  <a:cubicBezTo>
                    <a:pt x="4630" y="79"/>
                    <a:pt x="4234" y="0"/>
                    <a:pt x="384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1">
              <a:extLst>
                <a:ext uri="{FF2B5EF4-FFF2-40B4-BE49-F238E27FC236}">
                  <a16:creationId xmlns:a16="http://schemas.microsoft.com/office/drawing/2014/main" id="{66ABA523-342C-6970-3153-640C0E76CFD1}"/>
                </a:ext>
              </a:extLst>
            </p:cNvPr>
            <p:cNvSpPr/>
            <p:nvPr/>
          </p:nvSpPr>
          <p:spPr>
            <a:xfrm>
              <a:off x="6097080" y="2305370"/>
              <a:ext cx="502714" cy="862129"/>
            </a:xfrm>
            <a:custGeom>
              <a:avLst/>
              <a:gdLst/>
              <a:ahLst/>
              <a:cxnLst/>
              <a:rect l="l" t="t" r="r" b="b"/>
              <a:pathLst>
                <a:path w="9700" h="16635" extrusionOk="0">
                  <a:moveTo>
                    <a:pt x="1617" y="0"/>
                  </a:moveTo>
                  <a:cubicBezTo>
                    <a:pt x="1143" y="0"/>
                    <a:pt x="668" y="230"/>
                    <a:pt x="427" y="639"/>
                  </a:cubicBezTo>
                  <a:cubicBezTo>
                    <a:pt x="0" y="1365"/>
                    <a:pt x="401" y="1992"/>
                    <a:pt x="552" y="2719"/>
                  </a:cubicBezTo>
                  <a:cubicBezTo>
                    <a:pt x="777" y="3721"/>
                    <a:pt x="953" y="4724"/>
                    <a:pt x="1153" y="5726"/>
                  </a:cubicBezTo>
                  <a:cubicBezTo>
                    <a:pt x="1279" y="6428"/>
                    <a:pt x="1429" y="7105"/>
                    <a:pt x="1655" y="7781"/>
                  </a:cubicBezTo>
                  <a:cubicBezTo>
                    <a:pt x="2532" y="10363"/>
                    <a:pt x="5138" y="12218"/>
                    <a:pt x="5489" y="14974"/>
                  </a:cubicBezTo>
                  <a:cubicBezTo>
                    <a:pt x="5564" y="15375"/>
                    <a:pt x="5665" y="15802"/>
                    <a:pt x="6016" y="15977"/>
                  </a:cubicBezTo>
                  <a:cubicBezTo>
                    <a:pt x="6141" y="16052"/>
                    <a:pt x="6266" y="16077"/>
                    <a:pt x="6417" y="16127"/>
                  </a:cubicBezTo>
                  <a:cubicBezTo>
                    <a:pt x="7068" y="16253"/>
                    <a:pt x="7745" y="16403"/>
                    <a:pt x="8422" y="16553"/>
                  </a:cubicBezTo>
                  <a:cubicBezTo>
                    <a:pt x="8587" y="16598"/>
                    <a:pt x="8761" y="16635"/>
                    <a:pt x="8934" y="16635"/>
                  </a:cubicBezTo>
                  <a:cubicBezTo>
                    <a:pt x="9049" y="16635"/>
                    <a:pt x="9163" y="16619"/>
                    <a:pt x="9274" y="16578"/>
                  </a:cubicBezTo>
                  <a:cubicBezTo>
                    <a:pt x="9524" y="16453"/>
                    <a:pt x="9700" y="16077"/>
                    <a:pt x="9524" y="15852"/>
                  </a:cubicBezTo>
                  <a:cubicBezTo>
                    <a:pt x="9449" y="15776"/>
                    <a:pt x="9324" y="15726"/>
                    <a:pt x="9199" y="15676"/>
                  </a:cubicBezTo>
                  <a:cubicBezTo>
                    <a:pt x="8697" y="15501"/>
                    <a:pt x="7695" y="15350"/>
                    <a:pt x="7369" y="14899"/>
                  </a:cubicBezTo>
                  <a:cubicBezTo>
                    <a:pt x="7043" y="14448"/>
                    <a:pt x="7118" y="13796"/>
                    <a:pt x="6993" y="13270"/>
                  </a:cubicBezTo>
                  <a:cubicBezTo>
                    <a:pt x="6993" y="13270"/>
                    <a:pt x="6993" y="13245"/>
                    <a:pt x="6993" y="13245"/>
                  </a:cubicBezTo>
                  <a:cubicBezTo>
                    <a:pt x="6843" y="12644"/>
                    <a:pt x="6542" y="12067"/>
                    <a:pt x="6391" y="11466"/>
                  </a:cubicBezTo>
                  <a:cubicBezTo>
                    <a:pt x="6091" y="10263"/>
                    <a:pt x="5965" y="8909"/>
                    <a:pt x="5138" y="7932"/>
                  </a:cubicBezTo>
                  <a:cubicBezTo>
                    <a:pt x="4888" y="7631"/>
                    <a:pt x="4587" y="7355"/>
                    <a:pt x="4437" y="7004"/>
                  </a:cubicBezTo>
                  <a:cubicBezTo>
                    <a:pt x="4336" y="6679"/>
                    <a:pt x="4361" y="6328"/>
                    <a:pt x="4386" y="5977"/>
                  </a:cubicBezTo>
                  <a:cubicBezTo>
                    <a:pt x="4462" y="4674"/>
                    <a:pt x="4111" y="3571"/>
                    <a:pt x="3710" y="2368"/>
                  </a:cubicBezTo>
                  <a:cubicBezTo>
                    <a:pt x="3409" y="1516"/>
                    <a:pt x="3058" y="438"/>
                    <a:pt x="2106" y="87"/>
                  </a:cubicBezTo>
                  <a:cubicBezTo>
                    <a:pt x="1950" y="29"/>
                    <a:pt x="1784" y="0"/>
                    <a:pt x="1617"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1">
              <a:extLst>
                <a:ext uri="{FF2B5EF4-FFF2-40B4-BE49-F238E27FC236}">
                  <a16:creationId xmlns:a16="http://schemas.microsoft.com/office/drawing/2014/main" id="{46627709-F65C-A762-897A-43CF0441F90A}"/>
                </a:ext>
              </a:extLst>
            </p:cNvPr>
            <p:cNvSpPr/>
            <p:nvPr/>
          </p:nvSpPr>
          <p:spPr>
            <a:xfrm>
              <a:off x="5702222" y="4245197"/>
              <a:ext cx="165015" cy="272813"/>
            </a:xfrm>
            <a:custGeom>
              <a:avLst/>
              <a:gdLst/>
              <a:ahLst/>
              <a:cxnLst/>
              <a:rect l="l" t="t" r="r" b="b"/>
              <a:pathLst>
                <a:path w="3184" h="5264" extrusionOk="0">
                  <a:moveTo>
                    <a:pt x="1883" y="0"/>
                  </a:moveTo>
                  <a:cubicBezTo>
                    <a:pt x="1448" y="0"/>
                    <a:pt x="1073" y="202"/>
                    <a:pt x="802" y="577"/>
                  </a:cubicBezTo>
                  <a:cubicBezTo>
                    <a:pt x="76" y="1680"/>
                    <a:pt x="25" y="3810"/>
                    <a:pt x="0" y="5088"/>
                  </a:cubicBezTo>
                  <a:cubicBezTo>
                    <a:pt x="205" y="5067"/>
                    <a:pt x="412" y="5055"/>
                    <a:pt x="619" y="5055"/>
                  </a:cubicBezTo>
                  <a:cubicBezTo>
                    <a:pt x="1124" y="5055"/>
                    <a:pt x="1634" y="5122"/>
                    <a:pt x="2131" y="5264"/>
                  </a:cubicBezTo>
                  <a:cubicBezTo>
                    <a:pt x="2431" y="4086"/>
                    <a:pt x="2732" y="2883"/>
                    <a:pt x="3008" y="1680"/>
                  </a:cubicBezTo>
                  <a:cubicBezTo>
                    <a:pt x="3183" y="903"/>
                    <a:pt x="3058" y="176"/>
                    <a:pt x="2156" y="26"/>
                  </a:cubicBezTo>
                  <a:cubicBezTo>
                    <a:pt x="2063" y="9"/>
                    <a:pt x="1972" y="0"/>
                    <a:pt x="188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1">
              <a:extLst>
                <a:ext uri="{FF2B5EF4-FFF2-40B4-BE49-F238E27FC236}">
                  <a16:creationId xmlns:a16="http://schemas.microsoft.com/office/drawing/2014/main" id="{400A2292-27F4-035F-99DE-C5A754DD2ACA}"/>
                </a:ext>
              </a:extLst>
            </p:cNvPr>
            <p:cNvSpPr/>
            <p:nvPr/>
          </p:nvSpPr>
          <p:spPr>
            <a:xfrm>
              <a:off x="5682735" y="4452913"/>
              <a:ext cx="335160" cy="150866"/>
            </a:xfrm>
            <a:custGeom>
              <a:avLst/>
              <a:gdLst/>
              <a:ahLst/>
              <a:cxnLst/>
              <a:rect l="l" t="t" r="r" b="b"/>
              <a:pathLst>
                <a:path w="6467" h="2911" extrusionOk="0">
                  <a:moveTo>
                    <a:pt x="2944" y="1"/>
                  </a:moveTo>
                  <a:cubicBezTo>
                    <a:pt x="2865" y="1"/>
                    <a:pt x="2729" y="180"/>
                    <a:pt x="2682" y="203"/>
                  </a:cubicBezTo>
                  <a:cubicBezTo>
                    <a:pt x="2582" y="278"/>
                    <a:pt x="2482" y="354"/>
                    <a:pt x="2356" y="404"/>
                  </a:cubicBezTo>
                  <a:cubicBezTo>
                    <a:pt x="2131" y="504"/>
                    <a:pt x="1880" y="554"/>
                    <a:pt x="1630" y="579"/>
                  </a:cubicBezTo>
                  <a:cubicBezTo>
                    <a:pt x="1564" y="587"/>
                    <a:pt x="1497" y="590"/>
                    <a:pt x="1429" y="590"/>
                  </a:cubicBezTo>
                  <a:cubicBezTo>
                    <a:pt x="1052" y="590"/>
                    <a:pt x="637" y="481"/>
                    <a:pt x="276" y="354"/>
                  </a:cubicBezTo>
                  <a:cubicBezTo>
                    <a:pt x="276" y="704"/>
                    <a:pt x="226" y="1055"/>
                    <a:pt x="151" y="1406"/>
                  </a:cubicBezTo>
                  <a:cubicBezTo>
                    <a:pt x="51" y="1807"/>
                    <a:pt x="0" y="2258"/>
                    <a:pt x="376" y="2509"/>
                  </a:cubicBezTo>
                  <a:cubicBezTo>
                    <a:pt x="677" y="2735"/>
                    <a:pt x="1103" y="2785"/>
                    <a:pt x="1479" y="2810"/>
                  </a:cubicBezTo>
                  <a:cubicBezTo>
                    <a:pt x="2381" y="2860"/>
                    <a:pt x="3309" y="2910"/>
                    <a:pt x="4211" y="2910"/>
                  </a:cubicBezTo>
                  <a:lnTo>
                    <a:pt x="4386" y="2910"/>
                  </a:lnTo>
                  <a:cubicBezTo>
                    <a:pt x="4988" y="2910"/>
                    <a:pt x="5589" y="2885"/>
                    <a:pt x="6116" y="2559"/>
                  </a:cubicBezTo>
                  <a:cubicBezTo>
                    <a:pt x="6116" y="2559"/>
                    <a:pt x="6141" y="2534"/>
                    <a:pt x="6141" y="2534"/>
                  </a:cubicBezTo>
                  <a:cubicBezTo>
                    <a:pt x="6341" y="2409"/>
                    <a:pt x="6467" y="2208"/>
                    <a:pt x="6467" y="1983"/>
                  </a:cubicBezTo>
                  <a:cubicBezTo>
                    <a:pt x="6467" y="1782"/>
                    <a:pt x="6316" y="1607"/>
                    <a:pt x="6141" y="1481"/>
                  </a:cubicBezTo>
                  <a:cubicBezTo>
                    <a:pt x="5990" y="1381"/>
                    <a:pt x="5790" y="1306"/>
                    <a:pt x="5589" y="1281"/>
                  </a:cubicBezTo>
                  <a:cubicBezTo>
                    <a:pt x="5264" y="1181"/>
                    <a:pt x="4963" y="1131"/>
                    <a:pt x="4637" y="1055"/>
                  </a:cubicBezTo>
                  <a:cubicBezTo>
                    <a:pt x="4411" y="1030"/>
                    <a:pt x="4186" y="980"/>
                    <a:pt x="3960" y="905"/>
                  </a:cubicBezTo>
                  <a:cubicBezTo>
                    <a:pt x="3735" y="830"/>
                    <a:pt x="3509" y="679"/>
                    <a:pt x="3334" y="529"/>
                  </a:cubicBezTo>
                  <a:cubicBezTo>
                    <a:pt x="3234" y="429"/>
                    <a:pt x="3158" y="329"/>
                    <a:pt x="3083" y="228"/>
                  </a:cubicBezTo>
                  <a:cubicBezTo>
                    <a:pt x="3058" y="178"/>
                    <a:pt x="3008" y="28"/>
                    <a:pt x="2958" y="3"/>
                  </a:cubicBezTo>
                  <a:cubicBezTo>
                    <a:pt x="2953" y="1"/>
                    <a:pt x="2949" y="1"/>
                    <a:pt x="294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1">
              <a:extLst>
                <a:ext uri="{FF2B5EF4-FFF2-40B4-BE49-F238E27FC236}">
                  <a16:creationId xmlns:a16="http://schemas.microsoft.com/office/drawing/2014/main" id="{B4146949-13C8-3854-7DBB-A5E1FD67925B}"/>
                </a:ext>
              </a:extLst>
            </p:cNvPr>
            <p:cNvSpPr/>
            <p:nvPr/>
          </p:nvSpPr>
          <p:spPr>
            <a:xfrm>
              <a:off x="6173730" y="4409846"/>
              <a:ext cx="315673" cy="140242"/>
            </a:xfrm>
            <a:custGeom>
              <a:avLst/>
              <a:gdLst/>
              <a:ahLst/>
              <a:cxnLst/>
              <a:rect l="l" t="t" r="r" b="b"/>
              <a:pathLst>
                <a:path w="6091" h="2706" extrusionOk="0">
                  <a:moveTo>
                    <a:pt x="2840" y="0"/>
                  </a:moveTo>
                  <a:cubicBezTo>
                    <a:pt x="2772" y="0"/>
                    <a:pt x="2694" y="45"/>
                    <a:pt x="2632" y="107"/>
                  </a:cubicBezTo>
                  <a:cubicBezTo>
                    <a:pt x="2456" y="232"/>
                    <a:pt x="2231" y="282"/>
                    <a:pt x="2030" y="307"/>
                  </a:cubicBezTo>
                  <a:cubicBezTo>
                    <a:pt x="1790" y="349"/>
                    <a:pt x="1549" y="369"/>
                    <a:pt x="1308" y="369"/>
                  </a:cubicBezTo>
                  <a:cubicBezTo>
                    <a:pt x="973" y="369"/>
                    <a:pt x="637" y="330"/>
                    <a:pt x="301" y="257"/>
                  </a:cubicBezTo>
                  <a:lnTo>
                    <a:pt x="301" y="257"/>
                  </a:lnTo>
                  <a:cubicBezTo>
                    <a:pt x="376" y="533"/>
                    <a:pt x="251" y="784"/>
                    <a:pt x="176" y="1059"/>
                  </a:cubicBezTo>
                  <a:cubicBezTo>
                    <a:pt x="25" y="1611"/>
                    <a:pt x="0" y="2488"/>
                    <a:pt x="702" y="2663"/>
                  </a:cubicBezTo>
                  <a:cubicBezTo>
                    <a:pt x="820" y="2693"/>
                    <a:pt x="942" y="2703"/>
                    <a:pt x="1064" y="2703"/>
                  </a:cubicBezTo>
                  <a:cubicBezTo>
                    <a:pt x="1255" y="2703"/>
                    <a:pt x="1447" y="2679"/>
                    <a:pt x="1629" y="2663"/>
                  </a:cubicBezTo>
                  <a:cubicBezTo>
                    <a:pt x="1814" y="2649"/>
                    <a:pt x="2000" y="2643"/>
                    <a:pt x="2187" y="2643"/>
                  </a:cubicBezTo>
                  <a:cubicBezTo>
                    <a:pt x="2810" y="2643"/>
                    <a:pt x="3438" y="2705"/>
                    <a:pt x="4053" y="2705"/>
                  </a:cubicBezTo>
                  <a:cubicBezTo>
                    <a:pt x="4526" y="2705"/>
                    <a:pt x="4991" y="2669"/>
                    <a:pt x="5439" y="2538"/>
                  </a:cubicBezTo>
                  <a:cubicBezTo>
                    <a:pt x="5714" y="2463"/>
                    <a:pt x="6040" y="2262"/>
                    <a:pt x="6090" y="2012"/>
                  </a:cubicBezTo>
                  <a:cubicBezTo>
                    <a:pt x="6090" y="1962"/>
                    <a:pt x="6090" y="1886"/>
                    <a:pt x="6090" y="1836"/>
                  </a:cubicBezTo>
                  <a:cubicBezTo>
                    <a:pt x="6015" y="1561"/>
                    <a:pt x="5689" y="1435"/>
                    <a:pt x="5389" y="1360"/>
                  </a:cubicBezTo>
                  <a:cubicBezTo>
                    <a:pt x="5138" y="1310"/>
                    <a:pt x="4862" y="1260"/>
                    <a:pt x="4612" y="1210"/>
                  </a:cubicBezTo>
                  <a:cubicBezTo>
                    <a:pt x="4411" y="1134"/>
                    <a:pt x="4261" y="1034"/>
                    <a:pt x="4085" y="959"/>
                  </a:cubicBezTo>
                  <a:cubicBezTo>
                    <a:pt x="3659" y="733"/>
                    <a:pt x="3283" y="558"/>
                    <a:pt x="3008" y="132"/>
                  </a:cubicBezTo>
                  <a:cubicBezTo>
                    <a:pt x="2983" y="82"/>
                    <a:pt x="2933" y="32"/>
                    <a:pt x="2882" y="7"/>
                  </a:cubicBezTo>
                  <a:cubicBezTo>
                    <a:pt x="2869" y="2"/>
                    <a:pt x="2855" y="0"/>
                    <a:pt x="28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1">
              <a:extLst>
                <a:ext uri="{FF2B5EF4-FFF2-40B4-BE49-F238E27FC236}">
                  <a16:creationId xmlns:a16="http://schemas.microsoft.com/office/drawing/2014/main" id="{76C390DD-A013-8677-641D-A93E1670D622}"/>
                </a:ext>
              </a:extLst>
            </p:cNvPr>
            <p:cNvSpPr/>
            <p:nvPr/>
          </p:nvSpPr>
          <p:spPr>
            <a:xfrm>
              <a:off x="5620389" y="2885919"/>
              <a:ext cx="435184" cy="1491039"/>
            </a:xfrm>
            <a:custGeom>
              <a:avLst/>
              <a:gdLst/>
              <a:ahLst/>
              <a:cxnLst/>
              <a:rect l="l" t="t" r="r" b="b"/>
              <a:pathLst>
                <a:path w="8397" h="28770" extrusionOk="0">
                  <a:moveTo>
                    <a:pt x="3635" y="1"/>
                  </a:moveTo>
                  <a:cubicBezTo>
                    <a:pt x="3304" y="1"/>
                    <a:pt x="2977" y="81"/>
                    <a:pt x="2682" y="264"/>
                  </a:cubicBezTo>
                  <a:cubicBezTo>
                    <a:pt x="2156" y="564"/>
                    <a:pt x="1880" y="1066"/>
                    <a:pt x="1604" y="1592"/>
                  </a:cubicBezTo>
                  <a:cubicBezTo>
                    <a:pt x="1454" y="1918"/>
                    <a:pt x="1304" y="2219"/>
                    <a:pt x="1153" y="2544"/>
                  </a:cubicBezTo>
                  <a:cubicBezTo>
                    <a:pt x="802" y="3221"/>
                    <a:pt x="477" y="3923"/>
                    <a:pt x="276" y="4650"/>
                  </a:cubicBezTo>
                  <a:cubicBezTo>
                    <a:pt x="51" y="5402"/>
                    <a:pt x="0" y="6204"/>
                    <a:pt x="201" y="6930"/>
                  </a:cubicBezTo>
                  <a:cubicBezTo>
                    <a:pt x="351" y="7407"/>
                    <a:pt x="627" y="7657"/>
                    <a:pt x="827" y="8058"/>
                  </a:cubicBezTo>
                  <a:cubicBezTo>
                    <a:pt x="1103" y="8584"/>
                    <a:pt x="1279" y="9161"/>
                    <a:pt x="1304" y="9737"/>
                  </a:cubicBezTo>
                  <a:cubicBezTo>
                    <a:pt x="1329" y="10138"/>
                    <a:pt x="1254" y="10564"/>
                    <a:pt x="1254" y="10965"/>
                  </a:cubicBezTo>
                  <a:cubicBezTo>
                    <a:pt x="1203" y="11918"/>
                    <a:pt x="1404" y="12845"/>
                    <a:pt x="1629" y="13747"/>
                  </a:cubicBezTo>
                  <a:cubicBezTo>
                    <a:pt x="1730" y="14098"/>
                    <a:pt x="1855" y="14449"/>
                    <a:pt x="1855" y="14825"/>
                  </a:cubicBezTo>
                  <a:cubicBezTo>
                    <a:pt x="1880" y="15126"/>
                    <a:pt x="1830" y="15427"/>
                    <a:pt x="1805" y="15752"/>
                  </a:cubicBezTo>
                  <a:cubicBezTo>
                    <a:pt x="1755" y="16554"/>
                    <a:pt x="1905" y="17382"/>
                    <a:pt x="1955" y="18209"/>
                  </a:cubicBezTo>
                  <a:cubicBezTo>
                    <a:pt x="2005" y="19036"/>
                    <a:pt x="1830" y="19712"/>
                    <a:pt x="1529" y="20489"/>
                  </a:cubicBezTo>
                  <a:cubicBezTo>
                    <a:pt x="1329" y="20991"/>
                    <a:pt x="1203" y="21517"/>
                    <a:pt x="1203" y="22043"/>
                  </a:cubicBezTo>
                  <a:cubicBezTo>
                    <a:pt x="1203" y="22845"/>
                    <a:pt x="1329" y="23697"/>
                    <a:pt x="1103" y="24474"/>
                  </a:cubicBezTo>
                  <a:cubicBezTo>
                    <a:pt x="1028" y="24725"/>
                    <a:pt x="928" y="24950"/>
                    <a:pt x="827" y="25176"/>
                  </a:cubicBezTo>
                  <a:cubicBezTo>
                    <a:pt x="426" y="26179"/>
                    <a:pt x="251" y="27256"/>
                    <a:pt x="101" y="28309"/>
                  </a:cubicBezTo>
                  <a:cubicBezTo>
                    <a:pt x="76" y="28359"/>
                    <a:pt x="126" y="28434"/>
                    <a:pt x="176" y="28434"/>
                  </a:cubicBezTo>
                  <a:cubicBezTo>
                    <a:pt x="552" y="28484"/>
                    <a:pt x="1830" y="28735"/>
                    <a:pt x="1930" y="28735"/>
                  </a:cubicBezTo>
                  <a:cubicBezTo>
                    <a:pt x="2128" y="28760"/>
                    <a:pt x="2322" y="28770"/>
                    <a:pt x="2513" y="28770"/>
                  </a:cubicBezTo>
                  <a:cubicBezTo>
                    <a:pt x="3155" y="28770"/>
                    <a:pt x="3769" y="28661"/>
                    <a:pt x="4389" y="28661"/>
                  </a:cubicBezTo>
                  <a:cubicBezTo>
                    <a:pt x="4686" y="28661"/>
                    <a:pt x="4984" y="28686"/>
                    <a:pt x="5289" y="28760"/>
                  </a:cubicBezTo>
                  <a:cubicBezTo>
                    <a:pt x="5339" y="28760"/>
                    <a:pt x="5389" y="28735"/>
                    <a:pt x="5414" y="28685"/>
                  </a:cubicBezTo>
                  <a:cubicBezTo>
                    <a:pt x="6291" y="26279"/>
                    <a:pt x="6968" y="23823"/>
                    <a:pt x="7419" y="21316"/>
                  </a:cubicBezTo>
                  <a:cubicBezTo>
                    <a:pt x="7569" y="20590"/>
                    <a:pt x="7469" y="19888"/>
                    <a:pt x="7494" y="19186"/>
                  </a:cubicBezTo>
                  <a:cubicBezTo>
                    <a:pt x="7494" y="18910"/>
                    <a:pt x="7594" y="18509"/>
                    <a:pt x="7670" y="18259"/>
                  </a:cubicBezTo>
                  <a:cubicBezTo>
                    <a:pt x="8071" y="16830"/>
                    <a:pt x="8396" y="15477"/>
                    <a:pt x="8146" y="13998"/>
                  </a:cubicBezTo>
                  <a:cubicBezTo>
                    <a:pt x="8071" y="13522"/>
                    <a:pt x="8021" y="13046"/>
                    <a:pt x="7970" y="12569"/>
                  </a:cubicBezTo>
                  <a:cubicBezTo>
                    <a:pt x="7845" y="11266"/>
                    <a:pt x="7795" y="9938"/>
                    <a:pt x="7720" y="8635"/>
                  </a:cubicBezTo>
                  <a:cubicBezTo>
                    <a:pt x="7670" y="7356"/>
                    <a:pt x="7494" y="6128"/>
                    <a:pt x="7294" y="4875"/>
                  </a:cubicBezTo>
                  <a:cubicBezTo>
                    <a:pt x="7244" y="4424"/>
                    <a:pt x="7294" y="4023"/>
                    <a:pt x="7143" y="3572"/>
                  </a:cubicBezTo>
                  <a:cubicBezTo>
                    <a:pt x="6943" y="2970"/>
                    <a:pt x="6717" y="2394"/>
                    <a:pt x="6391" y="1893"/>
                  </a:cubicBezTo>
                  <a:cubicBezTo>
                    <a:pt x="5940" y="1116"/>
                    <a:pt x="5264" y="439"/>
                    <a:pt x="4411" y="138"/>
                  </a:cubicBezTo>
                  <a:cubicBezTo>
                    <a:pt x="4158" y="50"/>
                    <a:pt x="3895" y="1"/>
                    <a:pt x="36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1">
              <a:extLst>
                <a:ext uri="{FF2B5EF4-FFF2-40B4-BE49-F238E27FC236}">
                  <a16:creationId xmlns:a16="http://schemas.microsoft.com/office/drawing/2014/main" id="{8E14F694-F1CA-D5D7-7CF9-4513BD182534}"/>
                </a:ext>
              </a:extLst>
            </p:cNvPr>
            <p:cNvSpPr/>
            <p:nvPr/>
          </p:nvSpPr>
          <p:spPr>
            <a:xfrm>
              <a:off x="5713882" y="2231415"/>
              <a:ext cx="478097" cy="829271"/>
            </a:xfrm>
            <a:custGeom>
              <a:avLst/>
              <a:gdLst/>
              <a:ahLst/>
              <a:cxnLst/>
              <a:rect l="l" t="t" r="r" b="b"/>
              <a:pathLst>
                <a:path w="9225" h="16001" extrusionOk="0">
                  <a:moveTo>
                    <a:pt x="5703" y="0"/>
                  </a:moveTo>
                  <a:cubicBezTo>
                    <a:pt x="5565" y="0"/>
                    <a:pt x="5427" y="19"/>
                    <a:pt x="5289" y="60"/>
                  </a:cubicBezTo>
                  <a:cubicBezTo>
                    <a:pt x="5114" y="111"/>
                    <a:pt x="4963" y="186"/>
                    <a:pt x="4838" y="286"/>
                  </a:cubicBezTo>
                  <a:cubicBezTo>
                    <a:pt x="3785" y="938"/>
                    <a:pt x="2883" y="1840"/>
                    <a:pt x="2357" y="2968"/>
                  </a:cubicBezTo>
                  <a:cubicBezTo>
                    <a:pt x="1931" y="3920"/>
                    <a:pt x="1705" y="4923"/>
                    <a:pt x="1530" y="5925"/>
                  </a:cubicBezTo>
                  <a:cubicBezTo>
                    <a:pt x="1405" y="6523"/>
                    <a:pt x="366" y="13620"/>
                    <a:pt x="8" y="13620"/>
                  </a:cubicBezTo>
                  <a:cubicBezTo>
                    <a:pt x="6" y="13620"/>
                    <a:pt x="3" y="13620"/>
                    <a:pt x="1" y="13619"/>
                  </a:cubicBezTo>
                  <a:lnTo>
                    <a:pt x="1" y="13619"/>
                  </a:lnTo>
                  <a:cubicBezTo>
                    <a:pt x="402" y="13745"/>
                    <a:pt x="828" y="13845"/>
                    <a:pt x="1254" y="13995"/>
                  </a:cubicBezTo>
                  <a:cubicBezTo>
                    <a:pt x="1831" y="14221"/>
                    <a:pt x="2432" y="14447"/>
                    <a:pt x="3008" y="14697"/>
                  </a:cubicBezTo>
                  <a:cubicBezTo>
                    <a:pt x="4161" y="15173"/>
                    <a:pt x="5289" y="15700"/>
                    <a:pt x="6517" y="16000"/>
                  </a:cubicBezTo>
                  <a:cubicBezTo>
                    <a:pt x="6668" y="15875"/>
                    <a:pt x="6793" y="15750"/>
                    <a:pt x="6918" y="15524"/>
                  </a:cubicBezTo>
                  <a:cubicBezTo>
                    <a:pt x="7194" y="14898"/>
                    <a:pt x="7420" y="14171"/>
                    <a:pt x="7520" y="13494"/>
                  </a:cubicBezTo>
                  <a:cubicBezTo>
                    <a:pt x="7896" y="11013"/>
                    <a:pt x="8096" y="8331"/>
                    <a:pt x="8723" y="5900"/>
                  </a:cubicBezTo>
                  <a:cubicBezTo>
                    <a:pt x="9024" y="4797"/>
                    <a:pt x="9224" y="3544"/>
                    <a:pt x="8898" y="2416"/>
                  </a:cubicBezTo>
                  <a:cubicBezTo>
                    <a:pt x="8723" y="1865"/>
                    <a:pt x="8372" y="1364"/>
                    <a:pt x="7946" y="963"/>
                  </a:cubicBezTo>
                  <a:cubicBezTo>
                    <a:pt x="7394" y="487"/>
                    <a:pt x="6718" y="186"/>
                    <a:pt x="6041" y="35"/>
                  </a:cubicBezTo>
                  <a:cubicBezTo>
                    <a:pt x="5928" y="13"/>
                    <a:pt x="5816" y="0"/>
                    <a:pt x="570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1">
              <a:extLst>
                <a:ext uri="{FF2B5EF4-FFF2-40B4-BE49-F238E27FC236}">
                  <a16:creationId xmlns:a16="http://schemas.microsoft.com/office/drawing/2014/main" id="{FE6931A9-E68F-ED26-BAF5-8AD65C6467D5}"/>
                </a:ext>
              </a:extLst>
            </p:cNvPr>
            <p:cNvSpPr/>
            <p:nvPr/>
          </p:nvSpPr>
          <p:spPr>
            <a:xfrm>
              <a:off x="5838574" y="2420422"/>
              <a:ext cx="622277" cy="841605"/>
            </a:xfrm>
            <a:custGeom>
              <a:avLst/>
              <a:gdLst/>
              <a:ahLst/>
              <a:cxnLst/>
              <a:rect l="l" t="t" r="r" b="b"/>
              <a:pathLst>
                <a:path w="12007" h="16239" extrusionOk="0">
                  <a:moveTo>
                    <a:pt x="1913" y="0"/>
                  </a:moveTo>
                  <a:cubicBezTo>
                    <a:pt x="1827" y="0"/>
                    <a:pt x="1741" y="8"/>
                    <a:pt x="1655" y="23"/>
                  </a:cubicBezTo>
                  <a:cubicBezTo>
                    <a:pt x="928" y="148"/>
                    <a:pt x="402" y="774"/>
                    <a:pt x="201" y="1476"/>
                  </a:cubicBezTo>
                  <a:cubicBezTo>
                    <a:pt x="1" y="2178"/>
                    <a:pt x="51" y="2905"/>
                    <a:pt x="126" y="3632"/>
                  </a:cubicBezTo>
                  <a:cubicBezTo>
                    <a:pt x="227" y="4308"/>
                    <a:pt x="327" y="5010"/>
                    <a:pt x="653" y="5637"/>
                  </a:cubicBezTo>
                  <a:cubicBezTo>
                    <a:pt x="953" y="6238"/>
                    <a:pt x="1404" y="6739"/>
                    <a:pt x="1755" y="7316"/>
                  </a:cubicBezTo>
                  <a:cubicBezTo>
                    <a:pt x="2056" y="7867"/>
                    <a:pt x="2232" y="8469"/>
                    <a:pt x="2507" y="9045"/>
                  </a:cubicBezTo>
                  <a:cubicBezTo>
                    <a:pt x="2983" y="10048"/>
                    <a:pt x="3811" y="10524"/>
                    <a:pt x="4738" y="10950"/>
                  </a:cubicBezTo>
                  <a:cubicBezTo>
                    <a:pt x="5039" y="11075"/>
                    <a:pt x="5364" y="11226"/>
                    <a:pt x="5690" y="11376"/>
                  </a:cubicBezTo>
                  <a:cubicBezTo>
                    <a:pt x="7144" y="12053"/>
                    <a:pt x="8547" y="12880"/>
                    <a:pt x="9826" y="13882"/>
                  </a:cubicBezTo>
                  <a:cubicBezTo>
                    <a:pt x="9450" y="14233"/>
                    <a:pt x="9099" y="14684"/>
                    <a:pt x="9074" y="15186"/>
                  </a:cubicBezTo>
                  <a:cubicBezTo>
                    <a:pt x="9049" y="15700"/>
                    <a:pt x="9432" y="16239"/>
                    <a:pt x="9918" y="16239"/>
                  </a:cubicBezTo>
                  <a:cubicBezTo>
                    <a:pt x="9929" y="16239"/>
                    <a:pt x="9940" y="16239"/>
                    <a:pt x="9951" y="16238"/>
                  </a:cubicBezTo>
                  <a:cubicBezTo>
                    <a:pt x="10252" y="15912"/>
                    <a:pt x="10302" y="15436"/>
                    <a:pt x="10502" y="15035"/>
                  </a:cubicBezTo>
                  <a:cubicBezTo>
                    <a:pt x="10778" y="14534"/>
                    <a:pt x="11630" y="14534"/>
                    <a:pt x="11806" y="14158"/>
                  </a:cubicBezTo>
                  <a:cubicBezTo>
                    <a:pt x="12006" y="13757"/>
                    <a:pt x="11555" y="13206"/>
                    <a:pt x="11329" y="12930"/>
                  </a:cubicBezTo>
                  <a:cubicBezTo>
                    <a:pt x="10703" y="12103"/>
                    <a:pt x="9700" y="11627"/>
                    <a:pt x="9049" y="10825"/>
                  </a:cubicBezTo>
                  <a:cubicBezTo>
                    <a:pt x="8823" y="10549"/>
                    <a:pt x="8673" y="10198"/>
                    <a:pt x="8472" y="9897"/>
                  </a:cubicBezTo>
                  <a:cubicBezTo>
                    <a:pt x="8121" y="9396"/>
                    <a:pt x="7695" y="8970"/>
                    <a:pt x="7194" y="8669"/>
                  </a:cubicBezTo>
                  <a:cubicBezTo>
                    <a:pt x="6217" y="8043"/>
                    <a:pt x="5866" y="7165"/>
                    <a:pt x="5389" y="6138"/>
                  </a:cubicBezTo>
                  <a:cubicBezTo>
                    <a:pt x="5239" y="5837"/>
                    <a:pt x="5089" y="5511"/>
                    <a:pt x="4988" y="5160"/>
                  </a:cubicBezTo>
                  <a:cubicBezTo>
                    <a:pt x="4888" y="4734"/>
                    <a:pt x="4888" y="4283"/>
                    <a:pt x="4838" y="3832"/>
                  </a:cubicBezTo>
                  <a:cubicBezTo>
                    <a:pt x="4738" y="3206"/>
                    <a:pt x="4487" y="2604"/>
                    <a:pt x="4212" y="2028"/>
                  </a:cubicBezTo>
                  <a:cubicBezTo>
                    <a:pt x="3961" y="1501"/>
                    <a:pt x="3660" y="975"/>
                    <a:pt x="3234" y="574"/>
                  </a:cubicBezTo>
                  <a:cubicBezTo>
                    <a:pt x="2872" y="233"/>
                    <a:pt x="2400" y="0"/>
                    <a:pt x="191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1">
              <a:extLst>
                <a:ext uri="{FF2B5EF4-FFF2-40B4-BE49-F238E27FC236}">
                  <a16:creationId xmlns:a16="http://schemas.microsoft.com/office/drawing/2014/main" id="{666BF360-7095-BA71-0A02-A63D78D026D5}"/>
                </a:ext>
              </a:extLst>
            </p:cNvPr>
            <p:cNvSpPr/>
            <p:nvPr/>
          </p:nvSpPr>
          <p:spPr>
            <a:xfrm>
              <a:off x="6026960" y="2233643"/>
              <a:ext cx="288413" cy="336041"/>
            </a:xfrm>
            <a:custGeom>
              <a:avLst/>
              <a:gdLst/>
              <a:ahLst/>
              <a:cxnLst/>
              <a:rect l="l" t="t" r="r" b="b"/>
              <a:pathLst>
                <a:path w="5565" h="6484" extrusionOk="0">
                  <a:moveTo>
                    <a:pt x="1772" y="1"/>
                  </a:moveTo>
                  <a:cubicBezTo>
                    <a:pt x="1596" y="1"/>
                    <a:pt x="1421" y="29"/>
                    <a:pt x="1253" y="93"/>
                  </a:cubicBezTo>
                  <a:cubicBezTo>
                    <a:pt x="1028" y="168"/>
                    <a:pt x="827" y="343"/>
                    <a:pt x="677" y="544"/>
                  </a:cubicBezTo>
                  <a:cubicBezTo>
                    <a:pt x="526" y="719"/>
                    <a:pt x="401" y="970"/>
                    <a:pt x="351" y="1195"/>
                  </a:cubicBezTo>
                  <a:cubicBezTo>
                    <a:pt x="0" y="2449"/>
                    <a:pt x="476" y="3977"/>
                    <a:pt x="1003" y="5105"/>
                  </a:cubicBezTo>
                  <a:cubicBezTo>
                    <a:pt x="1203" y="5506"/>
                    <a:pt x="1278" y="6208"/>
                    <a:pt x="1729" y="6434"/>
                  </a:cubicBezTo>
                  <a:cubicBezTo>
                    <a:pt x="1805" y="6469"/>
                    <a:pt x="1875" y="6483"/>
                    <a:pt x="1942" y="6483"/>
                  </a:cubicBezTo>
                  <a:cubicBezTo>
                    <a:pt x="2161" y="6483"/>
                    <a:pt x="2339" y="6323"/>
                    <a:pt x="2531" y="6208"/>
                  </a:cubicBezTo>
                  <a:cubicBezTo>
                    <a:pt x="2857" y="6058"/>
                    <a:pt x="3183" y="5932"/>
                    <a:pt x="3509" y="5757"/>
                  </a:cubicBezTo>
                  <a:cubicBezTo>
                    <a:pt x="4186" y="5406"/>
                    <a:pt x="4887" y="5005"/>
                    <a:pt x="5564" y="4604"/>
                  </a:cubicBezTo>
                  <a:cubicBezTo>
                    <a:pt x="5188" y="2900"/>
                    <a:pt x="4386" y="1170"/>
                    <a:pt x="2857" y="318"/>
                  </a:cubicBezTo>
                  <a:cubicBezTo>
                    <a:pt x="2533" y="130"/>
                    <a:pt x="2150" y="1"/>
                    <a:pt x="17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a:extLst>
                <a:ext uri="{FF2B5EF4-FFF2-40B4-BE49-F238E27FC236}">
                  <a16:creationId xmlns:a16="http://schemas.microsoft.com/office/drawing/2014/main" id="{26AC69E2-9F75-9CB6-7C30-141BBE4DA95D}"/>
                </a:ext>
              </a:extLst>
            </p:cNvPr>
            <p:cNvSpPr/>
            <p:nvPr/>
          </p:nvSpPr>
          <p:spPr>
            <a:xfrm>
              <a:off x="5919111" y="1982031"/>
              <a:ext cx="250735" cy="359207"/>
            </a:xfrm>
            <a:custGeom>
              <a:avLst/>
              <a:gdLst/>
              <a:ahLst/>
              <a:cxnLst/>
              <a:rect l="l" t="t" r="r" b="b"/>
              <a:pathLst>
                <a:path w="4838" h="6931" extrusionOk="0">
                  <a:moveTo>
                    <a:pt x="3339" y="0"/>
                  </a:moveTo>
                  <a:cubicBezTo>
                    <a:pt x="2575" y="0"/>
                    <a:pt x="1711" y="469"/>
                    <a:pt x="1429" y="1163"/>
                  </a:cubicBezTo>
                  <a:cubicBezTo>
                    <a:pt x="1229" y="1690"/>
                    <a:pt x="1229" y="2241"/>
                    <a:pt x="1179" y="2792"/>
                  </a:cubicBezTo>
                  <a:cubicBezTo>
                    <a:pt x="1129" y="3294"/>
                    <a:pt x="1028" y="3770"/>
                    <a:pt x="903" y="4196"/>
                  </a:cubicBezTo>
                  <a:cubicBezTo>
                    <a:pt x="728" y="4772"/>
                    <a:pt x="502" y="5299"/>
                    <a:pt x="277" y="5900"/>
                  </a:cubicBezTo>
                  <a:cubicBezTo>
                    <a:pt x="1" y="6702"/>
                    <a:pt x="978" y="6928"/>
                    <a:pt x="1605" y="6928"/>
                  </a:cubicBezTo>
                  <a:cubicBezTo>
                    <a:pt x="1647" y="6930"/>
                    <a:pt x="1688" y="6931"/>
                    <a:pt x="1730" y="6931"/>
                  </a:cubicBezTo>
                  <a:cubicBezTo>
                    <a:pt x="2161" y="6931"/>
                    <a:pt x="2574" y="6819"/>
                    <a:pt x="3008" y="6727"/>
                  </a:cubicBezTo>
                  <a:cubicBezTo>
                    <a:pt x="3084" y="6727"/>
                    <a:pt x="3184" y="6702"/>
                    <a:pt x="3259" y="6627"/>
                  </a:cubicBezTo>
                  <a:cubicBezTo>
                    <a:pt x="3284" y="6552"/>
                    <a:pt x="3309" y="6477"/>
                    <a:pt x="3309" y="6401"/>
                  </a:cubicBezTo>
                  <a:cubicBezTo>
                    <a:pt x="3359" y="5725"/>
                    <a:pt x="3409" y="4772"/>
                    <a:pt x="3785" y="4171"/>
                  </a:cubicBezTo>
                  <a:cubicBezTo>
                    <a:pt x="4011" y="3845"/>
                    <a:pt x="4337" y="3544"/>
                    <a:pt x="4387" y="3118"/>
                  </a:cubicBezTo>
                  <a:cubicBezTo>
                    <a:pt x="4487" y="2266"/>
                    <a:pt x="4838" y="311"/>
                    <a:pt x="3685" y="35"/>
                  </a:cubicBezTo>
                  <a:cubicBezTo>
                    <a:pt x="3574" y="12"/>
                    <a:pt x="3457" y="0"/>
                    <a:pt x="3339"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a:extLst>
                <a:ext uri="{FF2B5EF4-FFF2-40B4-BE49-F238E27FC236}">
                  <a16:creationId xmlns:a16="http://schemas.microsoft.com/office/drawing/2014/main" id="{6F62E0F8-4194-B5E7-AEC2-1F7A4D3A9B59}"/>
                </a:ext>
              </a:extLst>
            </p:cNvPr>
            <p:cNvSpPr/>
            <p:nvPr/>
          </p:nvSpPr>
          <p:spPr>
            <a:xfrm>
              <a:off x="5955493" y="1910926"/>
              <a:ext cx="223474" cy="222127"/>
            </a:xfrm>
            <a:custGeom>
              <a:avLst/>
              <a:gdLst/>
              <a:ahLst/>
              <a:cxnLst/>
              <a:rect l="l" t="t" r="r" b="b"/>
              <a:pathLst>
                <a:path w="4312" h="4286" extrusionOk="0">
                  <a:moveTo>
                    <a:pt x="3254" y="0"/>
                  </a:moveTo>
                  <a:cubicBezTo>
                    <a:pt x="2939" y="0"/>
                    <a:pt x="2632" y="102"/>
                    <a:pt x="2407" y="305"/>
                  </a:cubicBezTo>
                  <a:cubicBezTo>
                    <a:pt x="2281" y="405"/>
                    <a:pt x="2181" y="530"/>
                    <a:pt x="2056" y="605"/>
                  </a:cubicBezTo>
                  <a:cubicBezTo>
                    <a:pt x="1981" y="630"/>
                    <a:pt x="1905" y="630"/>
                    <a:pt x="1830" y="655"/>
                  </a:cubicBezTo>
                  <a:cubicBezTo>
                    <a:pt x="1154" y="756"/>
                    <a:pt x="552" y="1182"/>
                    <a:pt x="176" y="1758"/>
                  </a:cubicBezTo>
                  <a:cubicBezTo>
                    <a:pt x="101" y="1884"/>
                    <a:pt x="26" y="2034"/>
                    <a:pt x="26" y="2184"/>
                  </a:cubicBezTo>
                  <a:cubicBezTo>
                    <a:pt x="1" y="2285"/>
                    <a:pt x="26" y="2410"/>
                    <a:pt x="26" y="2535"/>
                  </a:cubicBezTo>
                  <a:cubicBezTo>
                    <a:pt x="76" y="2811"/>
                    <a:pt x="126" y="3087"/>
                    <a:pt x="201" y="3362"/>
                  </a:cubicBezTo>
                  <a:cubicBezTo>
                    <a:pt x="226" y="3488"/>
                    <a:pt x="276" y="3613"/>
                    <a:pt x="276" y="3738"/>
                  </a:cubicBezTo>
                  <a:cubicBezTo>
                    <a:pt x="276" y="3838"/>
                    <a:pt x="251" y="3939"/>
                    <a:pt x="301" y="4039"/>
                  </a:cubicBezTo>
                  <a:cubicBezTo>
                    <a:pt x="354" y="4216"/>
                    <a:pt x="453" y="4285"/>
                    <a:pt x="565" y="4285"/>
                  </a:cubicBezTo>
                  <a:cubicBezTo>
                    <a:pt x="721" y="4285"/>
                    <a:pt x="901" y="4150"/>
                    <a:pt x="1003" y="3989"/>
                  </a:cubicBezTo>
                  <a:cubicBezTo>
                    <a:pt x="1128" y="3763"/>
                    <a:pt x="1229" y="3513"/>
                    <a:pt x="1304" y="3262"/>
                  </a:cubicBezTo>
                  <a:cubicBezTo>
                    <a:pt x="1429" y="2961"/>
                    <a:pt x="1580" y="2635"/>
                    <a:pt x="1855" y="2435"/>
                  </a:cubicBezTo>
                  <a:cubicBezTo>
                    <a:pt x="2106" y="2260"/>
                    <a:pt x="2432" y="2184"/>
                    <a:pt x="2758" y="2134"/>
                  </a:cubicBezTo>
                  <a:cubicBezTo>
                    <a:pt x="3108" y="2084"/>
                    <a:pt x="3585" y="2034"/>
                    <a:pt x="3810" y="1783"/>
                  </a:cubicBezTo>
                  <a:cubicBezTo>
                    <a:pt x="4086" y="1483"/>
                    <a:pt x="4311" y="1107"/>
                    <a:pt x="4261" y="706"/>
                  </a:cubicBezTo>
                  <a:cubicBezTo>
                    <a:pt x="4261" y="605"/>
                    <a:pt x="4236" y="505"/>
                    <a:pt x="4186" y="405"/>
                  </a:cubicBezTo>
                  <a:cubicBezTo>
                    <a:pt x="4136" y="330"/>
                    <a:pt x="4036" y="254"/>
                    <a:pt x="3961" y="179"/>
                  </a:cubicBezTo>
                  <a:cubicBezTo>
                    <a:pt x="3785" y="79"/>
                    <a:pt x="3560" y="4"/>
                    <a:pt x="3359" y="4"/>
                  </a:cubicBezTo>
                  <a:cubicBezTo>
                    <a:pt x="3324" y="1"/>
                    <a:pt x="3289" y="0"/>
                    <a:pt x="325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a:extLst>
                <a:ext uri="{FF2B5EF4-FFF2-40B4-BE49-F238E27FC236}">
                  <a16:creationId xmlns:a16="http://schemas.microsoft.com/office/drawing/2014/main" id="{80C0F9CB-D83C-8F41-5906-8C6F37D214DA}"/>
                </a:ext>
              </a:extLst>
            </p:cNvPr>
            <p:cNvSpPr/>
            <p:nvPr/>
          </p:nvSpPr>
          <p:spPr>
            <a:xfrm>
              <a:off x="6013952" y="2883949"/>
              <a:ext cx="33842" cy="31614"/>
            </a:xfrm>
            <a:custGeom>
              <a:avLst/>
              <a:gdLst/>
              <a:ahLst/>
              <a:cxnLst/>
              <a:rect l="l" t="t" r="r" b="b"/>
              <a:pathLst>
                <a:path w="653" h="610" extrusionOk="0">
                  <a:moveTo>
                    <a:pt x="26" y="1"/>
                  </a:moveTo>
                  <a:cubicBezTo>
                    <a:pt x="0" y="101"/>
                    <a:pt x="0" y="201"/>
                    <a:pt x="26" y="277"/>
                  </a:cubicBezTo>
                  <a:cubicBezTo>
                    <a:pt x="51" y="427"/>
                    <a:pt x="176" y="527"/>
                    <a:pt x="326" y="577"/>
                  </a:cubicBezTo>
                  <a:cubicBezTo>
                    <a:pt x="351" y="602"/>
                    <a:pt x="376" y="602"/>
                    <a:pt x="401" y="602"/>
                  </a:cubicBezTo>
                  <a:cubicBezTo>
                    <a:pt x="420" y="607"/>
                    <a:pt x="437" y="609"/>
                    <a:pt x="454" y="609"/>
                  </a:cubicBezTo>
                  <a:cubicBezTo>
                    <a:pt x="529" y="609"/>
                    <a:pt x="591" y="568"/>
                    <a:pt x="652" y="527"/>
                  </a:cubicBezTo>
                  <a:lnTo>
                    <a:pt x="26"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a:extLst>
                <a:ext uri="{FF2B5EF4-FFF2-40B4-BE49-F238E27FC236}">
                  <a16:creationId xmlns:a16="http://schemas.microsoft.com/office/drawing/2014/main" id="{AF2CFA5A-1367-D222-75C9-9CEF18DEA65E}"/>
                </a:ext>
              </a:extLst>
            </p:cNvPr>
            <p:cNvSpPr/>
            <p:nvPr/>
          </p:nvSpPr>
          <p:spPr>
            <a:xfrm>
              <a:off x="5810018" y="2382434"/>
              <a:ext cx="275404" cy="310646"/>
            </a:xfrm>
            <a:custGeom>
              <a:avLst/>
              <a:gdLst/>
              <a:ahLst/>
              <a:cxnLst/>
              <a:rect l="l" t="t" r="r" b="b"/>
              <a:pathLst>
                <a:path w="5314" h="5994" extrusionOk="0">
                  <a:moveTo>
                    <a:pt x="2594" y="1"/>
                  </a:moveTo>
                  <a:cubicBezTo>
                    <a:pt x="2492" y="1"/>
                    <a:pt x="2388" y="10"/>
                    <a:pt x="2281" y="29"/>
                  </a:cubicBezTo>
                  <a:cubicBezTo>
                    <a:pt x="1730" y="129"/>
                    <a:pt x="1279" y="505"/>
                    <a:pt x="878" y="906"/>
                  </a:cubicBezTo>
                  <a:cubicBezTo>
                    <a:pt x="427" y="1357"/>
                    <a:pt x="176" y="1808"/>
                    <a:pt x="51" y="2360"/>
                  </a:cubicBezTo>
                  <a:cubicBezTo>
                    <a:pt x="26" y="2585"/>
                    <a:pt x="1" y="2836"/>
                    <a:pt x="26" y="3086"/>
                  </a:cubicBezTo>
                  <a:cubicBezTo>
                    <a:pt x="51" y="4064"/>
                    <a:pt x="301" y="5041"/>
                    <a:pt x="527" y="5994"/>
                  </a:cubicBezTo>
                  <a:cubicBezTo>
                    <a:pt x="1053" y="5467"/>
                    <a:pt x="1805" y="5242"/>
                    <a:pt x="2507" y="5016"/>
                  </a:cubicBezTo>
                  <a:cubicBezTo>
                    <a:pt x="3284" y="4791"/>
                    <a:pt x="4036" y="4565"/>
                    <a:pt x="4788" y="4314"/>
                  </a:cubicBezTo>
                  <a:cubicBezTo>
                    <a:pt x="4988" y="4264"/>
                    <a:pt x="5239" y="4164"/>
                    <a:pt x="5289" y="3939"/>
                  </a:cubicBezTo>
                  <a:cubicBezTo>
                    <a:pt x="5314" y="3863"/>
                    <a:pt x="5314" y="3788"/>
                    <a:pt x="5314" y="3713"/>
                  </a:cubicBezTo>
                  <a:cubicBezTo>
                    <a:pt x="5172" y="2368"/>
                    <a:pt x="4231" y="1"/>
                    <a:pt x="2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a:extLst>
                <a:ext uri="{FF2B5EF4-FFF2-40B4-BE49-F238E27FC236}">
                  <a16:creationId xmlns:a16="http://schemas.microsoft.com/office/drawing/2014/main" id="{345F9A69-C1CC-51C6-8E4C-49CCD54A624D}"/>
                </a:ext>
              </a:extLst>
            </p:cNvPr>
            <p:cNvSpPr/>
            <p:nvPr/>
          </p:nvSpPr>
          <p:spPr>
            <a:xfrm>
              <a:off x="6067228" y="2163109"/>
              <a:ext cx="69706" cy="97433"/>
            </a:xfrm>
            <a:custGeom>
              <a:avLst/>
              <a:gdLst/>
              <a:ahLst/>
              <a:cxnLst/>
              <a:rect l="l" t="t" r="r" b="b"/>
              <a:pathLst>
                <a:path w="1345" h="1880" extrusionOk="0">
                  <a:moveTo>
                    <a:pt x="1278" y="0"/>
                  </a:moveTo>
                  <a:cubicBezTo>
                    <a:pt x="1257" y="0"/>
                    <a:pt x="1225" y="15"/>
                    <a:pt x="1178" y="50"/>
                  </a:cubicBezTo>
                  <a:cubicBezTo>
                    <a:pt x="1078" y="150"/>
                    <a:pt x="952" y="175"/>
                    <a:pt x="802" y="201"/>
                  </a:cubicBezTo>
                  <a:cubicBezTo>
                    <a:pt x="744" y="212"/>
                    <a:pt x="684" y="217"/>
                    <a:pt x="624" y="217"/>
                  </a:cubicBezTo>
                  <a:cubicBezTo>
                    <a:pt x="423" y="217"/>
                    <a:pt x="212" y="164"/>
                    <a:pt x="0" y="125"/>
                  </a:cubicBezTo>
                  <a:lnTo>
                    <a:pt x="0" y="125"/>
                  </a:lnTo>
                  <a:cubicBezTo>
                    <a:pt x="0" y="125"/>
                    <a:pt x="0" y="125"/>
                    <a:pt x="25" y="150"/>
                  </a:cubicBezTo>
                  <a:cubicBezTo>
                    <a:pt x="50" y="201"/>
                    <a:pt x="100" y="276"/>
                    <a:pt x="100" y="301"/>
                  </a:cubicBezTo>
                  <a:cubicBezTo>
                    <a:pt x="150" y="401"/>
                    <a:pt x="201" y="501"/>
                    <a:pt x="226" y="602"/>
                  </a:cubicBezTo>
                  <a:cubicBezTo>
                    <a:pt x="369" y="1008"/>
                    <a:pt x="535" y="1415"/>
                    <a:pt x="529" y="1821"/>
                  </a:cubicBezTo>
                  <a:lnTo>
                    <a:pt x="529" y="1821"/>
                  </a:lnTo>
                  <a:cubicBezTo>
                    <a:pt x="549" y="1546"/>
                    <a:pt x="708" y="1310"/>
                    <a:pt x="802" y="1053"/>
                  </a:cubicBezTo>
                  <a:cubicBezTo>
                    <a:pt x="902" y="752"/>
                    <a:pt x="1078" y="501"/>
                    <a:pt x="1253" y="251"/>
                  </a:cubicBezTo>
                  <a:cubicBezTo>
                    <a:pt x="1292" y="155"/>
                    <a:pt x="1345" y="0"/>
                    <a:pt x="1278" y="0"/>
                  </a:cubicBezTo>
                  <a:close/>
                  <a:moveTo>
                    <a:pt x="529" y="1821"/>
                  </a:moveTo>
                  <a:cubicBezTo>
                    <a:pt x="527" y="1840"/>
                    <a:pt x="526" y="1860"/>
                    <a:pt x="526" y="1880"/>
                  </a:cubicBezTo>
                  <a:cubicBezTo>
                    <a:pt x="527" y="1860"/>
                    <a:pt x="528" y="1841"/>
                    <a:pt x="529" y="182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a:extLst>
                <a:ext uri="{FF2B5EF4-FFF2-40B4-BE49-F238E27FC236}">
                  <a16:creationId xmlns:a16="http://schemas.microsoft.com/office/drawing/2014/main" id="{73A1625B-C015-B4F4-3D84-2A7AA05EE303}"/>
                </a:ext>
              </a:extLst>
            </p:cNvPr>
            <p:cNvSpPr/>
            <p:nvPr/>
          </p:nvSpPr>
          <p:spPr>
            <a:xfrm>
              <a:off x="6091897" y="2108536"/>
              <a:ext cx="39025" cy="20057"/>
            </a:xfrm>
            <a:custGeom>
              <a:avLst/>
              <a:gdLst/>
              <a:ahLst/>
              <a:cxnLst/>
              <a:rect l="l" t="t" r="r" b="b"/>
              <a:pathLst>
                <a:path w="753" h="387" extrusionOk="0">
                  <a:moveTo>
                    <a:pt x="0" y="0"/>
                  </a:moveTo>
                  <a:cubicBezTo>
                    <a:pt x="0" y="51"/>
                    <a:pt x="25" y="101"/>
                    <a:pt x="50" y="151"/>
                  </a:cubicBezTo>
                  <a:cubicBezTo>
                    <a:pt x="100" y="226"/>
                    <a:pt x="151" y="301"/>
                    <a:pt x="226" y="326"/>
                  </a:cubicBezTo>
                  <a:cubicBezTo>
                    <a:pt x="299" y="363"/>
                    <a:pt x="373" y="386"/>
                    <a:pt x="436" y="386"/>
                  </a:cubicBezTo>
                  <a:cubicBezTo>
                    <a:pt x="459" y="386"/>
                    <a:pt x="481" y="383"/>
                    <a:pt x="501" y="376"/>
                  </a:cubicBezTo>
                  <a:cubicBezTo>
                    <a:pt x="627" y="326"/>
                    <a:pt x="702" y="226"/>
                    <a:pt x="752" y="101"/>
                  </a:cubicBezTo>
                  <a:cubicBezTo>
                    <a:pt x="752" y="76"/>
                    <a:pt x="752" y="51"/>
                    <a:pt x="727" y="5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81733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33"/>
          <p:cNvSpPr txBox="1">
            <a:spLocks noGrp="1"/>
          </p:cNvSpPr>
          <p:nvPr>
            <p:ph type="title"/>
          </p:nvPr>
        </p:nvSpPr>
        <p:spPr>
          <a:xfrm>
            <a:off x="719999" y="539499"/>
            <a:ext cx="7769795" cy="540827"/>
          </a:xfrm>
          <a:prstGeom prst="rect">
            <a:avLst/>
          </a:prstGeom>
        </p:spPr>
        <p:txBody>
          <a:bodyPr spcFirstLastPara="1" wrap="square" lIns="91425" tIns="91425" rIns="91425" bIns="91425" anchor="t" anchorCtr="0">
            <a:noAutofit/>
          </a:bodyPr>
          <a:lstStyle/>
          <a:p>
            <a:pPr algn="ctr"/>
            <a:r>
              <a:rPr lang="en-IN" dirty="0">
                <a:solidFill>
                  <a:schemeClr val="dk2"/>
                </a:solidFill>
              </a:rPr>
              <a:t>Key</a:t>
            </a:r>
            <a:r>
              <a:rPr lang="en-IN" b="1" dirty="0"/>
              <a:t> Models</a:t>
            </a:r>
            <a:br>
              <a:rPr lang="en-IN" dirty="0"/>
            </a:br>
            <a:endParaRPr lang="en-IN" dirty="0"/>
          </a:p>
        </p:txBody>
      </p:sp>
      <p:grpSp>
        <p:nvGrpSpPr>
          <p:cNvPr id="922" name="Google Shape;922;p33"/>
          <p:cNvGrpSpPr/>
          <p:nvPr/>
        </p:nvGrpSpPr>
        <p:grpSpPr>
          <a:xfrm>
            <a:off x="1063307" y="634952"/>
            <a:ext cx="320143" cy="392581"/>
            <a:chOff x="3086313" y="2877049"/>
            <a:chExt cx="320143" cy="392581"/>
          </a:xfrm>
        </p:grpSpPr>
        <p:sp>
          <p:nvSpPr>
            <p:cNvPr id="923" name="Google Shape;923;p33"/>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3"/>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3"/>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3"/>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3"/>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3"/>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3"/>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3"/>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3"/>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3"/>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3"/>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3"/>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 name="Google Shape;878;p31">
            <a:extLst>
              <a:ext uri="{FF2B5EF4-FFF2-40B4-BE49-F238E27FC236}">
                <a16:creationId xmlns:a16="http://schemas.microsoft.com/office/drawing/2014/main" id="{0450C6AA-2660-60FD-F981-2887AF3032AF}"/>
              </a:ext>
            </a:extLst>
          </p:cNvPr>
          <p:cNvCxnSpPr>
            <a:cxnSpLocks/>
          </p:cNvCxnSpPr>
          <p:nvPr/>
        </p:nvCxnSpPr>
        <p:spPr>
          <a:xfrm flipV="1">
            <a:off x="719999" y="1206313"/>
            <a:ext cx="7769795" cy="7788"/>
          </a:xfrm>
          <a:prstGeom prst="straightConnector1">
            <a:avLst/>
          </a:prstGeom>
          <a:noFill/>
          <a:ln w="19050" cap="flat" cmpd="sng">
            <a:solidFill>
              <a:schemeClr val="dk1"/>
            </a:solidFill>
            <a:prstDash val="solid"/>
            <a:round/>
            <a:headEnd type="none" w="med" len="med"/>
            <a:tailEnd type="none" w="med" len="med"/>
          </a:ln>
        </p:spPr>
      </p:cxnSp>
      <p:grpSp>
        <p:nvGrpSpPr>
          <p:cNvPr id="15" name="Google Shape;922;p33">
            <a:extLst>
              <a:ext uri="{FF2B5EF4-FFF2-40B4-BE49-F238E27FC236}">
                <a16:creationId xmlns:a16="http://schemas.microsoft.com/office/drawing/2014/main" id="{AB69EF4D-38EE-F93E-8112-CED63F8E1807}"/>
              </a:ext>
            </a:extLst>
          </p:cNvPr>
          <p:cNvGrpSpPr/>
          <p:nvPr/>
        </p:nvGrpSpPr>
        <p:grpSpPr>
          <a:xfrm>
            <a:off x="7780651" y="629559"/>
            <a:ext cx="320143" cy="392581"/>
            <a:chOff x="3086313" y="2877049"/>
            <a:chExt cx="320143" cy="392581"/>
          </a:xfrm>
        </p:grpSpPr>
        <p:sp>
          <p:nvSpPr>
            <p:cNvPr id="16" name="Google Shape;923;p33">
              <a:extLst>
                <a:ext uri="{FF2B5EF4-FFF2-40B4-BE49-F238E27FC236}">
                  <a16:creationId xmlns:a16="http://schemas.microsoft.com/office/drawing/2014/main" id="{A1E01107-1F08-CEDE-2C94-7CF0B396FB41}"/>
                </a:ext>
              </a:extLst>
            </p:cNvPr>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24;p33">
              <a:extLst>
                <a:ext uri="{FF2B5EF4-FFF2-40B4-BE49-F238E27FC236}">
                  <a16:creationId xmlns:a16="http://schemas.microsoft.com/office/drawing/2014/main" id="{EBF07D04-3590-44F3-51AC-B55FED888DC9}"/>
                </a:ext>
              </a:extLst>
            </p:cNvPr>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25;p33">
              <a:extLst>
                <a:ext uri="{FF2B5EF4-FFF2-40B4-BE49-F238E27FC236}">
                  <a16:creationId xmlns:a16="http://schemas.microsoft.com/office/drawing/2014/main" id="{CEC6683B-A4AE-7BA5-8B69-D3F89BEB22AD}"/>
                </a:ext>
              </a:extLst>
            </p:cNvPr>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26;p33">
              <a:extLst>
                <a:ext uri="{FF2B5EF4-FFF2-40B4-BE49-F238E27FC236}">
                  <a16:creationId xmlns:a16="http://schemas.microsoft.com/office/drawing/2014/main" id="{A588A25E-DA71-0A5B-C675-F39D3695BC54}"/>
                </a:ext>
              </a:extLst>
            </p:cNvPr>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27;p33">
              <a:extLst>
                <a:ext uri="{FF2B5EF4-FFF2-40B4-BE49-F238E27FC236}">
                  <a16:creationId xmlns:a16="http://schemas.microsoft.com/office/drawing/2014/main" id="{0C1965DA-1C94-A06E-EDCE-9C824838EC62}"/>
                </a:ext>
              </a:extLst>
            </p:cNvPr>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28;p33">
              <a:extLst>
                <a:ext uri="{FF2B5EF4-FFF2-40B4-BE49-F238E27FC236}">
                  <a16:creationId xmlns:a16="http://schemas.microsoft.com/office/drawing/2014/main" id="{B232D9DF-FD0B-F1FB-DD77-EB49C801C9DA}"/>
                </a:ext>
              </a:extLst>
            </p:cNvPr>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29;p33">
              <a:extLst>
                <a:ext uri="{FF2B5EF4-FFF2-40B4-BE49-F238E27FC236}">
                  <a16:creationId xmlns:a16="http://schemas.microsoft.com/office/drawing/2014/main" id="{CADF7FE7-9AB5-4ECB-2C22-6CC8B5233EE4}"/>
                </a:ext>
              </a:extLst>
            </p:cNvPr>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30;p33">
              <a:extLst>
                <a:ext uri="{FF2B5EF4-FFF2-40B4-BE49-F238E27FC236}">
                  <a16:creationId xmlns:a16="http://schemas.microsoft.com/office/drawing/2014/main" id="{CAFEAA52-9D39-DD85-D17B-CC8F8E05F657}"/>
                </a:ext>
              </a:extLst>
            </p:cNvPr>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31;p33">
              <a:extLst>
                <a:ext uri="{FF2B5EF4-FFF2-40B4-BE49-F238E27FC236}">
                  <a16:creationId xmlns:a16="http://schemas.microsoft.com/office/drawing/2014/main" id="{11C154A0-22B3-965F-AF3F-1F4A436D6176}"/>
                </a:ext>
              </a:extLst>
            </p:cNvPr>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32;p33">
              <a:extLst>
                <a:ext uri="{FF2B5EF4-FFF2-40B4-BE49-F238E27FC236}">
                  <a16:creationId xmlns:a16="http://schemas.microsoft.com/office/drawing/2014/main" id="{8334B2E1-F286-B543-1EF3-4ACA745C4BA3}"/>
                </a:ext>
              </a:extLst>
            </p:cNvPr>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33;p33">
              <a:extLst>
                <a:ext uri="{FF2B5EF4-FFF2-40B4-BE49-F238E27FC236}">
                  <a16:creationId xmlns:a16="http://schemas.microsoft.com/office/drawing/2014/main" id="{4F99BE76-D430-03F2-4FEE-93417D1C64D5}"/>
                </a:ext>
              </a:extLst>
            </p:cNvPr>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34;p33">
              <a:extLst>
                <a:ext uri="{FF2B5EF4-FFF2-40B4-BE49-F238E27FC236}">
                  <a16:creationId xmlns:a16="http://schemas.microsoft.com/office/drawing/2014/main" id="{6D209850-1691-18CD-6AF6-F24E0FF3487E}"/>
                </a:ext>
              </a:extLst>
            </p:cNvPr>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TextBox 43">
            <a:extLst>
              <a:ext uri="{FF2B5EF4-FFF2-40B4-BE49-F238E27FC236}">
                <a16:creationId xmlns:a16="http://schemas.microsoft.com/office/drawing/2014/main" id="{99FCCBDD-1EB8-B1A6-0C33-8B5803844EC8}"/>
              </a:ext>
            </a:extLst>
          </p:cNvPr>
          <p:cNvSpPr txBox="1"/>
          <p:nvPr/>
        </p:nvSpPr>
        <p:spPr>
          <a:xfrm>
            <a:off x="719998" y="1625775"/>
            <a:ext cx="7769795" cy="2862322"/>
          </a:xfrm>
          <a:prstGeom prst="rect">
            <a:avLst/>
          </a:prstGeom>
          <a:noFill/>
        </p:spPr>
        <p:txBody>
          <a:bodyPr wrap="square" rtlCol="0">
            <a:spAutoFit/>
          </a:bodyPr>
          <a:lstStyle/>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GANs (Generative Adversarial Networks)</a:t>
            </a:r>
            <a:r>
              <a:rPr lang="en-US" sz="2000" dirty="0">
                <a:latin typeface="Times New Roman" panose="02020603050405020304" pitchFamily="18" charset="0"/>
                <a:cs typeface="Times New Roman" panose="02020603050405020304" pitchFamily="18" charset="0"/>
              </a:rPr>
              <a:t>: Used to generate city layouts and architectural designs.</a:t>
            </a:r>
          </a:p>
          <a:p>
            <a:pPr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Stable Diffusion &amp; DALL-E</a:t>
            </a:r>
            <a:r>
              <a:rPr lang="en-US" sz="2000" dirty="0">
                <a:latin typeface="Times New Roman" panose="02020603050405020304" pitchFamily="18" charset="0"/>
                <a:cs typeface="Times New Roman" panose="02020603050405020304" pitchFamily="18" charset="0"/>
              </a:rPr>
              <a:t>: AI-generated images help in visualizing city plans.</a:t>
            </a:r>
          </a:p>
          <a:p>
            <a:pPr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 Reinforcement Learning</a:t>
            </a:r>
            <a:r>
              <a:rPr lang="en-US" sz="2000" dirty="0">
                <a:latin typeface="Times New Roman" panose="02020603050405020304" pitchFamily="18" charset="0"/>
                <a:cs typeface="Times New Roman" panose="02020603050405020304" pitchFamily="18" charset="0"/>
              </a:rPr>
              <a:t>: Applied for optimizing city infrastructure, traffic flow, and resource management.</a:t>
            </a:r>
          </a:p>
          <a:p>
            <a:pPr algn="just"/>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4">
          <a:extLst>
            <a:ext uri="{FF2B5EF4-FFF2-40B4-BE49-F238E27FC236}">
              <a16:creationId xmlns:a16="http://schemas.microsoft.com/office/drawing/2014/main" id="{3DBDDFD2-5D6E-17D0-1EFE-6F7E7C035E27}"/>
            </a:ext>
          </a:extLst>
        </p:cNvPr>
        <p:cNvGrpSpPr/>
        <p:nvPr/>
      </p:nvGrpSpPr>
      <p:grpSpPr>
        <a:xfrm>
          <a:off x="0" y="0"/>
          <a:ext cx="0" cy="0"/>
          <a:chOff x="0" y="0"/>
          <a:chExt cx="0" cy="0"/>
        </a:xfrm>
      </p:grpSpPr>
      <p:sp>
        <p:nvSpPr>
          <p:cNvPr id="915" name="Google Shape;915;p33">
            <a:extLst>
              <a:ext uri="{FF2B5EF4-FFF2-40B4-BE49-F238E27FC236}">
                <a16:creationId xmlns:a16="http://schemas.microsoft.com/office/drawing/2014/main" id="{A21E32B6-EB65-25B7-2C41-C8A230A3B1E1}"/>
              </a:ext>
            </a:extLst>
          </p:cNvPr>
          <p:cNvSpPr txBox="1">
            <a:spLocks noGrp="1"/>
          </p:cNvSpPr>
          <p:nvPr>
            <p:ph type="title"/>
          </p:nvPr>
        </p:nvSpPr>
        <p:spPr>
          <a:xfrm>
            <a:off x="719999" y="539499"/>
            <a:ext cx="7769795" cy="540827"/>
          </a:xfrm>
          <a:prstGeom prst="rect">
            <a:avLst/>
          </a:prstGeom>
        </p:spPr>
        <p:txBody>
          <a:bodyPr spcFirstLastPara="1" wrap="square" lIns="91425" tIns="91425" rIns="91425" bIns="91425" anchor="t" anchorCtr="0">
            <a:noAutofit/>
          </a:bodyPr>
          <a:lstStyle/>
          <a:p>
            <a:pPr algn="ctr"/>
            <a:r>
              <a:rPr lang="en-US" dirty="0">
                <a:solidFill>
                  <a:schemeClr val="dk2"/>
                </a:solidFill>
              </a:rPr>
              <a:t>Applications</a:t>
            </a:r>
            <a:br>
              <a:rPr lang="en-IN" dirty="0"/>
            </a:br>
            <a:endParaRPr lang="en-IN" dirty="0"/>
          </a:p>
        </p:txBody>
      </p:sp>
      <p:grpSp>
        <p:nvGrpSpPr>
          <p:cNvPr id="922" name="Google Shape;922;p33">
            <a:extLst>
              <a:ext uri="{FF2B5EF4-FFF2-40B4-BE49-F238E27FC236}">
                <a16:creationId xmlns:a16="http://schemas.microsoft.com/office/drawing/2014/main" id="{8CBACB3D-3E0D-A8BD-FCE4-BBC52F56E0CE}"/>
              </a:ext>
            </a:extLst>
          </p:cNvPr>
          <p:cNvGrpSpPr/>
          <p:nvPr/>
        </p:nvGrpSpPr>
        <p:grpSpPr>
          <a:xfrm>
            <a:off x="1063307" y="634952"/>
            <a:ext cx="320143" cy="392581"/>
            <a:chOff x="3086313" y="2877049"/>
            <a:chExt cx="320143" cy="392581"/>
          </a:xfrm>
        </p:grpSpPr>
        <p:sp>
          <p:nvSpPr>
            <p:cNvPr id="923" name="Google Shape;923;p33">
              <a:extLst>
                <a:ext uri="{FF2B5EF4-FFF2-40B4-BE49-F238E27FC236}">
                  <a16:creationId xmlns:a16="http://schemas.microsoft.com/office/drawing/2014/main" id="{54002B19-3D83-2CE1-441C-D1BD9D3D1CF4}"/>
                </a:ext>
              </a:extLst>
            </p:cNvPr>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3">
              <a:extLst>
                <a:ext uri="{FF2B5EF4-FFF2-40B4-BE49-F238E27FC236}">
                  <a16:creationId xmlns:a16="http://schemas.microsoft.com/office/drawing/2014/main" id="{2258AD68-A678-CA6E-2D94-12EAD376E0AD}"/>
                </a:ext>
              </a:extLst>
            </p:cNvPr>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3">
              <a:extLst>
                <a:ext uri="{FF2B5EF4-FFF2-40B4-BE49-F238E27FC236}">
                  <a16:creationId xmlns:a16="http://schemas.microsoft.com/office/drawing/2014/main" id="{4176548A-C771-E0C7-950F-079F0A99A3B5}"/>
                </a:ext>
              </a:extLst>
            </p:cNvPr>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3">
              <a:extLst>
                <a:ext uri="{FF2B5EF4-FFF2-40B4-BE49-F238E27FC236}">
                  <a16:creationId xmlns:a16="http://schemas.microsoft.com/office/drawing/2014/main" id="{681CC2BA-09B7-AD3E-91BB-CD323873C834}"/>
                </a:ext>
              </a:extLst>
            </p:cNvPr>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3">
              <a:extLst>
                <a:ext uri="{FF2B5EF4-FFF2-40B4-BE49-F238E27FC236}">
                  <a16:creationId xmlns:a16="http://schemas.microsoft.com/office/drawing/2014/main" id="{66750079-4D1E-9D0B-71F2-1699B540616D}"/>
                </a:ext>
              </a:extLst>
            </p:cNvPr>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3">
              <a:extLst>
                <a:ext uri="{FF2B5EF4-FFF2-40B4-BE49-F238E27FC236}">
                  <a16:creationId xmlns:a16="http://schemas.microsoft.com/office/drawing/2014/main" id="{9817FE48-283D-AEB7-D2F9-E69B07398767}"/>
                </a:ext>
              </a:extLst>
            </p:cNvPr>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3">
              <a:extLst>
                <a:ext uri="{FF2B5EF4-FFF2-40B4-BE49-F238E27FC236}">
                  <a16:creationId xmlns:a16="http://schemas.microsoft.com/office/drawing/2014/main" id="{DD1BD984-FE90-DDD8-EDF7-4E4B16821C18}"/>
                </a:ext>
              </a:extLst>
            </p:cNvPr>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3">
              <a:extLst>
                <a:ext uri="{FF2B5EF4-FFF2-40B4-BE49-F238E27FC236}">
                  <a16:creationId xmlns:a16="http://schemas.microsoft.com/office/drawing/2014/main" id="{6AC2820F-65AE-E1E2-B2F6-F78AC9070659}"/>
                </a:ext>
              </a:extLst>
            </p:cNvPr>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3">
              <a:extLst>
                <a:ext uri="{FF2B5EF4-FFF2-40B4-BE49-F238E27FC236}">
                  <a16:creationId xmlns:a16="http://schemas.microsoft.com/office/drawing/2014/main" id="{28B683D9-33F6-5A6C-C106-40A3B6F9200E}"/>
                </a:ext>
              </a:extLst>
            </p:cNvPr>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3">
              <a:extLst>
                <a:ext uri="{FF2B5EF4-FFF2-40B4-BE49-F238E27FC236}">
                  <a16:creationId xmlns:a16="http://schemas.microsoft.com/office/drawing/2014/main" id="{A64A4039-818E-0505-7275-0A1E668FF538}"/>
                </a:ext>
              </a:extLst>
            </p:cNvPr>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3">
              <a:extLst>
                <a:ext uri="{FF2B5EF4-FFF2-40B4-BE49-F238E27FC236}">
                  <a16:creationId xmlns:a16="http://schemas.microsoft.com/office/drawing/2014/main" id="{FEE765DD-1DA9-357E-6508-9DBAEB982546}"/>
                </a:ext>
              </a:extLst>
            </p:cNvPr>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3">
              <a:extLst>
                <a:ext uri="{FF2B5EF4-FFF2-40B4-BE49-F238E27FC236}">
                  <a16:creationId xmlns:a16="http://schemas.microsoft.com/office/drawing/2014/main" id="{B947BC0A-F824-0012-E40F-43D63DF0311C}"/>
                </a:ext>
              </a:extLst>
            </p:cNvPr>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 name="Google Shape;878;p31">
            <a:extLst>
              <a:ext uri="{FF2B5EF4-FFF2-40B4-BE49-F238E27FC236}">
                <a16:creationId xmlns:a16="http://schemas.microsoft.com/office/drawing/2014/main" id="{B3405AE2-4846-2C95-6D89-53B08FB38FBA}"/>
              </a:ext>
            </a:extLst>
          </p:cNvPr>
          <p:cNvCxnSpPr>
            <a:cxnSpLocks/>
          </p:cNvCxnSpPr>
          <p:nvPr/>
        </p:nvCxnSpPr>
        <p:spPr>
          <a:xfrm flipV="1">
            <a:off x="719999" y="1206313"/>
            <a:ext cx="7769795" cy="7788"/>
          </a:xfrm>
          <a:prstGeom prst="straightConnector1">
            <a:avLst/>
          </a:prstGeom>
          <a:noFill/>
          <a:ln w="19050" cap="flat" cmpd="sng">
            <a:solidFill>
              <a:schemeClr val="dk1"/>
            </a:solidFill>
            <a:prstDash val="solid"/>
            <a:round/>
            <a:headEnd type="none" w="med" len="med"/>
            <a:tailEnd type="none" w="med" len="med"/>
          </a:ln>
        </p:spPr>
      </p:cxnSp>
      <p:grpSp>
        <p:nvGrpSpPr>
          <p:cNvPr id="15" name="Google Shape;922;p33">
            <a:extLst>
              <a:ext uri="{FF2B5EF4-FFF2-40B4-BE49-F238E27FC236}">
                <a16:creationId xmlns:a16="http://schemas.microsoft.com/office/drawing/2014/main" id="{917C889E-6821-5561-A9BB-30A25F12D8E5}"/>
              </a:ext>
            </a:extLst>
          </p:cNvPr>
          <p:cNvGrpSpPr/>
          <p:nvPr/>
        </p:nvGrpSpPr>
        <p:grpSpPr>
          <a:xfrm>
            <a:off x="7780651" y="629559"/>
            <a:ext cx="320143" cy="392581"/>
            <a:chOff x="3086313" y="2877049"/>
            <a:chExt cx="320143" cy="392581"/>
          </a:xfrm>
        </p:grpSpPr>
        <p:sp>
          <p:nvSpPr>
            <p:cNvPr id="16" name="Google Shape;923;p33">
              <a:extLst>
                <a:ext uri="{FF2B5EF4-FFF2-40B4-BE49-F238E27FC236}">
                  <a16:creationId xmlns:a16="http://schemas.microsoft.com/office/drawing/2014/main" id="{2DFADD1C-0FDB-BF49-0AF5-425449362BC9}"/>
                </a:ext>
              </a:extLst>
            </p:cNvPr>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24;p33">
              <a:extLst>
                <a:ext uri="{FF2B5EF4-FFF2-40B4-BE49-F238E27FC236}">
                  <a16:creationId xmlns:a16="http://schemas.microsoft.com/office/drawing/2014/main" id="{C93A818A-8049-A2FE-FDF3-3B4F681F8DC2}"/>
                </a:ext>
              </a:extLst>
            </p:cNvPr>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25;p33">
              <a:extLst>
                <a:ext uri="{FF2B5EF4-FFF2-40B4-BE49-F238E27FC236}">
                  <a16:creationId xmlns:a16="http://schemas.microsoft.com/office/drawing/2014/main" id="{34F19032-A1E3-50D4-3FA1-DBBAF2E697E5}"/>
                </a:ext>
              </a:extLst>
            </p:cNvPr>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26;p33">
              <a:extLst>
                <a:ext uri="{FF2B5EF4-FFF2-40B4-BE49-F238E27FC236}">
                  <a16:creationId xmlns:a16="http://schemas.microsoft.com/office/drawing/2014/main" id="{3E5DF491-FB5D-6D91-E98F-6C355702D76A}"/>
                </a:ext>
              </a:extLst>
            </p:cNvPr>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27;p33">
              <a:extLst>
                <a:ext uri="{FF2B5EF4-FFF2-40B4-BE49-F238E27FC236}">
                  <a16:creationId xmlns:a16="http://schemas.microsoft.com/office/drawing/2014/main" id="{36CC3D41-185B-AC57-BF54-94BF84D3B6C2}"/>
                </a:ext>
              </a:extLst>
            </p:cNvPr>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28;p33">
              <a:extLst>
                <a:ext uri="{FF2B5EF4-FFF2-40B4-BE49-F238E27FC236}">
                  <a16:creationId xmlns:a16="http://schemas.microsoft.com/office/drawing/2014/main" id="{C17304BE-FE2E-6660-B3B9-E45F5EC7B896}"/>
                </a:ext>
              </a:extLst>
            </p:cNvPr>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29;p33">
              <a:extLst>
                <a:ext uri="{FF2B5EF4-FFF2-40B4-BE49-F238E27FC236}">
                  <a16:creationId xmlns:a16="http://schemas.microsoft.com/office/drawing/2014/main" id="{D409C1CA-60C4-5331-397A-D024C3581AD6}"/>
                </a:ext>
              </a:extLst>
            </p:cNvPr>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30;p33">
              <a:extLst>
                <a:ext uri="{FF2B5EF4-FFF2-40B4-BE49-F238E27FC236}">
                  <a16:creationId xmlns:a16="http://schemas.microsoft.com/office/drawing/2014/main" id="{45ABA578-2BE5-1D65-25F6-C0B9A8CA466E}"/>
                </a:ext>
              </a:extLst>
            </p:cNvPr>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31;p33">
              <a:extLst>
                <a:ext uri="{FF2B5EF4-FFF2-40B4-BE49-F238E27FC236}">
                  <a16:creationId xmlns:a16="http://schemas.microsoft.com/office/drawing/2014/main" id="{FD95C7FB-95EC-0FFF-10F6-9D4758143B8E}"/>
                </a:ext>
              </a:extLst>
            </p:cNvPr>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32;p33">
              <a:extLst>
                <a:ext uri="{FF2B5EF4-FFF2-40B4-BE49-F238E27FC236}">
                  <a16:creationId xmlns:a16="http://schemas.microsoft.com/office/drawing/2014/main" id="{0FA19382-BF48-E051-2243-5E66108A4EE0}"/>
                </a:ext>
              </a:extLst>
            </p:cNvPr>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33;p33">
              <a:extLst>
                <a:ext uri="{FF2B5EF4-FFF2-40B4-BE49-F238E27FC236}">
                  <a16:creationId xmlns:a16="http://schemas.microsoft.com/office/drawing/2014/main" id="{13ABE1E0-30F5-7E2F-9BB1-F8060B953046}"/>
                </a:ext>
              </a:extLst>
            </p:cNvPr>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34;p33">
              <a:extLst>
                <a:ext uri="{FF2B5EF4-FFF2-40B4-BE49-F238E27FC236}">
                  <a16:creationId xmlns:a16="http://schemas.microsoft.com/office/drawing/2014/main" id="{481DE563-AFDE-38F6-A079-D72F446A93F3}"/>
                </a:ext>
              </a:extLst>
            </p:cNvPr>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FE89E837-A2C6-46D5-B2A3-3980D9A8BF17}"/>
              </a:ext>
            </a:extLst>
          </p:cNvPr>
          <p:cNvSpPr txBox="1"/>
          <p:nvPr/>
        </p:nvSpPr>
        <p:spPr>
          <a:xfrm>
            <a:off x="720000" y="1635512"/>
            <a:ext cx="7769794" cy="2554545"/>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Architectural Design</a:t>
            </a:r>
            <a:r>
              <a:rPr lang="en-US" sz="2000" dirty="0">
                <a:latin typeface="Times New Roman" panose="02020603050405020304" pitchFamily="18" charset="0"/>
                <a:cs typeface="Times New Roman" panose="02020603050405020304" pitchFamily="18" charset="0"/>
              </a:rPr>
              <a:t>: AI generates innovative building models.</a:t>
            </a:r>
          </a:p>
          <a:p>
            <a:pPr marL="285750" indent="-28575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Stable Diffusion &amp; DALL-E</a:t>
            </a:r>
            <a:r>
              <a:rPr lang="en-US" sz="2000" dirty="0">
                <a:latin typeface="Times New Roman" panose="02020603050405020304" pitchFamily="18" charset="0"/>
                <a:cs typeface="Times New Roman" panose="02020603050405020304" pitchFamily="18" charset="0"/>
              </a:rPr>
              <a:t>: AI-generated images help in visualizing city plans.</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Example</a:t>
            </a:r>
            <a:r>
              <a:rPr lang="en-US" sz="2000" dirty="0">
                <a:latin typeface="Times New Roman" panose="02020603050405020304" pitchFamily="18" charset="0"/>
                <a:cs typeface="Times New Roman" panose="02020603050405020304" pitchFamily="18" charset="0"/>
              </a:rPr>
              <a:t>: AI-generated 3D models of smart city blocks with enhanced functionality and aesthetics.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2500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9">
          <a:extLst>
            <a:ext uri="{FF2B5EF4-FFF2-40B4-BE49-F238E27FC236}">
              <a16:creationId xmlns:a16="http://schemas.microsoft.com/office/drawing/2014/main" id="{88E481F4-8EC5-96E2-E9C7-27B6A5D10117}"/>
            </a:ext>
          </a:extLst>
        </p:cNvPr>
        <p:cNvGrpSpPr/>
        <p:nvPr/>
      </p:nvGrpSpPr>
      <p:grpSpPr>
        <a:xfrm>
          <a:off x="0" y="0"/>
          <a:ext cx="0" cy="0"/>
          <a:chOff x="0" y="0"/>
          <a:chExt cx="0" cy="0"/>
        </a:xfrm>
      </p:grpSpPr>
      <p:sp>
        <p:nvSpPr>
          <p:cNvPr id="830" name="Google Shape;830;p31">
            <a:extLst>
              <a:ext uri="{FF2B5EF4-FFF2-40B4-BE49-F238E27FC236}">
                <a16:creationId xmlns:a16="http://schemas.microsoft.com/office/drawing/2014/main" id="{7287E77A-035F-6846-949B-E2F6445462DE}"/>
              </a:ext>
            </a:extLst>
          </p:cNvPr>
          <p:cNvSpPr txBox="1">
            <a:spLocks noGrp="1"/>
          </p:cNvSpPr>
          <p:nvPr>
            <p:ph type="title"/>
          </p:nvPr>
        </p:nvSpPr>
        <p:spPr>
          <a:xfrm>
            <a:off x="743199" y="2382182"/>
            <a:ext cx="4383600" cy="1581600"/>
          </a:xfrm>
          <a:prstGeom prst="rect">
            <a:avLst/>
          </a:prstGeom>
        </p:spPr>
        <p:txBody>
          <a:bodyPr spcFirstLastPara="1" wrap="square" lIns="91425" tIns="91425" rIns="91425" bIns="91425" anchor="t" anchorCtr="0">
            <a:noAutofit/>
          </a:bodyPr>
          <a:lstStyle/>
          <a:p>
            <a:r>
              <a:rPr lang="en-US" sz="2800" dirty="0"/>
              <a:t>How Generative AI Enhances Efficiency, Resource Management &amp; Sustainability</a:t>
            </a:r>
            <a:endParaRPr lang="en-US" sz="2800" b="1" dirty="0"/>
          </a:p>
        </p:txBody>
      </p:sp>
      <p:sp>
        <p:nvSpPr>
          <p:cNvPr id="831" name="Google Shape;831;p31">
            <a:extLst>
              <a:ext uri="{FF2B5EF4-FFF2-40B4-BE49-F238E27FC236}">
                <a16:creationId xmlns:a16="http://schemas.microsoft.com/office/drawing/2014/main" id="{6FE14648-A2AE-14E6-634C-A12F86258B74}"/>
              </a:ext>
            </a:extLst>
          </p:cNvPr>
          <p:cNvSpPr txBox="1">
            <a:spLocks noGrp="1"/>
          </p:cNvSpPr>
          <p:nvPr>
            <p:ph type="title" idx="2"/>
          </p:nvPr>
        </p:nvSpPr>
        <p:spPr>
          <a:xfrm>
            <a:off x="818325" y="657900"/>
            <a:ext cx="2396400" cy="15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grpSp>
        <p:nvGrpSpPr>
          <p:cNvPr id="832" name="Google Shape;832;p31">
            <a:extLst>
              <a:ext uri="{FF2B5EF4-FFF2-40B4-BE49-F238E27FC236}">
                <a16:creationId xmlns:a16="http://schemas.microsoft.com/office/drawing/2014/main" id="{C9A9E9EF-20B1-039A-B2CC-95B57FC509CD}"/>
              </a:ext>
            </a:extLst>
          </p:cNvPr>
          <p:cNvGrpSpPr/>
          <p:nvPr/>
        </p:nvGrpSpPr>
        <p:grpSpPr>
          <a:xfrm>
            <a:off x="4405009" y="3325337"/>
            <a:ext cx="877590" cy="1278503"/>
            <a:chOff x="4393218" y="3866890"/>
            <a:chExt cx="567799" cy="827189"/>
          </a:xfrm>
        </p:grpSpPr>
        <p:sp>
          <p:nvSpPr>
            <p:cNvPr id="833" name="Google Shape;833;p31">
              <a:extLst>
                <a:ext uri="{FF2B5EF4-FFF2-40B4-BE49-F238E27FC236}">
                  <a16:creationId xmlns:a16="http://schemas.microsoft.com/office/drawing/2014/main" id="{B029BC99-1062-76A5-4503-98999137C9EC}"/>
                </a:ext>
              </a:extLst>
            </p:cNvPr>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a:extLst>
                <a:ext uri="{FF2B5EF4-FFF2-40B4-BE49-F238E27FC236}">
                  <a16:creationId xmlns:a16="http://schemas.microsoft.com/office/drawing/2014/main" id="{A47BF9D4-ED81-5194-92D5-2A9ACE38F51A}"/>
                </a:ext>
              </a:extLst>
            </p:cNvPr>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a:extLst>
                <a:ext uri="{FF2B5EF4-FFF2-40B4-BE49-F238E27FC236}">
                  <a16:creationId xmlns:a16="http://schemas.microsoft.com/office/drawing/2014/main" id="{8687D0CA-58BF-BD73-6A6A-1F7A3F2C7A88}"/>
                </a:ext>
              </a:extLst>
            </p:cNvPr>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a:extLst>
                <a:ext uri="{FF2B5EF4-FFF2-40B4-BE49-F238E27FC236}">
                  <a16:creationId xmlns:a16="http://schemas.microsoft.com/office/drawing/2014/main" id="{03FAD99B-CCCF-ABF0-7E5F-F993077E0047}"/>
                </a:ext>
              </a:extLst>
            </p:cNvPr>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a:extLst>
                <a:ext uri="{FF2B5EF4-FFF2-40B4-BE49-F238E27FC236}">
                  <a16:creationId xmlns:a16="http://schemas.microsoft.com/office/drawing/2014/main" id="{C2E00298-4CC9-D8D1-950C-BD9ADD099F88}"/>
                </a:ext>
              </a:extLst>
            </p:cNvPr>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1">
            <a:extLst>
              <a:ext uri="{FF2B5EF4-FFF2-40B4-BE49-F238E27FC236}">
                <a16:creationId xmlns:a16="http://schemas.microsoft.com/office/drawing/2014/main" id="{61C5E6CF-1F46-FBF6-9B24-9B1E09EBAFA5}"/>
              </a:ext>
            </a:extLst>
          </p:cNvPr>
          <p:cNvGrpSpPr/>
          <p:nvPr/>
        </p:nvGrpSpPr>
        <p:grpSpPr>
          <a:xfrm>
            <a:off x="6334732" y="2388996"/>
            <a:ext cx="2802160" cy="2208198"/>
            <a:chOff x="6334732" y="2125378"/>
            <a:chExt cx="2802160" cy="2208198"/>
          </a:xfrm>
        </p:grpSpPr>
        <p:sp>
          <p:nvSpPr>
            <p:cNvPr id="839" name="Google Shape;839;p31">
              <a:extLst>
                <a:ext uri="{FF2B5EF4-FFF2-40B4-BE49-F238E27FC236}">
                  <a16:creationId xmlns:a16="http://schemas.microsoft.com/office/drawing/2014/main" id="{A1F84295-28E7-09EF-FD98-B245D04B1EFF}"/>
                </a:ext>
              </a:extLst>
            </p:cNvPr>
            <p:cNvSpPr/>
            <p:nvPr/>
          </p:nvSpPr>
          <p:spPr>
            <a:xfrm>
              <a:off x="7573898" y="2700435"/>
              <a:ext cx="230367" cy="195281"/>
            </a:xfrm>
            <a:custGeom>
              <a:avLst/>
              <a:gdLst/>
              <a:ahLst/>
              <a:cxnLst/>
              <a:rect l="l" t="t" r="r" b="b"/>
              <a:pathLst>
                <a:path w="4445" h="3768" extrusionOk="0">
                  <a:moveTo>
                    <a:pt x="3843" y="1"/>
                  </a:moveTo>
                  <a:cubicBezTo>
                    <a:pt x="3745" y="1"/>
                    <a:pt x="3633" y="26"/>
                    <a:pt x="3510" y="83"/>
                  </a:cubicBezTo>
                  <a:cubicBezTo>
                    <a:pt x="3309" y="158"/>
                    <a:pt x="3134" y="334"/>
                    <a:pt x="2983" y="484"/>
                  </a:cubicBezTo>
                  <a:cubicBezTo>
                    <a:pt x="2733" y="735"/>
                    <a:pt x="2532" y="885"/>
                    <a:pt x="2181" y="985"/>
                  </a:cubicBezTo>
                  <a:cubicBezTo>
                    <a:pt x="1981" y="1011"/>
                    <a:pt x="1780" y="1061"/>
                    <a:pt x="1605" y="1111"/>
                  </a:cubicBezTo>
                  <a:cubicBezTo>
                    <a:pt x="1530" y="1136"/>
                    <a:pt x="1454" y="1186"/>
                    <a:pt x="1379" y="1211"/>
                  </a:cubicBezTo>
                  <a:cubicBezTo>
                    <a:pt x="1104" y="1386"/>
                    <a:pt x="953" y="1687"/>
                    <a:pt x="778" y="1963"/>
                  </a:cubicBezTo>
                  <a:cubicBezTo>
                    <a:pt x="577" y="2239"/>
                    <a:pt x="352" y="2464"/>
                    <a:pt x="26" y="2539"/>
                  </a:cubicBezTo>
                  <a:cubicBezTo>
                    <a:pt x="1" y="2915"/>
                    <a:pt x="476" y="3491"/>
                    <a:pt x="702" y="3767"/>
                  </a:cubicBezTo>
                  <a:lnTo>
                    <a:pt x="702" y="3767"/>
                  </a:lnTo>
                  <a:cubicBezTo>
                    <a:pt x="663" y="3708"/>
                    <a:pt x="1806" y="2739"/>
                    <a:pt x="1906" y="2640"/>
                  </a:cubicBezTo>
                  <a:cubicBezTo>
                    <a:pt x="2357" y="2314"/>
                    <a:pt x="2833" y="2289"/>
                    <a:pt x="3334" y="2038"/>
                  </a:cubicBezTo>
                  <a:cubicBezTo>
                    <a:pt x="3760" y="1813"/>
                    <a:pt x="4061" y="1361"/>
                    <a:pt x="4262" y="935"/>
                  </a:cubicBezTo>
                  <a:cubicBezTo>
                    <a:pt x="4444" y="468"/>
                    <a:pt x="4265" y="1"/>
                    <a:pt x="3843" y="1"/>
                  </a:cubicBezTo>
                  <a:close/>
                  <a:moveTo>
                    <a:pt x="702" y="3767"/>
                  </a:moveTo>
                  <a:cubicBezTo>
                    <a:pt x="702" y="3767"/>
                    <a:pt x="702" y="3767"/>
                    <a:pt x="703" y="3767"/>
                  </a:cubicBezTo>
                  <a:cubicBezTo>
                    <a:pt x="702" y="3767"/>
                    <a:pt x="702" y="3767"/>
                    <a:pt x="702" y="3767"/>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a:extLst>
                <a:ext uri="{FF2B5EF4-FFF2-40B4-BE49-F238E27FC236}">
                  <a16:creationId xmlns:a16="http://schemas.microsoft.com/office/drawing/2014/main" id="{C03ED664-FD46-5471-A331-733415C5469C}"/>
                </a:ext>
              </a:extLst>
            </p:cNvPr>
            <p:cNvSpPr/>
            <p:nvPr/>
          </p:nvSpPr>
          <p:spPr>
            <a:xfrm>
              <a:off x="7125815" y="3523009"/>
              <a:ext cx="26017" cy="569000"/>
            </a:xfrm>
            <a:custGeom>
              <a:avLst/>
              <a:gdLst/>
              <a:ahLst/>
              <a:cxnLst/>
              <a:rect l="l" t="t" r="r" b="b"/>
              <a:pathLst>
                <a:path w="502" h="10979" extrusionOk="0">
                  <a:moveTo>
                    <a:pt x="0" y="1"/>
                  </a:moveTo>
                  <a:lnTo>
                    <a:pt x="0" y="10978"/>
                  </a:lnTo>
                  <a:lnTo>
                    <a:pt x="501" y="10978"/>
                  </a:lnTo>
                  <a:lnTo>
                    <a:pt x="50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a:extLst>
                <a:ext uri="{FF2B5EF4-FFF2-40B4-BE49-F238E27FC236}">
                  <a16:creationId xmlns:a16="http://schemas.microsoft.com/office/drawing/2014/main" id="{AE98E1AA-CE35-6AC8-F1CF-8030050BAFED}"/>
                </a:ext>
              </a:extLst>
            </p:cNvPr>
            <p:cNvSpPr/>
            <p:nvPr/>
          </p:nvSpPr>
          <p:spPr>
            <a:xfrm>
              <a:off x="6912761" y="4091949"/>
              <a:ext cx="446897" cy="119563"/>
            </a:xfrm>
            <a:custGeom>
              <a:avLst/>
              <a:gdLst/>
              <a:ahLst/>
              <a:cxnLst/>
              <a:rect l="l" t="t" r="r" b="b"/>
              <a:pathLst>
                <a:path w="8623" h="2307" fill="none" extrusionOk="0">
                  <a:moveTo>
                    <a:pt x="1" y="2306"/>
                  </a:moveTo>
                  <a:cubicBezTo>
                    <a:pt x="1" y="702"/>
                    <a:pt x="2883" y="0"/>
                    <a:pt x="4312" y="0"/>
                  </a:cubicBezTo>
                  <a:cubicBezTo>
                    <a:pt x="6016" y="0"/>
                    <a:pt x="8622" y="627"/>
                    <a:pt x="8622"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a:extLst>
                <a:ext uri="{FF2B5EF4-FFF2-40B4-BE49-F238E27FC236}">
                  <a16:creationId xmlns:a16="http://schemas.microsoft.com/office/drawing/2014/main" id="{A8443022-E8F2-6F24-F6F8-A3CBAED6A89A}"/>
                </a:ext>
              </a:extLst>
            </p:cNvPr>
            <p:cNvSpPr/>
            <p:nvPr/>
          </p:nvSpPr>
          <p:spPr>
            <a:xfrm>
              <a:off x="7138772" y="4094540"/>
              <a:ext cx="52" cy="140345"/>
            </a:xfrm>
            <a:custGeom>
              <a:avLst/>
              <a:gdLst/>
              <a:ahLst/>
              <a:cxnLst/>
              <a:rect l="l" t="t" r="r" b="b"/>
              <a:pathLst>
                <a:path w="1" h="2708" fill="none" extrusionOk="0">
                  <a:moveTo>
                    <a:pt x="1" y="2707"/>
                  </a:moveTo>
                  <a:lnTo>
                    <a:pt x="1"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a:extLst>
                <a:ext uri="{FF2B5EF4-FFF2-40B4-BE49-F238E27FC236}">
                  <a16:creationId xmlns:a16="http://schemas.microsoft.com/office/drawing/2014/main" id="{DE501095-E2B2-2A41-EAB5-7CBC61F83128}"/>
                </a:ext>
              </a:extLst>
            </p:cNvPr>
            <p:cNvSpPr/>
            <p:nvPr/>
          </p:nvSpPr>
          <p:spPr>
            <a:xfrm>
              <a:off x="7323219" y="4195859"/>
              <a:ext cx="72816" cy="72764"/>
            </a:xfrm>
            <a:custGeom>
              <a:avLst/>
              <a:gdLst/>
              <a:ahLst/>
              <a:cxnLst/>
              <a:rect l="l" t="t" r="r" b="b"/>
              <a:pathLst>
                <a:path w="1405" h="1404" extrusionOk="0">
                  <a:moveTo>
                    <a:pt x="702" y="0"/>
                  </a:moveTo>
                  <a:cubicBezTo>
                    <a:pt x="301" y="0"/>
                    <a:pt x="1" y="301"/>
                    <a:pt x="1" y="702"/>
                  </a:cubicBezTo>
                  <a:cubicBezTo>
                    <a:pt x="1" y="1078"/>
                    <a:pt x="301" y="1404"/>
                    <a:pt x="702" y="1404"/>
                  </a:cubicBezTo>
                  <a:cubicBezTo>
                    <a:pt x="1078" y="1404"/>
                    <a:pt x="1404" y="1078"/>
                    <a:pt x="1404" y="702"/>
                  </a:cubicBezTo>
                  <a:cubicBezTo>
                    <a:pt x="1404" y="301"/>
                    <a:pt x="1078"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a:extLst>
                <a:ext uri="{FF2B5EF4-FFF2-40B4-BE49-F238E27FC236}">
                  <a16:creationId xmlns:a16="http://schemas.microsoft.com/office/drawing/2014/main" id="{6ECF4EA5-9395-D38B-C2F3-EF3423882FF8}"/>
                </a:ext>
              </a:extLst>
            </p:cNvPr>
            <p:cNvSpPr/>
            <p:nvPr/>
          </p:nvSpPr>
          <p:spPr>
            <a:xfrm>
              <a:off x="7101095" y="4195859"/>
              <a:ext cx="72816" cy="72764"/>
            </a:xfrm>
            <a:custGeom>
              <a:avLst/>
              <a:gdLst/>
              <a:ahLst/>
              <a:cxnLst/>
              <a:rect l="l" t="t" r="r" b="b"/>
              <a:pathLst>
                <a:path w="1405" h="1404" extrusionOk="0">
                  <a:moveTo>
                    <a:pt x="703" y="0"/>
                  </a:moveTo>
                  <a:cubicBezTo>
                    <a:pt x="327" y="0"/>
                    <a:pt x="1" y="301"/>
                    <a:pt x="1" y="702"/>
                  </a:cubicBezTo>
                  <a:cubicBezTo>
                    <a:pt x="1" y="1078"/>
                    <a:pt x="327" y="1404"/>
                    <a:pt x="703" y="1404"/>
                  </a:cubicBezTo>
                  <a:cubicBezTo>
                    <a:pt x="1104" y="1404"/>
                    <a:pt x="1405" y="1078"/>
                    <a:pt x="1405" y="702"/>
                  </a:cubicBezTo>
                  <a:cubicBezTo>
                    <a:pt x="1405" y="301"/>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a:extLst>
                <a:ext uri="{FF2B5EF4-FFF2-40B4-BE49-F238E27FC236}">
                  <a16:creationId xmlns:a16="http://schemas.microsoft.com/office/drawing/2014/main" id="{330C722C-D8E8-0D0B-1A20-6D10872CA004}"/>
                </a:ext>
              </a:extLst>
            </p:cNvPr>
            <p:cNvSpPr/>
            <p:nvPr/>
          </p:nvSpPr>
          <p:spPr>
            <a:xfrm>
              <a:off x="6880318" y="4195859"/>
              <a:ext cx="72764" cy="72764"/>
            </a:xfrm>
            <a:custGeom>
              <a:avLst/>
              <a:gdLst/>
              <a:ahLst/>
              <a:cxnLst/>
              <a:rect l="l" t="t" r="r" b="b"/>
              <a:pathLst>
                <a:path w="1404" h="1404" extrusionOk="0">
                  <a:moveTo>
                    <a:pt x="702" y="0"/>
                  </a:moveTo>
                  <a:cubicBezTo>
                    <a:pt x="326" y="0"/>
                    <a:pt x="0" y="301"/>
                    <a:pt x="0" y="702"/>
                  </a:cubicBezTo>
                  <a:cubicBezTo>
                    <a:pt x="0" y="1078"/>
                    <a:pt x="326" y="1404"/>
                    <a:pt x="702" y="1404"/>
                  </a:cubicBezTo>
                  <a:cubicBezTo>
                    <a:pt x="1103" y="1404"/>
                    <a:pt x="1404" y="1078"/>
                    <a:pt x="1404" y="702"/>
                  </a:cubicBezTo>
                  <a:cubicBezTo>
                    <a:pt x="1404" y="301"/>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a:extLst>
                <a:ext uri="{FF2B5EF4-FFF2-40B4-BE49-F238E27FC236}">
                  <a16:creationId xmlns:a16="http://schemas.microsoft.com/office/drawing/2014/main" id="{C722FF60-2601-496A-6115-6A604A2A30A3}"/>
                </a:ext>
              </a:extLst>
            </p:cNvPr>
            <p:cNvSpPr/>
            <p:nvPr/>
          </p:nvSpPr>
          <p:spPr>
            <a:xfrm>
              <a:off x="6706236" y="2782630"/>
              <a:ext cx="681981" cy="787240"/>
            </a:xfrm>
            <a:custGeom>
              <a:avLst/>
              <a:gdLst/>
              <a:ahLst/>
              <a:cxnLst/>
              <a:rect l="l" t="t" r="r" b="b"/>
              <a:pathLst>
                <a:path w="13159" h="15190" extrusionOk="0">
                  <a:moveTo>
                    <a:pt x="2532" y="1"/>
                  </a:moveTo>
                  <a:cubicBezTo>
                    <a:pt x="1154" y="1"/>
                    <a:pt x="1" y="1129"/>
                    <a:pt x="1" y="2532"/>
                  </a:cubicBezTo>
                  <a:lnTo>
                    <a:pt x="1" y="11555"/>
                  </a:lnTo>
                  <a:cubicBezTo>
                    <a:pt x="1" y="13560"/>
                    <a:pt x="1655" y="15189"/>
                    <a:pt x="3635" y="15189"/>
                  </a:cubicBezTo>
                  <a:lnTo>
                    <a:pt x="12733" y="15189"/>
                  </a:lnTo>
                  <a:cubicBezTo>
                    <a:pt x="12958" y="15189"/>
                    <a:pt x="13159" y="14989"/>
                    <a:pt x="13159" y="14763"/>
                  </a:cubicBezTo>
                  <a:cubicBezTo>
                    <a:pt x="13159" y="14537"/>
                    <a:pt x="12958" y="14337"/>
                    <a:pt x="12733" y="14337"/>
                  </a:cubicBezTo>
                  <a:lnTo>
                    <a:pt x="11580" y="14337"/>
                  </a:lnTo>
                  <a:cubicBezTo>
                    <a:pt x="9525" y="14337"/>
                    <a:pt x="7871" y="12658"/>
                    <a:pt x="7871" y="10603"/>
                  </a:cubicBezTo>
                  <a:lnTo>
                    <a:pt x="7871" y="2532"/>
                  </a:lnTo>
                  <a:cubicBezTo>
                    <a:pt x="7871" y="1129"/>
                    <a:pt x="6718" y="1"/>
                    <a:pt x="53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1">
              <a:extLst>
                <a:ext uri="{FF2B5EF4-FFF2-40B4-BE49-F238E27FC236}">
                  <a16:creationId xmlns:a16="http://schemas.microsoft.com/office/drawing/2014/main" id="{BF76730A-7B75-6B05-81A3-B81F65FAEE1C}"/>
                </a:ext>
              </a:extLst>
            </p:cNvPr>
            <p:cNvSpPr/>
            <p:nvPr/>
          </p:nvSpPr>
          <p:spPr>
            <a:xfrm>
              <a:off x="7926553" y="4034786"/>
              <a:ext cx="331273" cy="232907"/>
            </a:xfrm>
            <a:custGeom>
              <a:avLst/>
              <a:gdLst/>
              <a:ahLst/>
              <a:cxnLst/>
              <a:rect l="l" t="t" r="r" b="b"/>
              <a:pathLst>
                <a:path w="6392" h="4494" extrusionOk="0">
                  <a:moveTo>
                    <a:pt x="652" y="1"/>
                  </a:moveTo>
                  <a:cubicBezTo>
                    <a:pt x="402" y="1"/>
                    <a:pt x="126" y="201"/>
                    <a:pt x="51" y="452"/>
                  </a:cubicBezTo>
                  <a:cubicBezTo>
                    <a:pt x="1" y="627"/>
                    <a:pt x="51" y="803"/>
                    <a:pt x="76" y="978"/>
                  </a:cubicBezTo>
                  <a:cubicBezTo>
                    <a:pt x="226" y="1605"/>
                    <a:pt x="402" y="2231"/>
                    <a:pt x="627" y="2808"/>
                  </a:cubicBezTo>
                  <a:cubicBezTo>
                    <a:pt x="778" y="3183"/>
                    <a:pt x="928" y="3534"/>
                    <a:pt x="1053" y="3910"/>
                  </a:cubicBezTo>
                  <a:cubicBezTo>
                    <a:pt x="1154" y="4186"/>
                    <a:pt x="1304" y="4437"/>
                    <a:pt x="1655" y="4487"/>
                  </a:cubicBezTo>
                  <a:cubicBezTo>
                    <a:pt x="1682" y="4491"/>
                    <a:pt x="1711" y="4493"/>
                    <a:pt x="1740" y="4493"/>
                  </a:cubicBezTo>
                  <a:cubicBezTo>
                    <a:pt x="1869" y="4493"/>
                    <a:pt x="2008" y="4452"/>
                    <a:pt x="2131" y="4412"/>
                  </a:cubicBezTo>
                  <a:cubicBezTo>
                    <a:pt x="2983" y="4161"/>
                    <a:pt x="3835" y="3910"/>
                    <a:pt x="4662" y="3660"/>
                  </a:cubicBezTo>
                  <a:cubicBezTo>
                    <a:pt x="5038" y="3534"/>
                    <a:pt x="6392" y="3033"/>
                    <a:pt x="5840" y="2482"/>
                  </a:cubicBezTo>
                  <a:cubicBezTo>
                    <a:pt x="5690" y="2356"/>
                    <a:pt x="5515" y="2331"/>
                    <a:pt x="5339" y="2306"/>
                  </a:cubicBezTo>
                  <a:cubicBezTo>
                    <a:pt x="5306" y="2305"/>
                    <a:pt x="5273" y="2304"/>
                    <a:pt x="5241" y="2304"/>
                  </a:cubicBezTo>
                  <a:cubicBezTo>
                    <a:pt x="4775" y="2304"/>
                    <a:pt x="4330" y="2462"/>
                    <a:pt x="3885" y="2532"/>
                  </a:cubicBezTo>
                  <a:cubicBezTo>
                    <a:pt x="3850" y="2536"/>
                    <a:pt x="3815" y="2537"/>
                    <a:pt x="3779" y="2537"/>
                  </a:cubicBezTo>
                  <a:cubicBezTo>
                    <a:pt x="3330" y="2537"/>
                    <a:pt x="2839" y="2254"/>
                    <a:pt x="2607" y="1905"/>
                  </a:cubicBezTo>
                  <a:cubicBezTo>
                    <a:pt x="2532" y="1805"/>
                    <a:pt x="2457" y="1680"/>
                    <a:pt x="2407" y="1554"/>
                  </a:cubicBezTo>
                  <a:cubicBezTo>
                    <a:pt x="2031" y="878"/>
                    <a:pt x="1780" y="326"/>
                    <a:pt x="1003" y="76"/>
                  </a:cubicBezTo>
                  <a:cubicBezTo>
                    <a:pt x="878" y="26"/>
                    <a:pt x="778" y="1"/>
                    <a:pt x="65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1">
              <a:extLst>
                <a:ext uri="{FF2B5EF4-FFF2-40B4-BE49-F238E27FC236}">
                  <a16:creationId xmlns:a16="http://schemas.microsoft.com/office/drawing/2014/main" id="{C1B42DB6-2A7F-6CB7-8F8B-AF4F66C077C4}"/>
                </a:ext>
              </a:extLst>
            </p:cNvPr>
            <p:cNvSpPr/>
            <p:nvPr/>
          </p:nvSpPr>
          <p:spPr>
            <a:xfrm>
              <a:off x="7053104" y="3239731"/>
              <a:ext cx="724789" cy="330962"/>
            </a:xfrm>
            <a:custGeom>
              <a:avLst/>
              <a:gdLst/>
              <a:ahLst/>
              <a:cxnLst/>
              <a:rect l="l" t="t" r="r" b="b"/>
              <a:pathLst>
                <a:path w="13985" h="6386" extrusionOk="0">
                  <a:moveTo>
                    <a:pt x="3901" y="0"/>
                  </a:moveTo>
                  <a:cubicBezTo>
                    <a:pt x="2054" y="0"/>
                    <a:pt x="1" y="1505"/>
                    <a:pt x="50" y="3512"/>
                  </a:cubicBezTo>
                  <a:cubicBezTo>
                    <a:pt x="100" y="4765"/>
                    <a:pt x="952" y="6093"/>
                    <a:pt x="2331" y="6118"/>
                  </a:cubicBezTo>
                  <a:lnTo>
                    <a:pt x="2431" y="6118"/>
                  </a:lnTo>
                  <a:cubicBezTo>
                    <a:pt x="4461" y="6143"/>
                    <a:pt x="6491" y="6143"/>
                    <a:pt x="8546" y="6169"/>
                  </a:cubicBezTo>
                  <a:cubicBezTo>
                    <a:pt x="9403" y="6169"/>
                    <a:pt x="10423" y="6385"/>
                    <a:pt x="11377" y="6385"/>
                  </a:cubicBezTo>
                  <a:cubicBezTo>
                    <a:pt x="12014" y="6385"/>
                    <a:pt x="12621" y="6289"/>
                    <a:pt x="13133" y="5968"/>
                  </a:cubicBezTo>
                  <a:cubicBezTo>
                    <a:pt x="13333" y="5868"/>
                    <a:pt x="13483" y="5717"/>
                    <a:pt x="13609" y="5567"/>
                  </a:cubicBezTo>
                  <a:cubicBezTo>
                    <a:pt x="13759" y="5341"/>
                    <a:pt x="13809" y="5116"/>
                    <a:pt x="13859" y="4865"/>
                  </a:cubicBezTo>
                  <a:cubicBezTo>
                    <a:pt x="13935" y="4539"/>
                    <a:pt x="13960" y="4239"/>
                    <a:pt x="13985" y="3913"/>
                  </a:cubicBezTo>
                  <a:cubicBezTo>
                    <a:pt x="13985" y="3336"/>
                    <a:pt x="13935" y="2785"/>
                    <a:pt x="13734" y="2259"/>
                  </a:cubicBezTo>
                  <a:cubicBezTo>
                    <a:pt x="13408" y="1432"/>
                    <a:pt x="12782" y="705"/>
                    <a:pt x="11955" y="429"/>
                  </a:cubicBezTo>
                  <a:cubicBezTo>
                    <a:pt x="11478" y="279"/>
                    <a:pt x="10977" y="254"/>
                    <a:pt x="10476" y="229"/>
                  </a:cubicBezTo>
                  <a:cubicBezTo>
                    <a:pt x="8321" y="153"/>
                    <a:pt x="6190" y="78"/>
                    <a:pt x="4035" y="3"/>
                  </a:cubicBezTo>
                  <a:cubicBezTo>
                    <a:pt x="3990" y="1"/>
                    <a:pt x="3946" y="0"/>
                    <a:pt x="390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1">
              <a:extLst>
                <a:ext uri="{FF2B5EF4-FFF2-40B4-BE49-F238E27FC236}">
                  <a16:creationId xmlns:a16="http://schemas.microsoft.com/office/drawing/2014/main" id="{25AB2272-AF5E-7E99-B229-356A4C43604A}"/>
                </a:ext>
              </a:extLst>
            </p:cNvPr>
            <p:cNvSpPr/>
            <p:nvPr/>
          </p:nvSpPr>
          <p:spPr>
            <a:xfrm>
              <a:off x="6810146" y="3116490"/>
              <a:ext cx="635233" cy="441663"/>
            </a:xfrm>
            <a:custGeom>
              <a:avLst/>
              <a:gdLst/>
              <a:ahLst/>
              <a:cxnLst/>
              <a:rect l="l" t="t" r="r" b="b"/>
              <a:pathLst>
                <a:path w="12257" h="8522" extrusionOk="0">
                  <a:moveTo>
                    <a:pt x="1" y="0"/>
                  </a:moveTo>
                  <a:lnTo>
                    <a:pt x="1" y="5689"/>
                  </a:lnTo>
                  <a:cubicBezTo>
                    <a:pt x="51" y="7569"/>
                    <a:pt x="1530" y="8521"/>
                    <a:pt x="3435" y="8521"/>
                  </a:cubicBezTo>
                  <a:lnTo>
                    <a:pt x="6718" y="8496"/>
                  </a:lnTo>
                  <a:cubicBezTo>
                    <a:pt x="8623" y="8496"/>
                    <a:pt x="12257" y="6667"/>
                    <a:pt x="10277" y="5589"/>
                  </a:cubicBezTo>
                  <a:cubicBezTo>
                    <a:pt x="8146" y="4436"/>
                    <a:pt x="7294" y="0"/>
                    <a:pt x="72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1">
              <a:extLst>
                <a:ext uri="{FF2B5EF4-FFF2-40B4-BE49-F238E27FC236}">
                  <a16:creationId xmlns:a16="http://schemas.microsoft.com/office/drawing/2014/main" id="{DBB54DE3-3771-0CAB-CECD-A960733C936C}"/>
                </a:ext>
              </a:extLst>
            </p:cNvPr>
            <p:cNvSpPr/>
            <p:nvPr/>
          </p:nvSpPr>
          <p:spPr>
            <a:xfrm>
              <a:off x="6797190" y="3263674"/>
              <a:ext cx="1018384" cy="442025"/>
            </a:xfrm>
            <a:custGeom>
              <a:avLst/>
              <a:gdLst/>
              <a:ahLst/>
              <a:cxnLst/>
              <a:rect l="l" t="t" r="r" b="b"/>
              <a:pathLst>
                <a:path w="19650" h="8529" extrusionOk="0">
                  <a:moveTo>
                    <a:pt x="5137" y="1"/>
                  </a:moveTo>
                  <a:cubicBezTo>
                    <a:pt x="4693" y="1"/>
                    <a:pt x="4249" y="31"/>
                    <a:pt x="3810" y="92"/>
                  </a:cubicBezTo>
                  <a:cubicBezTo>
                    <a:pt x="2306" y="293"/>
                    <a:pt x="727" y="544"/>
                    <a:pt x="351" y="2248"/>
                  </a:cubicBezTo>
                  <a:cubicBezTo>
                    <a:pt x="0" y="3777"/>
                    <a:pt x="978" y="5280"/>
                    <a:pt x="2507" y="5631"/>
                  </a:cubicBezTo>
                  <a:lnTo>
                    <a:pt x="2607" y="5631"/>
                  </a:lnTo>
                  <a:lnTo>
                    <a:pt x="16792" y="8438"/>
                  </a:lnTo>
                  <a:cubicBezTo>
                    <a:pt x="16843" y="8438"/>
                    <a:pt x="16868" y="8463"/>
                    <a:pt x="16893" y="8463"/>
                  </a:cubicBezTo>
                  <a:cubicBezTo>
                    <a:pt x="16968" y="8489"/>
                    <a:pt x="17043" y="8489"/>
                    <a:pt x="17118" y="8514"/>
                  </a:cubicBezTo>
                  <a:cubicBezTo>
                    <a:pt x="17211" y="8524"/>
                    <a:pt x="17301" y="8529"/>
                    <a:pt x="17390" y="8529"/>
                  </a:cubicBezTo>
                  <a:cubicBezTo>
                    <a:pt x="18386" y="8529"/>
                    <a:pt x="19144" y="7895"/>
                    <a:pt x="19374" y="6859"/>
                  </a:cubicBezTo>
                  <a:cubicBezTo>
                    <a:pt x="19650" y="5631"/>
                    <a:pt x="18948" y="4504"/>
                    <a:pt x="17645" y="3626"/>
                  </a:cubicBezTo>
                  <a:cubicBezTo>
                    <a:pt x="16116" y="2624"/>
                    <a:pt x="9950" y="1120"/>
                    <a:pt x="9098" y="769"/>
                  </a:cubicBezTo>
                  <a:cubicBezTo>
                    <a:pt x="7852" y="278"/>
                    <a:pt x="6493" y="1"/>
                    <a:pt x="5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1">
              <a:extLst>
                <a:ext uri="{FF2B5EF4-FFF2-40B4-BE49-F238E27FC236}">
                  <a16:creationId xmlns:a16="http://schemas.microsoft.com/office/drawing/2014/main" id="{DEEE3503-23AD-D197-49AE-3973F539C899}"/>
                </a:ext>
              </a:extLst>
            </p:cNvPr>
            <p:cNvSpPr/>
            <p:nvPr/>
          </p:nvSpPr>
          <p:spPr>
            <a:xfrm>
              <a:off x="7482996" y="4072463"/>
              <a:ext cx="267630" cy="233529"/>
            </a:xfrm>
            <a:custGeom>
              <a:avLst/>
              <a:gdLst/>
              <a:ahLst/>
              <a:cxnLst/>
              <a:rect l="l" t="t" r="r" b="b"/>
              <a:pathLst>
                <a:path w="5164" h="4506" extrusionOk="0">
                  <a:moveTo>
                    <a:pt x="1513" y="0"/>
                  </a:moveTo>
                  <a:cubicBezTo>
                    <a:pt x="1061" y="0"/>
                    <a:pt x="638" y="327"/>
                    <a:pt x="552" y="802"/>
                  </a:cubicBezTo>
                  <a:lnTo>
                    <a:pt x="502" y="1128"/>
                  </a:lnTo>
                  <a:lnTo>
                    <a:pt x="51" y="3334"/>
                  </a:lnTo>
                  <a:cubicBezTo>
                    <a:pt x="0" y="3534"/>
                    <a:pt x="151" y="3735"/>
                    <a:pt x="351" y="3760"/>
                  </a:cubicBezTo>
                  <a:cubicBezTo>
                    <a:pt x="1128" y="3910"/>
                    <a:pt x="1905" y="4035"/>
                    <a:pt x="2657" y="4186"/>
                  </a:cubicBezTo>
                  <a:cubicBezTo>
                    <a:pt x="3081" y="4254"/>
                    <a:pt x="3770" y="4505"/>
                    <a:pt x="4333" y="4505"/>
                  </a:cubicBezTo>
                  <a:cubicBezTo>
                    <a:pt x="4602" y="4505"/>
                    <a:pt x="4843" y="4448"/>
                    <a:pt x="5013" y="4286"/>
                  </a:cubicBezTo>
                  <a:cubicBezTo>
                    <a:pt x="5113" y="4186"/>
                    <a:pt x="5163" y="4035"/>
                    <a:pt x="5113" y="3910"/>
                  </a:cubicBezTo>
                  <a:cubicBezTo>
                    <a:pt x="5088" y="3835"/>
                    <a:pt x="5038" y="3785"/>
                    <a:pt x="4988" y="3760"/>
                  </a:cubicBezTo>
                  <a:cubicBezTo>
                    <a:pt x="4386" y="3284"/>
                    <a:pt x="3509" y="3208"/>
                    <a:pt x="2958" y="2657"/>
                  </a:cubicBezTo>
                  <a:cubicBezTo>
                    <a:pt x="2582" y="2306"/>
                    <a:pt x="2507" y="1930"/>
                    <a:pt x="2507" y="1504"/>
                  </a:cubicBezTo>
                  <a:cubicBezTo>
                    <a:pt x="2507" y="1354"/>
                    <a:pt x="2507" y="1203"/>
                    <a:pt x="2507" y="1053"/>
                  </a:cubicBezTo>
                  <a:cubicBezTo>
                    <a:pt x="2507" y="577"/>
                    <a:pt x="2206" y="126"/>
                    <a:pt x="1730" y="25"/>
                  </a:cubicBezTo>
                  <a:cubicBezTo>
                    <a:pt x="1658" y="8"/>
                    <a:pt x="1585" y="0"/>
                    <a:pt x="151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1">
              <a:extLst>
                <a:ext uri="{FF2B5EF4-FFF2-40B4-BE49-F238E27FC236}">
                  <a16:creationId xmlns:a16="http://schemas.microsoft.com/office/drawing/2014/main" id="{21CD482F-4D85-5E42-794C-8D4724801743}"/>
                </a:ext>
              </a:extLst>
            </p:cNvPr>
            <p:cNvSpPr/>
            <p:nvPr/>
          </p:nvSpPr>
          <p:spPr>
            <a:xfrm>
              <a:off x="7177744" y="2495621"/>
              <a:ext cx="513131" cy="645029"/>
            </a:xfrm>
            <a:custGeom>
              <a:avLst/>
              <a:gdLst/>
              <a:ahLst/>
              <a:cxnLst/>
              <a:rect l="l" t="t" r="r" b="b"/>
              <a:pathLst>
                <a:path w="9901" h="12446" extrusionOk="0">
                  <a:moveTo>
                    <a:pt x="226" y="0"/>
                  </a:moveTo>
                  <a:cubicBezTo>
                    <a:pt x="151" y="0"/>
                    <a:pt x="26" y="0"/>
                    <a:pt x="1" y="100"/>
                  </a:cubicBezTo>
                  <a:cubicBezTo>
                    <a:pt x="1" y="125"/>
                    <a:pt x="1" y="176"/>
                    <a:pt x="26" y="201"/>
                  </a:cubicBezTo>
                  <a:lnTo>
                    <a:pt x="502" y="3860"/>
                  </a:lnTo>
                  <a:cubicBezTo>
                    <a:pt x="452" y="3534"/>
                    <a:pt x="402" y="3208"/>
                    <a:pt x="327" y="2907"/>
                  </a:cubicBezTo>
                  <a:lnTo>
                    <a:pt x="327" y="2907"/>
                  </a:lnTo>
                  <a:cubicBezTo>
                    <a:pt x="552" y="4286"/>
                    <a:pt x="778" y="5664"/>
                    <a:pt x="1003" y="7043"/>
                  </a:cubicBezTo>
                  <a:cubicBezTo>
                    <a:pt x="1204" y="8346"/>
                    <a:pt x="1329" y="9674"/>
                    <a:pt x="1755" y="10927"/>
                  </a:cubicBezTo>
                  <a:cubicBezTo>
                    <a:pt x="1880" y="11379"/>
                    <a:pt x="2081" y="12131"/>
                    <a:pt x="2582" y="12306"/>
                  </a:cubicBezTo>
                  <a:cubicBezTo>
                    <a:pt x="2926" y="12421"/>
                    <a:pt x="3204" y="12445"/>
                    <a:pt x="3496" y="12445"/>
                  </a:cubicBezTo>
                  <a:cubicBezTo>
                    <a:pt x="3716" y="12445"/>
                    <a:pt x="3943" y="12431"/>
                    <a:pt x="4211" y="12431"/>
                  </a:cubicBezTo>
                  <a:cubicBezTo>
                    <a:pt x="4462" y="12431"/>
                    <a:pt x="4738" y="12431"/>
                    <a:pt x="4988" y="12356"/>
                  </a:cubicBezTo>
                  <a:cubicBezTo>
                    <a:pt x="5715" y="12181"/>
                    <a:pt x="6166" y="11479"/>
                    <a:pt x="6492" y="10827"/>
                  </a:cubicBezTo>
                  <a:cubicBezTo>
                    <a:pt x="6818" y="10075"/>
                    <a:pt x="7169" y="9599"/>
                    <a:pt x="7845" y="9098"/>
                  </a:cubicBezTo>
                  <a:cubicBezTo>
                    <a:pt x="8296" y="8772"/>
                    <a:pt x="8748" y="8396"/>
                    <a:pt x="9174" y="8020"/>
                  </a:cubicBezTo>
                  <a:cubicBezTo>
                    <a:pt x="9349" y="7870"/>
                    <a:pt x="9725" y="7619"/>
                    <a:pt x="9800" y="7419"/>
                  </a:cubicBezTo>
                  <a:cubicBezTo>
                    <a:pt x="9901" y="7193"/>
                    <a:pt x="9750" y="7118"/>
                    <a:pt x="9600" y="6968"/>
                  </a:cubicBezTo>
                  <a:cubicBezTo>
                    <a:pt x="9073" y="6441"/>
                    <a:pt x="8497" y="5965"/>
                    <a:pt x="8021" y="5414"/>
                  </a:cubicBezTo>
                  <a:cubicBezTo>
                    <a:pt x="7545" y="5840"/>
                    <a:pt x="7068" y="6291"/>
                    <a:pt x="6567" y="6742"/>
                  </a:cubicBezTo>
                  <a:cubicBezTo>
                    <a:pt x="6241" y="7068"/>
                    <a:pt x="5890" y="7369"/>
                    <a:pt x="5540" y="7694"/>
                  </a:cubicBezTo>
                  <a:cubicBezTo>
                    <a:pt x="5389" y="7845"/>
                    <a:pt x="4487" y="8446"/>
                    <a:pt x="4487" y="8597"/>
                  </a:cubicBezTo>
                  <a:cubicBezTo>
                    <a:pt x="4412" y="7519"/>
                    <a:pt x="4312" y="6416"/>
                    <a:pt x="3936" y="5414"/>
                  </a:cubicBezTo>
                  <a:cubicBezTo>
                    <a:pt x="3885" y="5288"/>
                    <a:pt x="3835" y="5163"/>
                    <a:pt x="3835" y="5038"/>
                  </a:cubicBezTo>
                  <a:cubicBezTo>
                    <a:pt x="3810" y="4887"/>
                    <a:pt x="3860" y="4712"/>
                    <a:pt x="3885" y="4562"/>
                  </a:cubicBezTo>
                  <a:cubicBezTo>
                    <a:pt x="4061" y="3709"/>
                    <a:pt x="3936" y="2807"/>
                    <a:pt x="3560" y="2005"/>
                  </a:cubicBezTo>
                  <a:cubicBezTo>
                    <a:pt x="3184" y="1178"/>
                    <a:pt x="2682" y="702"/>
                    <a:pt x="1830" y="426"/>
                  </a:cubicBezTo>
                  <a:cubicBezTo>
                    <a:pt x="1304" y="251"/>
                    <a:pt x="778" y="100"/>
                    <a:pt x="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1">
              <a:extLst>
                <a:ext uri="{FF2B5EF4-FFF2-40B4-BE49-F238E27FC236}">
                  <a16:creationId xmlns:a16="http://schemas.microsoft.com/office/drawing/2014/main" id="{A1D67CD9-253E-C67E-1CB9-D54B11EECCF3}"/>
                </a:ext>
              </a:extLst>
            </p:cNvPr>
            <p:cNvSpPr/>
            <p:nvPr/>
          </p:nvSpPr>
          <p:spPr>
            <a:xfrm>
              <a:off x="7525217" y="3420965"/>
              <a:ext cx="537748" cy="725877"/>
            </a:xfrm>
            <a:custGeom>
              <a:avLst/>
              <a:gdLst/>
              <a:ahLst/>
              <a:cxnLst/>
              <a:rect l="l" t="t" r="r" b="b"/>
              <a:pathLst>
                <a:path w="10376" h="14006" extrusionOk="0">
                  <a:moveTo>
                    <a:pt x="3409" y="1"/>
                  </a:moveTo>
                  <a:cubicBezTo>
                    <a:pt x="3027" y="1"/>
                    <a:pt x="2649" y="60"/>
                    <a:pt x="2281" y="140"/>
                  </a:cubicBezTo>
                  <a:cubicBezTo>
                    <a:pt x="1955" y="215"/>
                    <a:pt x="1654" y="391"/>
                    <a:pt x="1354" y="466"/>
                  </a:cubicBezTo>
                  <a:cubicBezTo>
                    <a:pt x="903" y="566"/>
                    <a:pt x="251" y="441"/>
                    <a:pt x="76" y="992"/>
                  </a:cubicBezTo>
                  <a:cubicBezTo>
                    <a:pt x="0" y="1243"/>
                    <a:pt x="50" y="1494"/>
                    <a:pt x="101" y="1744"/>
                  </a:cubicBezTo>
                  <a:cubicBezTo>
                    <a:pt x="201" y="2170"/>
                    <a:pt x="326" y="2571"/>
                    <a:pt x="477" y="2947"/>
                  </a:cubicBezTo>
                  <a:cubicBezTo>
                    <a:pt x="702" y="3448"/>
                    <a:pt x="953" y="3950"/>
                    <a:pt x="1128" y="4451"/>
                  </a:cubicBezTo>
                  <a:cubicBezTo>
                    <a:pt x="1279" y="4852"/>
                    <a:pt x="1354" y="5253"/>
                    <a:pt x="1504" y="5629"/>
                  </a:cubicBezTo>
                  <a:cubicBezTo>
                    <a:pt x="1755" y="6256"/>
                    <a:pt x="2206" y="6782"/>
                    <a:pt x="2732" y="7158"/>
                  </a:cubicBezTo>
                  <a:cubicBezTo>
                    <a:pt x="3058" y="7408"/>
                    <a:pt x="3434" y="7584"/>
                    <a:pt x="3685" y="7935"/>
                  </a:cubicBezTo>
                  <a:cubicBezTo>
                    <a:pt x="3835" y="8160"/>
                    <a:pt x="3860" y="8411"/>
                    <a:pt x="3960" y="8687"/>
                  </a:cubicBezTo>
                  <a:cubicBezTo>
                    <a:pt x="4211" y="9363"/>
                    <a:pt x="4512" y="10115"/>
                    <a:pt x="5138" y="10491"/>
                  </a:cubicBezTo>
                  <a:cubicBezTo>
                    <a:pt x="5314" y="10591"/>
                    <a:pt x="5489" y="10667"/>
                    <a:pt x="5614" y="10817"/>
                  </a:cubicBezTo>
                  <a:cubicBezTo>
                    <a:pt x="5690" y="10942"/>
                    <a:pt x="5740" y="11068"/>
                    <a:pt x="5790" y="11193"/>
                  </a:cubicBezTo>
                  <a:cubicBezTo>
                    <a:pt x="5915" y="11569"/>
                    <a:pt x="6066" y="11945"/>
                    <a:pt x="6316" y="12246"/>
                  </a:cubicBezTo>
                  <a:cubicBezTo>
                    <a:pt x="6542" y="12546"/>
                    <a:pt x="6842" y="12747"/>
                    <a:pt x="7068" y="13022"/>
                  </a:cubicBezTo>
                  <a:cubicBezTo>
                    <a:pt x="7294" y="13323"/>
                    <a:pt x="7369" y="13674"/>
                    <a:pt x="7519" y="14000"/>
                  </a:cubicBezTo>
                  <a:cubicBezTo>
                    <a:pt x="7521" y="14004"/>
                    <a:pt x="7527" y="14006"/>
                    <a:pt x="7537" y="14006"/>
                  </a:cubicBezTo>
                  <a:cubicBezTo>
                    <a:pt x="7785" y="14006"/>
                    <a:pt x="10375" y="12871"/>
                    <a:pt x="10351" y="12847"/>
                  </a:cubicBezTo>
                  <a:cubicBezTo>
                    <a:pt x="9123" y="10240"/>
                    <a:pt x="8221" y="7534"/>
                    <a:pt x="7243" y="4827"/>
                  </a:cubicBezTo>
                  <a:cubicBezTo>
                    <a:pt x="6792" y="3549"/>
                    <a:pt x="6316" y="2220"/>
                    <a:pt x="5464" y="1118"/>
                  </a:cubicBezTo>
                  <a:cubicBezTo>
                    <a:pt x="5063" y="591"/>
                    <a:pt x="4712" y="215"/>
                    <a:pt x="4061" y="65"/>
                  </a:cubicBezTo>
                  <a:cubicBezTo>
                    <a:pt x="3843" y="20"/>
                    <a:pt x="3626" y="1"/>
                    <a:pt x="3409" y="1"/>
                  </a:cubicBezTo>
                  <a:close/>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a:extLst>
                <a:ext uri="{FF2B5EF4-FFF2-40B4-BE49-F238E27FC236}">
                  <a16:creationId xmlns:a16="http://schemas.microsoft.com/office/drawing/2014/main" id="{6B507CFA-C4A2-6270-4F2C-38D10DBADF12}"/>
                </a:ext>
              </a:extLst>
            </p:cNvPr>
            <p:cNvSpPr/>
            <p:nvPr/>
          </p:nvSpPr>
          <p:spPr>
            <a:xfrm>
              <a:off x="6743913" y="2496917"/>
              <a:ext cx="545626" cy="778066"/>
            </a:xfrm>
            <a:custGeom>
              <a:avLst/>
              <a:gdLst/>
              <a:ahLst/>
              <a:cxnLst/>
              <a:rect l="l" t="t" r="r" b="b"/>
              <a:pathLst>
                <a:path w="10528" h="15013" extrusionOk="0">
                  <a:moveTo>
                    <a:pt x="6191" y="0"/>
                  </a:moveTo>
                  <a:lnTo>
                    <a:pt x="5088" y="125"/>
                  </a:lnTo>
                  <a:cubicBezTo>
                    <a:pt x="3911" y="251"/>
                    <a:pt x="2682" y="401"/>
                    <a:pt x="1755" y="1128"/>
                  </a:cubicBezTo>
                  <a:cubicBezTo>
                    <a:pt x="652" y="2030"/>
                    <a:pt x="1" y="3584"/>
                    <a:pt x="226" y="4988"/>
                  </a:cubicBezTo>
                  <a:cubicBezTo>
                    <a:pt x="352" y="5740"/>
                    <a:pt x="602" y="6491"/>
                    <a:pt x="677" y="7268"/>
                  </a:cubicBezTo>
                  <a:cubicBezTo>
                    <a:pt x="953" y="9850"/>
                    <a:pt x="1154" y="12431"/>
                    <a:pt x="1304" y="15013"/>
                  </a:cubicBezTo>
                  <a:cubicBezTo>
                    <a:pt x="2532" y="14938"/>
                    <a:pt x="3785" y="14938"/>
                    <a:pt x="5038" y="14862"/>
                  </a:cubicBezTo>
                  <a:cubicBezTo>
                    <a:pt x="6567" y="14787"/>
                    <a:pt x="8297" y="14712"/>
                    <a:pt x="9775" y="14161"/>
                  </a:cubicBezTo>
                  <a:cubicBezTo>
                    <a:pt x="9951" y="12030"/>
                    <a:pt x="10527" y="9925"/>
                    <a:pt x="10502" y="7795"/>
                  </a:cubicBezTo>
                  <a:cubicBezTo>
                    <a:pt x="10477" y="6742"/>
                    <a:pt x="10452" y="5689"/>
                    <a:pt x="10452" y="4662"/>
                  </a:cubicBezTo>
                  <a:lnTo>
                    <a:pt x="6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a:extLst>
                <a:ext uri="{FF2B5EF4-FFF2-40B4-BE49-F238E27FC236}">
                  <a16:creationId xmlns:a16="http://schemas.microsoft.com/office/drawing/2014/main" id="{11C83230-DC46-56F7-047F-3DEC76089D38}"/>
                </a:ext>
              </a:extLst>
            </p:cNvPr>
            <p:cNvSpPr/>
            <p:nvPr/>
          </p:nvSpPr>
          <p:spPr>
            <a:xfrm>
              <a:off x="7476518" y="3260254"/>
              <a:ext cx="344229" cy="889596"/>
            </a:xfrm>
            <a:custGeom>
              <a:avLst/>
              <a:gdLst/>
              <a:ahLst/>
              <a:cxnLst/>
              <a:rect l="l" t="t" r="r" b="b"/>
              <a:pathLst>
                <a:path w="6642" h="17165" extrusionOk="0">
                  <a:moveTo>
                    <a:pt x="2750" y="1"/>
                  </a:moveTo>
                  <a:cubicBezTo>
                    <a:pt x="2159" y="1"/>
                    <a:pt x="1595" y="205"/>
                    <a:pt x="1153" y="735"/>
                  </a:cubicBezTo>
                  <a:cubicBezTo>
                    <a:pt x="927" y="986"/>
                    <a:pt x="777" y="1286"/>
                    <a:pt x="702" y="1612"/>
                  </a:cubicBezTo>
                  <a:cubicBezTo>
                    <a:pt x="75" y="3843"/>
                    <a:pt x="1103" y="5773"/>
                    <a:pt x="827" y="7878"/>
                  </a:cubicBezTo>
                  <a:cubicBezTo>
                    <a:pt x="752" y="8404"/>
                    <a:pt x="677" y="8930"/>
                    <a:pt x="777" y="9457"/>
                  </a:cubicBezTo>
                  <a:cubicBezTo>
                    <a:pt x="802" y="9632"/>
                    <a:pt x="877" y="9808"/>
                    <a:pt x="877" y="9983"/>
                  </a:cubicBezTo>
                  <a:cubicBezTo>
                    <a:pt x="953" y="10409"/>
                    <a:pt x="802" y="10835"/>
                    <a:pt x="702" y="11261"/>
                  </a:cubicBezTo>
                  <a:cubicBezTo>
                    <a:pt x="577" y="11712"/>
                    <a:pt x="476" y="12164"/>
                    <a:pt x="501" y="12615"/>
                  </a:cubicBezTo>
                  <a:cubicBezTo>
                    <a:pt x="526" y="13091"/>
                    <a:pt x="652" y="13542"/>
                    <a:pt x="677" y="14018"/>
                  </a:cubicBezTo>
                  <a:cubicBezTo>
                    <a:pt x="677" y="14369"/>
                    <a:pt x="602" y="14720"/>
                    <a:pt x="526" y="15046"/>
                  </a:cubicBezTo>
                  <a:cubicBezTo>
                    <a:pt x="451" y="15497"/>
                    <a:pt x="0" y="16374"/>
                    <a:pt x="577" y="16575"/>
                  </a:cubicBezTo>
                  <a:cubicBezTo>
                    <a:pt x="927" y="16675"/>
                    <a:pt x="1328" y="16650"/>
                    <a:pt x="1704" y="16750"/>
                  </a:cubicBezTo>
                  <a:cubicBezTo>
                    <a:pt x="1830" y="16775"/>
                    <a:pt x="2707" y="17001"/>
                    <a:pt x="3158" y="17151"/>
                  </a:cubicBezTo>
                  <a:cubicBezTo>
                    <a:pt x="3181" y="17160"/>
                    <a:pt x="3203" y="17164"/>
                    <a:pt x="3225" y="17164"/>
                  </a:cubicBezTo>
                  <a:cubicBezTo>
                    <a:pt x="3325" y="17164"/>
                    <a:pt x="3413" y="17078"/>
                    <a:pt x="3434" y="16976"/>
                  </a:cubicBezTo>
                  <a:cubicBezTo>
                    <a:pt x="3509" y="16349"/>
                    <a:pt x="3810" y="15697"/>
                    <a:pt x="3985" y="15121"/>
                  </a:cubicBezTo>
                  <a:cubicBezTo>
                    <a:pt x="4186" y="14344"/>
                    <a:pt x="4386" y="13567"/>
                    <a:pt x="4587" y="12765"/>
                  </a:cubicBezTo>
                  <a:cubicBezTo>
                    <a:pt x="4662" y="12389"/>
                    <a:pt x="4762" y="12013"/>
                    <a:pt x="4887" y="11637"/>
                  </a:cubicBezTo>
                  <a:cubicBezTo>
                    <a:pt x="5038" y="11161"/>
                    <a:pt x="5263" y="10735"/>
                    <a:pt x="5489" y="10284"/>
                  </a:cubicBezTo>
                  <a:cubicBezTo>
                    <a:pt x="5514" y="10234"/>
                    <a:pt x="5539" y="10159"/>
                    <a:pt x="5564" y="10108"/>
                  </a:cubicBezTo>
                  <a:cubicBezTo>
                    <a:pt x="5614" y="9983"/>
                    <a:pt x="5664" y="9858"/>
                    <a:pt x="5689" y="9732"/>
                  </a:cubicBezTo>
                  <a:cubicBezTo>
                    <a:pt x="6090" y="8204"/>
                    <a:pt x="6642" y="6524"/>
                    <a:pt x="6466" y="4870"/>
                  </a:cubicBezTo>
                  <a:cubicBezTo>
                    <a:pt x="6316" y="3442"/>
                    <a:pt x="6341" y="1612"/>
                    <a:pt x="4938" y="735"/>
                  </a:cubicBezTo>
                  <a:cubicBezTo>
                    <a:pt x="4293" y="329"/>
                    <a:pt x="3499" y="1"/>
                    <a:pt x="27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a:extLst>
                <a:ext uri="{FF2B5EF4-FFF2-40B4-BE49-F238E27FC236}">
                  <a16:creationId xmlns:a16="http://schemas.microsoft.com/office/drawing/2014/main" id="{162B0AA6-1716-ACA9-F5BF-FB8CCE2F0628}"/>
                </a:ext>
              </a:extLst>
            </p:cNvPr>
            <p:cNvSpPr/>
            <p:nvPr/>
          </p:nvSpPr>
          <p:spPr>
            <a:xfrm>
              <a:off x="7151780" y="3067256"/>
              <a:ext cx="235135" cy="117127"/>
            </a:xfrm>
            <a:custGeom>
              <a:avLst/>
              <a:gdLst/>
              <a:ahLst/>
              <a:cxnLst/>
              <a:rect l="l" t="t" r="r" b="b"/>
              <a:pathLst>
                <a:path w="4537" h="2260" extrusionOk="0">
                  <a:moveTo>
                    <a:pt x="772" y="0"/>
                  </a:moveTo>
                  <a:cubicBezTo>
                    <a:pt x="605" y="0"/>
                    <a:pt x="447" y="42"/>
                    <a:pt x="326" y="148"/>
                  </a:cubicBezTo>
                  <a:cubicBezTo>
                    <a:pt x="226" y="248"/>
                    <a:pt x="176" y="374"/>
                    <a:pt x="126" y="499"/>
                  </a:cubicBezTo>
                  <a:cubicBezTo>
                    <a:pt x="51" y="649"/>
                    <a:pt x="0" y="800"/>
                    <a:pt x="51" y="950"/>
                  </a:cubicBezTo>
                  <a:cubicBezTo>
                    <a:pt x="101" y="1101"/>
                    <a:pt x="251" y="1201"/>
                    <a:pt x="401" y="1251"/>
                  </a:cubicBezTo>
                  <a:cubicBezTo>
                    <a:pt x="777" y="1426"/>
                    <a:pt x="1203" y="1301"/>
                    <a:pt x="1454" y="1552"/>
                  </a:cubicBezTo>
                  <a:cubicBezTo>
                    <a:pt x="1755" y="1852"/>
                    <a:pt x="1880" y="2128"/>
                    <a:pt x="2356" y="2228"/>
                  </a:cubicBezTo>
                  <a:cubicBezTo>
                    <a:pt x="2488" y="2250"/>
                    <a:pt x="2621" y="2259"/>
                    <a:pt x="2753" y="2259"/>
                  </a:cubicBezTo>
                  <a:cubicBezTo>
                    <a:pt x="3072" y="2259"/>
                    <a:pt x="3391" y="2206"/>
                    <a:pt x="3710" y="2153"/>
                  </a:cubicBezTo>
                  <a:cubicBezTo>
                    <a:pt x="4537" y="2003"/>
                    <a:pt x="4411" y="1401"/>
                    <a:pt x="3785" y="1075"/>
                  </a:cubicBezTo>
                  <a:cubicBezTo>
                    <a:pt x="3083" y="674"/>
                    <a:pt x="2482" y="349"/>
                    <a:pt x="1680" y="173"/>
                  </a:cubicBezTo>
                  <a:cubicBezTo>
                    <a:pt x="1479" y="123"/>
                    <a:pt x="1304" y="98"/>
                    <a:pt x="1103" y="48"/>
                  </a:cubicBezTo>
                  <a:cubicBezTo>
                    <a:pt x="994" y="18"/>
                    <a:pt x="881" y="0"/>
                    <a:pt x="77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a:extLst>
                <a:ext uri="{FF2B5EF4-FFF2-40B4-BE49-F238E27FC236}">
                  <a16:creationId xmlns:a16="http://schemas.microsoft.com/office/drawing/2014/main" id="{E3A7EA4B-B62F-A538-7F2F-F9F0B0FBC9D0}"/>
                </a:ext>
              </a:extLst>
            </p:cNvPr>
            <p:cNvSpPr/>
            <p:nvPr/>
          </p:nvSpPr>
          <p:spPr>
            <a:xfrm>
              <a:off x="6740027" y="2691729"/>
              <a:ext cx="478045" cy="473691"/>
            </a:xfrm>
            <a:custGeom>
              <a:avLst/>
              <a:gdLst/>
              <a:ahLst/>
              <a:cxnLst/>
              <a:rect l="l" t="t" r="r" b="b"/>
              <a:pathLst>
                <a:path w="9224" h="9140" extrusionOk="0">
                  <a:moveTo>
                    <a:pt x="301" y="1"/>
                  </a:moveTo>
                  <a:cubicBezTo>
                    <a:pt x="176" y="1179"/>
                    <a:pt x="151" y="2356"/>
                    <a:pt x="76" y="3509"/>
                  </a:cubicBezTo>
                  <a:cubicBezTo>
                    <a:pt x="1" y="4788"/>
                    <a:pt x="51" y="6091"/>
                    <a:pt x="427" y="7319"/>
                  </a:cubicBezTo>
                  <a:cubicBezTo>
                    <a:pt x="527" y="7695"/>
                    <a:pt x="677" y="8096"/>
                    <a:pt x="928" y="8397"/>
                  </a:cubicBezTo>
                  <a:cubicBezTo>
                    <a:pt x="1452" y="9003"/>
                    <a:pt x="2400" y="9140"/>
                    <a:pt x="3364" y="9140"/>
                  </a:cubicBezTo>
                  <a:cubicBezTo>
                    <a:pt x="4153" y="9140"/>
                    <a:pt x="4953" y="9048"/>
                    <a:pt x="5539" y="9048"/>
                  </a:cubicBezTo>
                  <a:lnTo>
                    <a:pt x="8722" y="9048"/>
                  </a:lnTo>
                  <a:cubicBezTo>
                    <a:pt x="8747" y="8998"/>
                    <a:pt x="8747" y="8948"/>
                    <a:pt x="8773" y="8898"/>
                  </a:cubicBezTo>
                  <a:cubicBezTo>
                    <a:pt x="8873" y="8472"/>
                    <a:pt x="9148" y="7419"/>
                    <a:pt x="9224" y="6993"/>
                  </a:cubicBezTo>
                  <a:lnTo>
                    <a:pt x="7194" y="6818"/>
                  </a:lnTo>
                  <a:cubicBezTo>
                    <a:pt x="6617" y="6768"/>
                    <a:pt x="6016" y="6717"/>
                    <a:pt x="5439" y="6667"/>
                  </a:cubicBezTo>
                  <a:cubicBezTo>
                    <a:pt x="4963" y="6642"/>
                    <a:pt x="4261" y="6742"/>
                    <a:pt x="4186" y="6116"/>
                  </a:cubicBezTo>
                  <a:cubicBezTo>
                    <a:pt x="4136" y="5915"/>
                    <a:pt x="4186" y="5665"/>
                    <a:pt x="4086" y="5464"/>
                  </a:cubicBezTo>
                  <a:cubicBezTo>
                    <a:pt x="3960" y="5164"/>
                    <a:pt x="3610" y="5013"/>
                    <a:pt x="3509" y="4687"/>
                  </a:cubicBezTo>
                  <a:cubicBezTo>
                    <a:pt x="3459" y="4462"/>
                    <a:pt x="3559" y="4161"/>
                    <a:pt x="3585" y="3910"/>
                  </a:cubicBezTo>
                  <a:cubicBezTo>
                    <a:pt x="3610" y="3560"/>
                    <a:pt x="3760" y="3234"/>
                    <a:pt x="3910" y="2908"/>
                  </a:cubicBezTo>
                  <a:cubicBezTo>
                    <a:pt x="4161" y="2331"/>
                    <a:pt x="4336" y="1730"/>
                    <a:pt x="4437" y="1128"/>
                  </a:cubicBezTo>
                  <a:lnTo>
                    <a:pt x="4336" y="1128"/>
                  </a:lnTo>
                  <a:lnTo>
                    <a:pt x="30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a:extLst>
                <a:ext uri="{FF2B5EF4-FFF2-40B4-BE49-F238E27FC236}">
                  <a16:creationId xmlns:a16="http://schemas.microsoft.com/office/drawing/2014/main" id="{7F40D484-E3AC-0C81-D8EC-A12CA92F5D8B}"/>
                </a:ext>
              </a:extLst>
            </p:cNvPr>
            <p:cNvSpPr/>
            <p:nvPr/>
          </p:nvSpPr>
          <p:spPr>
            <a:xfrm>
              <a:off x="7316740" y="3132038"/>
              <a:ext cx="641712" cy="23477"/>
            </a:xfrm>
            <a:custGeom>
              <a:avLst/>
              <a:gdLst/>
              <a:ahLst/>
              <a:cxnLst/>
              <a:rect l="l" t="t" r="r" b="b"/>
              <a:pathLst>
                <a:path w="12382" h="453" extrusionOk="0">
                  <a:moveTo>
                    <a:pt x="426" y="1"/>
                  </a:moveTo>
                  <a:cubicBezTo>
                    <a:pt x="176" y="1"/>
                    <a:pt x="0" y="201"/>
                    <a:pt x="0" y="452"/>
                  </a:cubicBezTo>
                  <a:lnTo>
                    <a:pt x="12381" y="452"/>
                  </a:lnTo>
                  <a:lnTo>
                    <a:pt x="1238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AD693B71-6952-70C8-FE48-09E1026F6720}"/>
                </a:ext>
              </a:extLst>
            </p:cNvPr>
            <p:cNvSpPr/>
            <p:nvPr/>
          </p:nvSpPr>
          <p:spPr>
            <a:xfrm>
              <a:off x="7427129" y="2773561"/>
              <a:ext cx="757336" cy="358534"/>
            </a:xfrm>
            <a:custGeom>
              <a:avLst/>
              <a:gdLst/>
              <a:ahLst/>
              <a:cxnLst/>
              <a:rect l="l" t="t" r="r" b="b"/>
              <a:pathLst>
                <a:path w="14613" h="6918" extrusionOk="0">
                  <a:moveTo>
                    <a:pt x="2758" y="1"/>
                  </a:moveTo>
                  <a:cubicBezTo>
                    <a:pt x="2507" y="1"/>
                    <a:pt x="2281" y="151"/>
                    <a:pt x="2206" y="376"/>
                  </a:cubicBezTo>
                  <a:lnTo>
                    <a:pt x="1" y="6918"/>
                  </a:lnTo>
                  <a:lnTo>
                    <a:pt x="12382" y="6918"/>
                  </a:lnTo>
                  <a:lnTo>
                    <a:pt x="14487" y="702"/>
                  </a:lnTo>
                  <a:cubicBezTo>
                    <a:pt x="14612" y="351"/>
                    <a:pt x="14312" y="1"/>
                    <a:pt x="1393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D5065CE2-E7D2-A1E8-A3FA-D59BC016876C}"/>
                </a:ext>
              </a:extLst>
            </p:cNvPr>
            <p:cNvSpPr/>
            <p:nvPr/>
          </p:nvSpPr>
          <p:spPr>
            <a:xfrm>
              <a:off x="7424537" y="3103482"/>
              <a:ext cx="644303" cy="52033"/>
            </a:xfrm>
            <a:custGeom>
              <a:avLst/>
              <a:gdLst/>
              <a:ahLst/>
              <a:cxnLst/>
              <a:rect l="l" t="t" r="r" b="b"/>
              <a:pathLst>
                <a:path w="12432" h="1004" extrusionOk="0">
                  <a:moveTo>
                    <a:pt x="12432" y="0"/>
                  </a:moveTo>
                  <a:lnTo>
                    <a:pt x="1" y="552"/>
                  </a:lnTo>
                  <a:lnTo>
                    <a:pt x="1" y="1003"/>
                  </a:lnTo>
                  <a:lnTo>
                    <a:pt x="12231" y="1003"/>
                  </a:lnTo>
                  <a:cubicBezTo>
                    <a:pt x="12332" y="1003"/>
                    <a:pt x="12432" y="903"/>
                    <a:pt x="12432" y="777"/>
                  </a:cubicBezTo>
                  <a:lnTo>
                    <a:pt x="1243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a:extLst>
                <a:ext uri="{FF2B5EF4-FFF2-40B4-BE49-F238E27FC236}">
                  <a16:creationId xmlns:a16="http://schemas.microsoft.com/office/drawing/2014/main" id="{259DFED8-31E4-E4C6-E2E3-41E3320ED2EA}"/>
                </a:ext>
              </a:extLst>
            </p:cNvPr>
            <p:cNvSpPr/>
            <p:nvPr/>
          </p:nvSpPr>
          <p:spPr>
            <a:xfrm>
              <a:off x="7786953" y="2925513"/>
              <a:ext cx="48976" cy="35190"/>
            </a:xfrm>
            <a:custGeom>
              <a:avLst/>
              <a:gdLst/>
              <a:ahLst/>
              <a:cxnLst/>
              <a:rect l="l" t="t" r="r" b="b"/>
              <a:pathLst>
                <a:path w="945" h="679" extrusionOk="0">
                  <a:moveTo>
                    <a:pt x="501" y="1"/>
                  </a:moveTo>
                  <a:cubicBezTo>
                    <a:pt x="376" y="26"/>
                    <a:pt x="226" y="76"/>
                    <a:pt x="151" y="201"/>
                  </a:cubicBezTo>
                  <a:cubicBezTo>
                    <a:pt x="0" y="477"/>
                    <a:pt x="226" y="678"/>
                    <a:pt x="476" y="678"/>
                  </a:cubicBezTo>
                  <a:cubicBezTo>
                    <a:pt x="486" y="678"/>
                    <a:pt x="495" y="678"/>
                    <a:pt x="505" y="678"/>
                  </a:cubicBezTo>
                  <a:cubicBezTo>
                    <a:pt x="928" y="678"/>
                    <a:pt x="944" y="124"/>
                    <a:pt x="552" y="26"/>
                  </a:cubicBezTo>
                  <a:cubicBezTo>
                    <a:pt x="552" y="26"/>
                    <a:pt x="526" y="1"/>
                    <a:pt x="526"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1">
              <a:extLst>
                <a:ext uri="{FF2B5EF4-FFF2-40B4-BE49-F238E27FC236}">
                  <a16:creationId xmlns:a16="http://schemas.microsoft.com/office/drawing/2014/main" id="{11784AC9-5BD1-DE81-ED67-A750348B2FB1}"/>
                </a:ext>
              </a:extLst>
            </p:cNvPr>
            <p:cNvSpPr/>
            <p:nvPr/>
          </p:nvSpPr>
          <p:spPr>
            <a:xfrm>
              <a:off x="7389452" y="2938521"/>
              <a:ext cx="22130" cy="35138"/>
            </a:xfrm>
            <a:custGeom>
              <a:avLst/>
              <a:gdLst/>
              <a:ahLst/>
              <a:cxnLst/>
              <a:rect l="l" t="t" r="r" b="b"/>
              <a:pathLst>
                <a:path w="427" h="678" extrusionOk="0">
                  <a:moveTo>
                    <a:pt x="427" y="1"/>
                  </a:moveTo>
                  <a:lnTo>
                    <a:pt x="84" y="545"/>
                  </a:lnTo>
                  <a:lnTo>
                    <a:pt x="84" y="545"/>
                  </a:lnTo>
                  <a:cubicBezTo>
                    <a:pt x="98" y="530"/>
                    <a:pt x="112" y="516"/>
                    <a:pt x="126" y="502"/>
                  </a:cubicBezTo>
                  <a:cubicBezTo>
                    <a:pt x="176" y="402"/>
                    <a:pt x="227" y="326"/>
                    <a:pt x="277" y="251"/>
                  </a:cubicBezTo>
                  <a:cubicBezTo>
                    <a:pt x="327" y="176"/>
                    <a:pt x="402" y="101"/>
                    <a:pt x="427" y="1"/>
                  </a:cubicBezTo>
                  <a:close/>
                  <a:moveTo>
                    <a:pt x="84" y="545"/>
                  </a:moveTo>
                  <a:cubicBezTo>
                    <a:pt x="50" y="582"/>
                    <a:pt x="19" y="623"/>
                    <a:pt x="1" y="677"/>
                  </a:cubicBezTo>
                  <a:lnTo>
                    <a:pt x="84" y="545"/>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1">
              <a:extLst>
                <a:ext uri="{FF2B5EF4-FFF2-40B4-BE49-F238E27FC236}">
                  <a16:creationId xmlns:a16="http://schemas.microsoft.com/office/drawing/2014/main" id="{C7E42770-8EF6-BAE3-7ECF-4DF292C0BC29}"/>
                </a:ext>
              </a:extLst>
            </p:cNvPr>
            <p:cNvSpPr/>
            <p:nvPr/>
          </p:nvSpPr>
          <p:spPr>
            <a:xfrm>
              <a:off x="7507665" y="3536017"/>
              <a:ext cx="24721" cy="215649"/>
            </a:xfrm>
            <a:custGeom>
              <a:avLst/>
              <a:gdLst/>
              <a:ahLst/>
              <a:cxnLst/>
              <a:rect l="l" t="t" r="r" b="b"/>
              <a:pathLst>
                <a:path w="477" h="4161" fill="none" extrusionOk="0">
                  <a:moveTo>
                    <a:pt x="51" y="4161"/>
                  </a:moveTo>
                  <a:cubicBezTo>
                    <a:pt x="1" y="3559"/>
                    <a:pt x="51" y="2983"/>
                    <a:pt x="226" y="2406"/>
                  </a:cubicBezTo>
                  <a:cubicBezTo>
                    <a:pt x="352" y="2005"/>
                    <a:pt x="477" y="1629"/>
                    <a:pt x="377" y="1203"/>
                  </a:cubicBezTo>
                  <a:cubicBezTo>
                    <a:pt x="276" y="777"/>
                    <a:pt x="226" y="426"/>
                    <a:pt x="377" y="0"/>
                  </a:cubicBez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1">
              <a:extLst>
                <a:ext uri="{FF2B5EF4-FFF2-40B4-BE49-F238E27FC236}">
                  <a16:creationId xmlns:a16="http://schemas.microsoft.com/office/drawing/2014/main" id="{BC754E48-E836-E13D-0AD3-9CA2E810DFD4}"/>
                </a:ext>
              </a:extLst>
            </p:cNvPr>
            <p:cNvSpPr/>
            <p:nvPr/>
          </p:nvSpPr>
          <p:spPr>
            <a:xfrm>
              <a:off x="6334732" y="3151551"/>
              <a:ext cx="2802160" cy="52036"/>
            </a:xfrm>
            <a:custGeom>
              <a:avLst/>
              <a:gdLst/>
              <a:ahLst/>
              <a:cxnLst/>
              <a:rect l="l" t="t" r="r" b="b"/>
              <a:pathLst>
                <a:path w="86719" h="979" extrusionOk="0">
                  <a:moveTo>
                    <a:pt x="1" y="1"/>
                  </a:moveTo>
                  <a:lnTo>
                    <a:pt x="1" y="978"/>
                  </a:lnTo>
                  <a:lnTo>
                    <a:pt x="86718" y="978"/>
                  </a:lnTo>
                  <a:lnTo>
                    <a:pt x="8671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1">
              <a:extLst>
                <a:ext uri="{FF2B5EF4-FFF2-40B4-BE49-F238E27FC236}">
                  <a16:creationId xmlns:a16="http://schemas.microsoft.com/office/drawing/2014/main" id="{DA6CD3C5-0EAA-6447-0C95-FCBF8AC3C31C}"/>
                </a:ext>
              </a:extLst>
            </p:cNvPr>
            <p:cNvSpPr/>
            <p:nvPr/>
          </p:nvSpPr>
          <p:spPr>
            <a:xfrm>
              <a:off x="6393211" y="3163237"/>
              <a:ext cx="314378" cy="1170339"/>
            </a:xfrm>
            <a:custGeom>
              <a:avLst/>
              <a:gdLst/>
              <a:ahLst/>
              <a:cxnLst/>
              <a:rect l="l" t="t" r="r" b="b"/>
              <a:pathLst>
                <a:path w="6066" h="22582" extrusionOk="0">
                  <a:moveTo>
                    <a:pt x="5414" y="0"/>
                  </a:moveTo>
                  <a:lnTo>
                    <a:pt x="1" y="22582"/>
                  </a:lnTo>
                  <a:lnTo>
                    <a:pt x="677" y="22582"/>
                  </a:lnTo>
                  <a:lnTo>
                    <a:pt x="606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a:extLst>
                <a:ext uri="{FF2B5EF4-FFF2-40B4-BE49-F238E27FC236}">
                  <a16:creationId xmlns:a16="http://schemas.microsoft.com/office/drawing/2014/main" id="{C9A6CB47-CE64-CB0E-EB63-E7C657C4992E}"/>
                </a:ext>
              </a:extLst>
            </p:cNvPr>
            <p:cNvSpPr/>
            <p:nvPr/>
          </p:nvSpPr>
          <p:spPr>
            <a:xfrm>
              <a:off x="6703645" y="3163237"/>
              <a:ext cx="313082" cy="1170339"/>
            </a:xfrm>
            <a:custGeom>
              <a:avLst/>
              <a:gdLst/>
              <a:ahLst/>
              <a:cxnLst/>
              <a:rect l="l" t="t" r="r" b="b"/>
              <a:pathLst>
                <a:path w="6041" h="22582" extrusionOk="0">
                  <a:moveTo>
                    <a:pt x="5389" y="0"/>
                  </a:moveTo>
                  <a:lnTo>
                    <a:pt x="1" y="22582"/>
                  </a:lnTo>
                  <a:lnTo>
                    <a:pt x="652" y="22582"/>
                  </a:lnTo>
                  <a:lnTo>
                    <a:pt x="60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a:extLst>
                <a:ext uri="{FF2B5EF4-FFF2-40B4-BE49-F238E27FC236}">
                  <a16:creationId xmlns:a16="http://schemas.microsoft.com/office/drawing/2014/main" id="{EA6886CE-E8B1-5395-AA7E-7C841D159EF6}"/>
                </a:ext>
              </a:extLst>
            </p:cNvPr>
            <p:cNvSpPr/>
            <p:nvPr/>
          </p:nvSpPr>
          <p:spPr>
            <a:xfrm>
              <a:off x="7114650" y="2511959"/>
              <a:ext cx="169554" cy="202985"/>
            </a:xfrm>
            <a:custGeom>
              <a:avLst/>
              <a:gdLst/>
              <a:ahLst/>
              <a:cxnLst/>
              <a:rect l="l" t="t" r="r" b="b"/>
              <a:pathLst>
                <a:path w="4022" h="4815" extrusionOk="0">
                  <a:moveTo>
                    <a:pt x="1587" y="0"/>
                  </a:moveTo>
                  <a:lnTo>
                    <a:pt x="1058" y="1481"/>
                  </a:lnTo>
                  <a:lnTo>
                    <a:pt x="0" y="2169"/>
                  </a:lnTo>
                  <a:lnTo>
                    <a:pt x="106" y="2963"/>
                  </a:lnTo>
                  <a:lnTo>
                    <a:pt x="4022" y="4815"/>
                  </a:lnTo>
                  <a:lnTo>
                    <a:pt x="3440" y="952"/>
                  </a:lnTo>
                  <a:close/>
                </a:path>
              </a:pathLst>
            </a:custGeom>
            <a:solidFill>
              <a:schemeClr val="dk2"/>
            </a:solidFill>
            <a:ln w="9525" cap="flat" cmpd="sng">
              <a:solidFill>
                <a:schemeClr val="dk2"/>
              </a:solidFill>
              <a:prstDash val="solid"/>
              <a:round/>
              <a:headEnd type="none" w="med" len="med"/>
              <a:tailEnd type="none" w="med" len="med"/>
            </a:ln>
          </p:spPr>
          <p:txBody>
            <a:bodyPr/>
            <a:lstStyle/>
            <a:p>
              <a:endParaRPr lang="en-IN"/>
            </a:p>
          </p:txBody>
        </p:sp>
        <p:grpSp>
          <p:nvGrpSpPr>
            <p:cNvPr id="868" name="Google Shape;868;p31">
              <a:extLst>
                <a:ext uri="{FF2B5EF4-FFF2-40B4-BE49-F238E27FC236}">
                  <a16:creationId xmlns:a16="http://schemas.microsoft.com/office/drawing/2014/main" id="{4C832112-33DD-08B4-1BBA-1FBB078ABA88}"/>
                </a:ext>
              </a:extLst>
            </p:cNvPr>
            <p:cNvGrpSpPr/>
            <p:nvPr/>
          </p:nvGrpSpPr>
          <p:grpSpPr>
            <a:xfrm>
              <a:off x="6988000" y="2125378"/>
              <a:ext cx="244243" cy="467604"/>
              <a:chOff x="5990537" y="2792332"/>
              <a:chExt cx="144842" cy="277301"/>
            </a:xfrm>
          </p:grpSpPr>
          <p:sp>
            <p:nvSpPr>
              <p:cNvPr id="869" name="Google Shape;869;p31">
                <a:extLst>
                  <a:ext uri="{FF2B5EF4-FFF2-40B4-BE49-F238E27FC236}">
                    <a16:creationId xmlns:a16="http://schemas.microsoft.com/office/drawing/2014/main" id="{C4F6694C-E280-B940-E6C2-EB1ED2FF2616}"/>
                  </a:ext>
                </a:extLst>
              </p:cNvPr>
              <p:cNvSpPr/>
              <p:nvPr/>
            </p:nvSpPr>
            <p:spPr>
              <a:xfrm>
                <a:off x="6003630" y="2839324"/>
                <a:ext cx="126341" cy="230309"/>
              </a:xfrm>
              <a:custGeom>
                <a:avLst/>
                <a:gdLst/>
                <a:ahLst/>
                <a:cxnLst/>
                <a:rect l="l" t="t" r="r" b="b"/>
                <a:pathLst>
                  <a:path w="4111" h="7494" extrusionOk="0">
                    <a:moveTo>
                      <a:pt x="3509" y="0"/>
                    </a:moveTo>
                    <a:lnTo>
                      <a:pt x="1780" y="401"/>
                    </a:lnTo>
                    <a:cubicBezTo>
                      <a:pt x="677" y="652"/>
                      <a:pt x="1" y="1754"/>
                      <a:pt x="251" y="2832"/>
                    </a:cubicBezTo>
                    <a:lnTo>
                      <a:pt x="427" y="3484"/>
                    </a:lnTo>
                    <a:cubicBezTo>
                      <a:pt x="477" y="3759"/>
                      <a:pt x="602" y="3985"/>
                      <a:pt x="752" y="4186"/>
                    </a:cubicBezTo>
                    <a:lnTo>
                      <a:pt x="402" y="5815"/>
                    </a:lnTo>
                    <a:cubicBezTo>
                      <a:pt x="226" y="6566"/>
                      <a:pt x="727" y="7343"/>
                      <a:pt x="1504" y="7469"/>
                    </a:cubicBezTo>
                    <a:cubicBezTo>
                      <a:pt x="1588" y="7485"/>
                      <a:pt x="1672" y="7494"/>
                      <a:pt x="1754" y="7494"/>
                    </a:cubicBezTo>
                    <a:cubicBezTo>
                      <a:pt x="2411" y="7494"/>
                      <a:pt x="2997" y="6981"/>
                      <a:pt x="3108" y="6291"/>
                    </a:cubicBezTo>
                    <a:lnTo>
                      <a:pt x="3359" y="4461"/>
                    </a:lnTo>
                    <a:cubicBezTo>
                      <a:pt x="3860" y="4035"/>
                      <a:pt x="4111" y="3358"/>
                      <a:pt x="3935" y="2682"/>
                    </a:cubicBezTo>
                    <a:lnTo>
                      <a:pt x="3509"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a:extLst>
                  <a:ext uri="{FF2B5EF4-FFF2-40B4-BE49-F238E27FC236}">
                    <a16:creationId xmlns:a16="http://schemas.microsoft.com/office/drawing/2014/main" id="{F58764E1-8693-96A8-CA01-27273E992823}"/>
                  </a:ext>
                </a:extLst>
              </p:cNvPr>
              <p:cNvSpPr/>
              <p:nvPr/>
            </p:nvSpPr>
            <p:spPr>
              <a:xfrm>
                <a:off x="5990537" y="2792332"/>
                <a:ext cx="144842" cy="168476"/>
              </a:xfrm>
              <a:custGeom>
                <a:avLst/>
                <a:gdLst/>
                <a:ahLst/>
                <a:cxnLst/>
                <a:rect l="l" t="t" r="r" b="b"/>
                <a:pathLst>
                  <a:path w="4713" h="5482" extrusionOk="0">
                    <a:moveTo>
                      <a:pt x="3608" y="1"/>
                    </a:moveTo>
                    <a:cubicBezTo>
                      <a:pt x="3312" y="1"/>
                      <a:pt x="3017" y="100"/>
                      <a:pt x="2783" y="276"/>
                    </a:cubicBezTo>
                    <a:cubicBezTo>
                      <a:pt x="2582" y="426"/>
                      <a:pt x="2407" y="627"/>
                      <a:pt x="2181" y="752"/>
                    </a:cubicBezTo>
                    <a:cubicBezTo>
                      <a:pt x="1780" y="978"/>
                      <a:pt x="1304" y="877"/>
                      <a:pt x="903" y="1128"/>
                    </a:cubicBezTo>
                    <a:cubicBezTo>
                      <a:pt x="652" y="1303"/>
                      <a:pt x="427" y="1604"/>
                      <a:pt x="376" y="1905"/>
                    </a:cubicBezTo>
                    <a:cubicBezTo>
                      <a:pt x="351" y="2156"/>
                      <a:pt x="376" y="2406"/>
                      <a:pt x="326" y="2632"/>
                    </a:cubicBezTo>
                    <a:cubicBezTo>
                      <a:pt x="276" y="2933"/>
                      <a:pt x="51" y="3183"/>
                      <a:pt x="26" y="3509"/>
                    </a:cubicBezTo>
                    <a:cubicBezTo>
                      <a:pt x="1" y="3710"/>
                      <a:pt x="101" y="3910"/>
                      <a:pt x="176" y="4111"/>
                    </a:cubicBezTo>
                    <a:cubicBezTo>
                      <a:pt x="276" y="4411"/>
                      <a:pt x="402" y="4687"/>
                      <a:pt x="502" y="4963"/>
                    </a:cubicBezTo>
                    <a:cubicBezTo>
                      <a:pt x="552" y="5113"/>
                      <a:pt x="602" y="5464"/>
                      <a:pt x="828" y="5464"/>
                    </a:cubicBezTo>
                    <a:cubicBezTo>
                      <a:pt x="855" y="5476"/>
                      <a:pt x="882" y="5481"/>
                      <a:pt x="907" y="5481"/>
                    </a:cubicBezTo>
                    <a:cubicBezTo>
                      <a:pt x="1212" y="5481"/>
                      <a:pt x="1402" y="4718"/>
                      <a:pt x="1379" y="4486"/>
                    </a:cubicBezTo>
                    <a:cubicBezTo>
                      <a:pt x="1304" y="3760"/>
                      <a:pt x="1204" y="2832"/>
                      <a:pt x="2056" y="2557"/>
                    </a:cubicBezTo>
                    <a:cubicBezTo>
                      <a:pt x="2356" y="2456"/>
                      <a:pt x="2707" y="2456"/>
                      <a:pt x="3033" y="2406"/>
                    </a:cubicBezTo>
                    <a:cubicBezTo>
                      <a:pt x="3384" y="2331"/>
                      <a:pt x="3735" y="2206"/>
                      <a:pt x="4011" y="1980"/>
                    </a:cubicBezTo>
                    <a:cubicBezTo>
                      <a:pt x="4211" y="1830"/>
                      <a:pt x="4361" y="1654"/>
                      <a:pt x="4487" y="1454"/>
                    </a:cubicBezTo>
                    <a:cubicBezTo>
                      <a:pt x="4637" y="1178"/>
                      <a:pt x="4712" y="877"/>
                      <a:pt x="4612" y="577"/>
                    </a:cubicBezTo>
                    <a:cubicBezTo>
                      <a:pt x="4487" y="276"/>
                      <a:pt x="4186" y="75"/>
                      <a:pt x="3860" y="25"/>
                    </a:cubicBezTo>
                    <a:cubicBezTo>
                      <a:pt x="3777" y="9"/>
                      <a:pt x="3693" y="1"/>
                      <a:pt x="360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a:extLst>
                  <a:ext uri="{FF2B5EF4-FFF2-40B4-BE49-F238E27FC236}">
                    <a16:creationId xmlns:a16="http://schemas.microsoft.com/office/drawing/2014/main" id="{3631C301-EDB1-A03E-F6F7-2FE69334E6F1}"/>
                  </a:ext>
                </a:extLst>
              </p:cNvPr>
              <p:cNvSpPr/>
              <p:nvPr/>
            </p:nvSpPr>
            <p:spPr>
              <a:xfrm>
                <a:off x="6064482" y="2971017"/>
                <a:ext cx="45484" cy="44716"/>
              </a:xfrm>
              <a:custGeom>
                <a:avLst/>
                <a:gdLst/>
                <a:ahLst/>
                <a:cxnLst/>
                <a:rect l="l" t="t" r="r" b="b"/>
                <a:pathLst>
                  <a:path w="1480" h="1455" extrusionOk="0">
                    <a:moveTo>
                      <a:pt x="1479" y="1"/>
                    </a:moveTo>
                    <a:cubicBezTo>
                      <a:pt x="1125" y="89"/>
                      <a:pt x="808" y="178"/>
                      <a:pt x="458" y="178"/>
                    </a:cubicBezTo>
                    <a:cubicBezTo>
                      <a:pt x="313" y="178"/>
                      <a:pt x="162" y="163"/>
                      <a:pt x="1" y="126"/>
                    </a:cubicBezTo>
                    <a:lnTo>
                      <a:pt x="1" y="126"/>
                    </a:lnTo>
                    <a:cubicBezTo>
                      <a:pt x="402" y="602"/>
                      <a:pt x="903" y="953"/>
                      <a:pt x="1229" y="1454"/>
                    </a:cubicBezTo>
                    <a:lnTo>
                      <a:pt x="1354" y="502"/>
                    </a:lnTo>
                    <a:cubicBezTo>
                      <a:pt x="1379" y="327"/>
                      <a:pt x="1429" y="176"/>
                      <a:pt x="14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1">
                <a:extLst>
                  <a:ext uri="{FF2B5EF4-FFF2-40B4-BE49-F238E27FC236}">
                    <a16:creationId xmlns:a16="http://schemas.microsoft.com/office/drawing/2014/main" id="{8A4003D1-13CC-EE51-00BD-9C0DD91D62CF}"/>
                  </a:ext>
                </a:extLst>
              </p:cNvPr>
              <p:cNvSpPr/>
              <p:nvPr/>
            </p:nvSpPr>
            <p:spPr>
              <a:xfrm>
                <a:off x="6082983" y="2929434"/>
                <a:ext cx="28520" cy="18993"/>
              </a:xfrm>
              <a:custGeom>
                <a:avLst/>
                <a:gdLst/>
                <a:ahLst/>
                <a:cxnLst/>
                <a:rect l="l" t="t" r="r" b="b"/>
                <a:pathLst>
                  <a:path w="928" h="618" extrusionOk="0">
                    <a:moveTo>
                      <a:pt x="902" y="0"/>
                    </a:moveTo>
                    <a:cubicBezTo>
                      <a:pt x="902" y="0"/>
                      <a:pt x="877" y="25"/>
                      <a:pt x="902" y="25"/>
                    </a:cubicBezTo>
                    <a:lnTo>
                      <a:pt x="0" y="276"/>
                    </a:lnTo>
                    <a:cubicBezTo>
                      <a:pt x="25" y="426"/>
                      <a:pt x="150" y="577"/>
                      <a:pt x="301" y="602"/>
                    </a:cubicBezTo>
                    <a:cubicBezTo>
                      <a:pt x="338" y="613"/>
                      <a:pt x="376" y="618"/>
                      <a:pt x="413" y="618"/>
                    </a:cubicBezTo>
                    <a:cubicBezTo>
                      <a:pt x="548" y="618"/>
                      <a:pt x="673" y="550"/>
                      <a:pt x="752" y="452"/>
                    </a:cubicBezTo>
                    <a:cubicBezTo>
                      <a:pt x="852" y="351"/>
                      <a:pt x="927" y="176"/>
                      <a:pt x="9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873" name="Google Shape;873;p31">
            <a:extLst>
              <a:ext uri="{FF2B5EF4-FFF2-40B4-BE49-F238E27FC236}">
                <a16:creationId xmlns:a16="http://schemas.microsoft.com/office/drawing/2014/main" id="{65C6FBE5-EAF6-98BB-FF79-86C1EA4EC05F}"/>
              </a:ext>
            </a:extLst>
          </p:cNvPr>
          <p:cNvCxnSpPr/>
          <p:nvPr/>
        </p:nvCxnSpPr>
        <p:spPr>
          <a:xfrm>
            <a:off x="3613800" y="4604000"/>
            <a:ext cx="5530200" cy="0"/>
          </a:xfrm>
          <a:prstGeom prst="straightConnector1">
            <a:avLst/>
          </a:prstGeom>
          <a:noFill/>
          <a:ln w="19050" cap="flat" cmpd="sng">
            <a:solidFill>
              <a:schemeClr val="dk1"/>
            </a:solidFill>
            <a:prstDash val="solid"/>
            <a:round/>
            <a:headEnd type="none" w="med" len="med"/>
            <a:tailEnd type="none" w="med" len="med"/>
          </a:ln>
        </p:spPr>
      </p:cxnSp>
      <p:grpSp>
        <p:nvGrpSpPr>
          <p:cNvPr id="874" name="Google Shape;874;p31">
            <a:extLst>
              <a:ext uri="{FF2B5EF4-FFF2-40B4-BE49-F238E27FC236}">
                <a16:creationId xmlns:a16="http://schemas.microsoft.com/office/drawing/2014/main" id="{F24F299F-B17B-CE5A-6B25-17B24EAB17E4}"/>
              </a:ext>
            </a:extLst>
          </p:cNvPr>
          <p:cNvGrpSpPr/>
          <p:nvPr/>
        </p:nvGrpSpPr>
        <p:grpSpPr>
          <a:xfrm>
            <a:off x="6654800" y="3474"/>
            <a:ext cx="711420" cy="1050883"/>
            <a:chOff x="6034650" y="3474"/>
            <a:chExt cx="711420" cy="1050883"/>
          </a:xfrm>
        </p:grpSpPr>
        <p:sp>
          <p:nvSpPr>
            <p:cNvPr id="875" name="Google Shape;875;p31">
              <a:extLst>
                <a:ext uri="{FF2B5EF4-FFF2-40B4-BE49-F238E27FC236}">
                  <a16:creationId xmlns:a16="http://schemas.microsoft.com/office/drawing/2014/main" id="{8AD26DDC-9BFB-805D-F962-69BF2628022B}"/>
                </a:ext>
              </a:extLst>
            </p:cNvPr>
            <p:cNvSpPr/>
            <p:nvPr/>
          </p:nvSpPr>
          <p:spPr>
            <a:xfrm>
              <a:off x="6289987" y="853551"/>
              <a:ext cx="200747" cy="200806"/>
            </a:xfrm>
            <a:custGeom>
              <a:avLst/>
              <a:gdLst/>
              <a:ahLst/>
              <a:cxnLst/>
              <a:rect l="l" t="t" r="r" b="b"/>
              <a:pathLst>
                <a:path w="3409" h="3410" extrusionOk="0">
                  <a:moveTo>
                    <a:pt x="1704" y="1"/>
                  </a:moveTo>
                  <a:cubicBezTo>
                    <a:pt x="752" y="1"/>
                    <a:pt x="0" y="752"/>
                    <a:pt x="0" y="1705"/>
                  </a:cubicBezTo>
                  <a:cubicBezTo>
                    <a:pt x="0" y="2657"/>
                    <a:pt x="752" y="3409"/>
                    <a:pt x="1704" y="3409"/>
                  </a:cubicBezTo>
                  <a:cubicBezTo>
                    <a:pt x="2657" y="3409"/>
                    <a:pt x="3409" y="2657"/>
                    <a:pt x="3409" y="1705"/>
                  </a:cubicBezTo>
                  <a:cubicBezTo>
                    <a:pt x="3409" y="752"/>
                    <a:pt x="2657" y="1"/>
                    <a:pt x="17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1">
              <a:extLst>
                <a:ext uri="{FF2B5EF4-FFF2-40B4-BE49-F238E27FC236}">
                  <a16:creationId xmlns:a16="http://schemas.microsoft.com/office/drawing/2014/main" id="{7C3D9B27-8D4A-5BE6-BB75-B30D75BF41A6}"/>
                </a:ext>
              </a:extLst>
            </p:cNvPr>
            <p:cNvSpPr/>
            <p:nvPr/>
          </p:nvSpPr>
          <p:spPr>
            <a:xfrm>
              <a:off x="6034650" y="558356"/>
              <a:ext cx="711420" cy="358743"/>
            </a:xfrm>
            <a:custGeom>
              <a:avLst/>
              <a:gdLst/>
              <a:ahLst/>
              <a:cxnLst/>
              <a:rect l="l" t="t" r="r" b="b"/>
              <a:pathLst>
                <a:path w="12081" h="6092" extrusionOk="0">
                  <a:moveTo>
                    <a:pt x="6041" y="1"/>
                  </a:moveTo>
                  <a:cubicBezTo>
                    <a:pt x="2707" y="1"/>
                    <a:pt x="0" y="2708"/>
                    <a:pt x="0" y="6041"/>
                  </a:cubicBezTo>
                  <a:lnTo>
                    <a:pt x="0"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1">
              <a:extLst>
                <a:ext uri="{FF2B5EF4-FFF2-40B4-BE49-F238E27FC236}">
                  <a16:creationId xmlns:a16="http://schemas.microsoft.com/office/drawing/2014/main" id="{77A66B0F-732B-A5DE-8468-A1A8FC47594A}"/>
                </a:ext>
              </a:extLst>
            </p:cNvPr>
            <p:cNvSpPr/>
            <p:nvPr/>
          </p:nvSpPr>
          <p:spPr>
            <a:xfrm>
              <a:off x="6390331" y="3474"/>
              <a:ext cx="59" cy="554956"/>
            </a:xfrm>
            <a:custGeom>
              <a:avLst/>
              <a:gdLst/>
              <a:ahLst/>
              <a:cxnLst/>
              <a:rect l="l" t="t" r="r" b="b"/>
              <a:pathLst>
                <a:path w="1" h="9424" fill="none" extrusionOk="0">
                  <a:moveTo>
                    <a:pt x="0" y="0"/>
                  </a:moveTo>
                  <a:lnTo>
                    <a:pt x="0" y="9424"/>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8" name="Google Shape;878;p31">
            <a:extLst>
              <a:ext uri="{FF2B5EF4-FFF2-40B4-BE49-F238E27FC236}">
                <a16:creationId xmlns:a16="http://schemas.microsoft.com/office/drawing/2014/main" id="{BFAE3881-C37B-1A92-5501-BBC0E686CE8B}"/>
              </a:ext>
            </a:extLst>
          </p:cNvPr>
          <p:cNvCxnSpPr/>
          <p:nvPr/>
        </p:nvCxnSpPr>
        <p:spPr>
          <a:xfrm>
            <a:off x="946617" y="2239500"/>
            <a:ext cx="1732800" cy="0"/>
          </a:xfrm>
          <a:prstGeom prst="straightConnector1">
            <a:avLst/>
          </a:prstGeom>
          <a:noFill/>
          <a:ln w="19050" cap="flat" cmpd="sng">
            <a:solidFill>
              <a:schemeClr val="dk1"/>
            </a:solidFill>
            <a:prstDash val="solid"/>
            <a:round/>
            <a:headEnd type="none" w="med" len="med"/>
            <a:tailEnd type="none" w="med" len="med"/>
          </a:ln>
        </p:spPr>
      </p:cxnSp>
      <p:grpSp>
        <p:nvGrpSpPr>
          <p:cNvPr id="879" name="Google Shape;879;p31">
            <a:extLst>
              <a:ext uri="{FF2B5EF4-FFF2-40B4-BE49-F238E27FC236}">
                <a16:creationId xmlns:a16="http://schemas.microsoft.com/office/drawing/2014/main" id="{44396BD5-8A0F-01BB-35C6-178AC4DCBCD4}"/>
              </a:ext>
            </a:extLst>
          </p:cNvPr>
          <p:cNvGrpSpPr/>
          <p:nvPr/>
        </p:nvGrpSpPr>
        <p:grpSpPr>
          <a:xfrm>
            <a:off x="5620389" y="2174544"/>
            <a:ext cx="979405" cy="2692853"/>
            <a:chOff x="5620389" y="1910926"/>
            <a:chExt cx="979405" cy="2692853"/>
          </a:xfrm>
        </p:grpSpPr>
        <p:sp>
          <p:nvSpPr>
            <p:cNvPr id="880" name="Google Shape;880;p31">
              <a:extLst>
                <a:ext uri="{FF2B5EF4-FFF2-40B4-BE49-F238E27FC236}">
                  <a16:creationId xmlns:a16="http://schemas.microsoft.com/office/drawing/2014/main" id="{393F813B-52B0-7DD3-B2A3-123935789D87}"/>
                </a:ext>
              </a:extLst>
            </p:cNvPr>
            <p:cNvSpPr/>
            <p:nvPr/>
          </p:nvSpPr>
          <p:spPr>
            <a:xfrm>
              <a:off x="6162017" y="4173678"/>
              <a:ext cx="155945" cy="284578"/>
            </a:xfrm>
            <a:custGeom>
              <a:avLst/>
              <a:gdLst/>
              <a:ahLst/>
              <a:cxnLst/>
              <a:rect l="l" t="t" r="r" b="b"/>
              <a:pathLst>
                <a:path w="3009" h="5491" extrusionOk="0">
                  <a:moveTo>
                    <a:pt x="1331" y="0"/>
                  </a:moveTo>
                  <a:cubicBezTo>
                    <a:pt x="899" y="0"/>
                    <a:pt x="570" y="188"/>
                    <a:pt x="427" y="579"/>
                  </a:cubicBezTo>
                  <a:cubicBezTo>
                    <a:pt x="1" y="1732"/>
                    <a:pt x="527" y="3962"/>
                    <a:pt x="828" y="5290"/>
                  </a:cubicBezTo>
                  <a:cubicBezTo>
                    <a:pt x="1007" y="5271"/>
                    <a:pt x="1189" y="5262"/>
                    <a:pt x="1374" y="5262"/>
                  </a:cubicBezTo>
                  <a:cubicBezTo>
                    <a:pt x="1912" y="5262"/>
                    <a:pt x="2467" y="5342"/>
                    <a:pt x="3008" y="5491"/>
                  </a:cubicBezTo>
                  <a:cubicBezTo>
                    <a:pt x="3008" y="4238"/>
                    <a:pt x="2983" y="3010"/>
                    <a:pt x="2908" y="1757"/>
                  </a:cubicBezTo>
                  <a:cubicBezTo>
                    <a:pt x="2883" y="930"/>
                    <a:pt x="2557" y="178"/>
                    <a:pt x="1630" y="27"/>
                  </a:cubicBezTo>
                  <a:cubicBezTo>
                    <a:pt x="1526" y="9"/>
                    <a:pt x="1426" y="0"/>
                    <a:pt x="133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1">
              <a:extLst>
                <a:ext uri="{FF2B5EF4-FFF2-40B4-BE49-F238E27FC236}">
                  <a16:creationId xmlns:a16="http://schemas.microsoft.com/office/drawing/2014/main" id="{30478ADE-DF7E-D2A4-B0D7-B72E721ACB91}"/>
                </a:ext>
              </a:extLst>
            </p:cNvPr>
            <p:cNvSpPr/>
            <p:nvPr/>
          </p:nvSpPr>
          <p:spPr>
            <a:xfrm>
              <a:off x="5756794" y="2952722"/>
              <a:ext cx="619582" cy="1379561"/>
            </a:xfrm>
            <a:custGeom>
              <a:avLst/>
              <a:gdLst/>
              <a:ahLst/>
              <a:cxnLst/>
              <a:rect l="l" t="t" r="r" b="b"/>
              <a:pathLst>
                <a:path w="11955" h="26619" extrusionOk="0">
                  <a:moveTo>
                    <a:pt x="3842" y="0"/>
                  </a:moveTo>
                  <a:cubicBezTo>
                    <a:pt x="3521" y="0"/>
                    <a:pt x="3201" y="53"/>
                    <a:pt x="2907" y="178"/>
                  </a:cubicBezTo>
                  <a:cubicBezTo>
                    <a:pt x="2005" y="554"/>
                    <a:pt x="1303" y="1280"/>
                    <a:pt x="551" y="1907"/>
                  </a:cubicBezTo>
                  <a:cubicBezTo>
                    <a:pt x="451" y="2408"/>
                    <a:pt x="351" y="2909"/>
                    <a:pt x="251" y="3386"/>
                  </a:cubicBezTo>
                  <a:cubicBezTo>
                    <a:pt x="0" y="4564"/>
                    <a:pt x="326" y="5942"/>
                    <a:pt x="902" y="6970"/>
                  </a:cubicBezTo>
                  <a:cubicBezTo>
                    <a:pt x="1103" y="7371"/>
                    <a:pt x="1353" y="7722"/>
                    <a:pt x="1529" y="8123"/>
                  </a:cubicBezTo>
                  <a:cubicBezTo>
                    <a:pt x="1779" y="8749"/>
                    <a:pt x="1830" y="9426"/>
                    <a:pt x="2030" y="10052"/>
                  </a:cubicBezTo>
                  <a:cubicBezTo>
                    <a:pt x="2231" y="10679"/>
                    <a:pt x="2556" y="11230"/>
                    <a:pt x="2857" y="11807"/>
                  </a:cubicBezTo>
                  <a:cubicBezTo>
                    <a:pt x="4060" y="13962"/>
                    <a:pt x="5489" y="16519"/>
                    <a:pt x="5764" y="19000"/>
                  </a:cubicBezTo>
                  <a:cubicBezTo>
                    <a:pt x="5840" y="19802"/>
                    <a:pt x="5714" y="20679"/>
                    <a:pt x="5689" y="21481"/>
                  </a:cubicBezTo>
                  <a:cubicBezTo>
                    <a:pt x="5639" y="22408"/>
                    <a:pt x="6090" y="23110"/>
                    <a:pt x="6191" y="23987"/>
                  </a:cubicBezTo>
                  <a:cubicBezTo>
                    <a:pt x="6291" y="24814"/>
                    <a:pt x="6291" y="25692"/>
                    <a:pt x="6266" y="26544"/>
                  </a:cubicBezTo>
                  <a:cubicBezTo>
                    <a:pt x="6266" y="26569"/>
                    <a:pt x="6291" y="26619"/>
                    <a:pt x="6341" y="26619"/>
                  </a:cubicBezTo>
                  <a:lnTo>
                    <a:pt x="11704" y="26619"/>
                  </a:lnTo>
                  <a:cubicBezTo>
                    <a:pt x="11729" y="26619"/>
                    <a:pt x="11754" y="26594"/>
                    <a:pt x="11754" y="26544"/>
                  </a:cubicBezTo>
                  <a:cubicBezTo>
                    <a:pt x="11830" y="25992"/>
                    <a:pt x="11855" y="25516"/>
                    <a:pt x="11855" y="25516"/>
                  </a:cubicBezTo>
                  <a:cubicBezTo>
                    <a:pt x="11955" y="24739"/>
                    <a:pt x="11955" y="24088"/>
                    <a:pt x="11754" y="23336"/>
                  </a:cubicBezTo>
                  <a:cubicBezTo>
                    <a:pt x="11654" y="23010"/>
                    <a:pt x="11579" y="22684"/>
                    <a:pt x="11504" y="22358"/>
                  </a:cubicBezTo>
                  <a:cubicBezTo>
                    <a:pt x="11404" y="21832"/>
                    <a:pt x="11353" y="21306"/>
                    <a:pt x="11303" y="20779"/>
                  </a:cubicBezTo>
                  <a:cubicBezTo>
                    <a:pt x="11228" y="20002"/>
                    <a:pt x="11228" y="19200"/>
                    <a:pt x="11153" y="18423"/>
                  </a:cubicBezTo>
                  <a:cubicBezTo>
                    <a:pt x="11078" y="17646"/>
                    <a:pt x="10952" y="16869"/>
                    <a:pt x="10827" y="16118"/>
                  </a:cubicBezTo>
                  <a:cubicBezTo>
                    <a:pt x="10426" y="13812"/>
                    <a:pt x="10025" y="11481"/>
                    <a:pt x="9474" y="9200"/>
                  </a:cubicBezTo>
                  <a:cubicBezTo>
                    <a:pt x="9198" y="8072"/>
                    <a:pt x="8872" y="6920"/>
                    <a:pt x="8496" y="5817"/>
                  </a:cubicBezTo>
                  <a:cubicBezTo>
                    <a:pt x="8045" y="4488"/>
                    <a:pt x="7494" y="3210"/>
                    <a:pt x="6792" y="1982"/>
                  </a:cubicBezTo>
                  <a:cubicBezTo>
                    <a:pt x="6366" y="1255"/>
                    <a:pt x="5865" y="478"/>
                    <a:pt x="4988" y="203"/>
                  </a:cubicBezTo>
                  <a:cubicBezTo>
                    <a:pt x="4630" y="79"/>
                    <a:pt x="4234" y="0"/>
                    <a:pt x="384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1">
              <a:extLst>
                <a:ext uri="{FF2B5EF4-FFF2-40B4-BE49-F238E27FC236}">
                  <a16:creationId xmlns:a16="http://schemas.microsoft.com/office/drawing/2014/main" id="{76E8E95C-BF6C-F19A-47CF-8975170F7FBA}"/>
                </a:ext>
              </a:extLst>
            </p:cNvPr>
            <p:cNvSpPr/>
            <p:nvPr/>
          </p:nvSpPr>
          <p:spPr>
            <a:xfrm>
              <a:off x="6097080" y="2305370"/>
              <a:ext cx="502714" cy="862129"/>
            </a:xfrm>
            <a:custGeom>
              <a:avLst/>
              <a:gdLst/>
              <a:ahLst/>
              <a:cxnLst/>
              <a:rect l="l" t="t" r="r" b="b"/>
              <a:pathLst>
                <a:path w="9700" h="16635" extrusionOk="0">
                  <a:moveTo>
                    <a:pt x="1617" y="0"/>
                  </a:moveTo>
                  <a:cubicBezTo>
                    <a:pt x="1143" y="0"/>
                    <a:pt x="668" y="230"/>
                    <a:pt x="427" y="639"/>
                  </a:cubicBezTo>
                  <a:cubicBezTo>
                    <a:pt x="0" y="1365"/>
                    <a:pt x="401" y="1992"/>
                    <a:pt x="552" y="2719"/>
                  </a:cubicBezTo>
                  <a:cubicBezTo>
                    <a:pt x="777" y="3721"/>
                    <a:pt x="953" y="4724"/>
                    <a:pt x="1153" y="5726"/>
                  </a:cubicBezTo>
                  <a:cubicBezTo>
                    <a:pt x="1279" y="6428"/>
                    <a:pt x="1429" y="7105"/>
                    <a:pt x="1655" y="7781"/>
                  </a:cubicBezTo>
                  <a:cubicBezTo>
                    <a:pt x="2532" y="10363"/>
                    <a:pt x="5138" y="12218"/>
                    <a:pt x="5489" y="14974"/>
                  </a:cubicBezTo>
                  <a:cubicBezTo>
                    <a:pt x="5564" y="15375"/>
                    <a:pt x="5665" y="15802"/>
                    <a:pt x="6016" y="15977"/>
                  </a:cubicBezTo>
                  <a:cubicBezTo>
                    <a:pt x="6141" y="16052"/>
                    <a:pt x="6266" y="16077"/>
                    <a:pt x="6417" y="16127"/>
                  </a:cubicBezTo>
                  <a:cubicBezTo>
                    <a:pt x="7068" y="16253"/>
                    <a:pt x="7745" y="16403"/>
                    <a:pt x="8422" y="16553"/>
                  </a:cubicBezTo>
                  <a:cubicBezTo>
                    <a:pt x="8587" y="16598"/>
                    <a:pt x="8761" y="16635"/>
                    <a:pt x="8934" y="16635"/>
                  </a:cubicBezTo>
                  <a:cubicBezTo>
                    <a:pt x="9049" y="16635"/>
                    <a:pt x="9163" y="16619"/>
                    <a:pt x="9274" y="16578"/>
                  </a:cubicBezTo>
                  <a:cubicBezTo>
                    <a:pt x="9524" y="16453"/>
                    <a:pt x="9700" y="16077"/>
                    <a:pt x="9524" y="15852"/>
                  </a:cubicBezTo>
                  <a:cubicBezTo>
                    <a:pt x="9449" y="15776"/>
                    <a:pt x="9324" y="15726"/>
                    <a:pt x="9199" y="15676"/>
                  </a:cubicBezTo>
                  <a:cubicBezTo>
                    <a:pt x="8697" y="15501"/>
                    <a:pt x="7695" y="15350"/>
                    <a:pt x="7369" y="14899"/>
                  </a:cubicBezTo>
                  <a:cubicBezTo>
                    <a:pt x="7043" y="14448"/>
                    <a:pt x="7118" y="13796"/>
                    <a:pt x="6993" y="13270"/>
                  </a:cubicBezTo>
                  <a:cubicBezTo>
                    <a:pt x="6993" y="13270"/>
                    <a:pt x="6993" y="13245"/>
                    <a:pt x="6993" y="13245"/>
                  </a:cubicBezTo>
                  <a:cubicBezTo>
                    <a:pt x="6843" y="12644"/>
                    <a:pt x="6542" y="12067"/>
                    <a:pt x="6391" y="11466"/>
                  </a:cubicBezTo>
                  <a:cubicBezTo>
                    <a:pt x="6091" y="10263"/>
                    <a:pt x="5965" y="8909"/>
                    <a:pt x="5138" y="7932"/>
                  </a:cubicBezTo>
                  <a:cubicBezTo>
                    <a:pt x="4888" y="7631"/>
                    <a:pt x="4587" y="7355"/>
                    <a:pt x="4437" y="7004"/>
                  </a:cubicBezTo>
                  <a:cubicBezTo>
                    <a:pt x="4336" y="6679"/>
                    <a:pt x="4361" y="6328"/>
                    <a:pt x="4386" y="5977"/>
                  </a:cubicBezTo>
                  <a:cubicBezTo>
                    <a:pt x="4462" y="4674"/>
                    <a:pt x="4111" y="3571"/>
                    <a:pt x="3710" y="2368"/>
                  </a:cubicBezTo>
                  <a:cubicBezTo>
                    <a:pt x="3409" y="1516"/>
                    <a:pt x="3058" y="438"/>
                    <a:pt x="2106" y="87"/>
                  </a:cubicBezTo>
                  <a:cubicBezTo>
                    <a:pt x="1950" y="29"/>
                    <a:pt x="1784" y="0"/>
                    <a:pt x="1617"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1">
              <a:extLst>
                <a:ext uri="{FF2B5EF4-FFF2-40B4-BE49-F238E27FC236}">
                  <a16:creationId xmlns:a16="http://schemas.microsoft.com/office/drawing/2014/main" id="{6EC9A212-A7E3-91AD-1BBD-6F07ABDC847B}"/>
                </a:ext>
              </a:extLst>
            </p:cNvPr>
            <p:cNvSpPr/>
            <p:nvPr/>
          </p:nvSpPr>
          <p:spPr>
            <a:xfrm>
              <a:off x="5702222" y="4245197"/>
              <a:ext cx="165015" cy="272813"/>
            </a:xfrm>
            <a:custGeom>
              <a:avLst/>
              <a:gdLst/>
              <a:ahLst/>
              <a:cxnLst/>
              <a:rect l="l" t="t" r="r" b="b"/>
              <a:pathLst>
                <a:path w="3184" h="5264" extrusionOk="0">
                  <a:moveTo>
                    <a:pt x="1883" y="0"/>
                  </a:moveTo>
                  <a:cubicBezTo>
                    <a:pt x="1448" y="0"/>
                    <a:pt x="1073" y="202"/>
                    <a:pt x="802" y="577"/>
                  </a:cubicBezTo>
                  <a:cubicBezTo>
                    <a:pt x="76" y="1680"/>
                    <a:pt x="25" y="3810"/>
                    <a:pt x="0" y="5088"/>
                  </a:cubicBezTo>
                  <a:cubicBezTo>
                    <a:pt x="205" y="5067"/>
                    <a:pt x="412" y="5055"/>
                    <a:pt x="619" y="5055"/>
                  </a:cubicBezTo>
                  <a:cubicBezTo>
                    <a:pt x="1124" y="5055"/>
                    <a:pt x="1634" y="5122"/>
                    <a:pt x="2131" y="5264"/>
                  </a:cubicBezTo>
                  <a:cubicBezTo>
                    <a:pt x="2431" y="4086"/>
                    <a:pt x="2732" y="2883"/>
                    <a:pt x="3008" y="1680"/>
                  </a:cubicBezTo>
                  <a:cubicBezTo>
                    <a:pt x="3183" y="903"/>
                    <a:pt x="3058" y="176"/>
                    <a:pt x="2156" y="26"/>
                  </a:cubicBezTo>
                  <a:cubicBezTo>
                    <a:pt x="2063" y="9"/>
                    <a:pt x="1972" y="0"/>
                    <a:pt x="188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1">
              <a:extLst>
                <a:ext uri="{FF2B5EF4-FFF2-40B4-BE49-F238E27FC236}">
                  <a16:creationId xmlns:a16="http://schemas.microsoft.com/office/drawing/2014/main" id="{68773073-DB16-9B3F-6382-2B93F05C10EA}"/>
                </a:ext>
              </a:extLst>
            </p:cNvPr>
            <p:cNvSpPr/>
            <p:nvPr/>
          </p:nvSpPr>
          <p:spPr>
            <a:xfrm>
              <a:off x="5682735" y="4452913"/>
              <a:ext cx="335160" cy="150866"/>
            </a:xfrm>
            <a:custGeom>
              <a:avLst/>
              <a:gdLst/>
              <a:ahLst/>
              <a:cxnLst/>
              <a:rect l="l" t="t" r="r" b="b"/>
              <a:pathLst>
                <a:path w="6467" h="2911" extrusionOk="0">
                  <a:moveTo>
                    <a:pt x="2944" y="1"/>
                  </a:moveTo>
                  <a:cubicBezTo>
                    <a:pt x="2865" y="1"/>
                    <a:pt x="2729" y="180"/>
                    <a:pt x="2682" y="203"/>
                  </a:cubicBezTo>
                  <a:cubicBezTo>
                    <a:pt x="2582" y="278"/>
                    <a:pt x="2482" y="354"/>
                    <a:pt x="2356" y="404"/>
                  </a:cubicBezTo>
                  <a:cubicBezTo>
                    <a:pt x="2131" y="504"/>
                    <a:pt x="1880" y="554"/>
                    <a:pt x="1630" y="579"/>
                  </a:cubicBezTo>
                  <a:cubicBezTo>
                    <a:pt x="1564" y="587"/>
                    <a:pt x="1497" y="590"/>
                    <a:pt x="1429" y="590"/>
                  </a:cubicBezTo>
                  <a:cubicBezTo>
                    <a:pt x="1052" y="590"/>
                    <a:pt x="637" y="481"/>
                    <a:pt x="276" y="354"/>
                  </a:cubicBezTo>
                  <a:cubicBezTo>
                    <a:pt x="276" y="704"/>
                    <a:pt x="226" y="1055"/>
                    <a:pt x="151" y="1406"/>
                  </a:cubicBezTo>
                  <a:cubicBezTo>
                    <a:pt x="51" y="1807"/>
                    <a:pt x="0" y="2258"/>
                    <a:pt x="376" y="2509"/>
                  </a:cubicBezTo>
                  <a:cubicBezTo>
                    <a:pt x="677" y="2735"/>
                    <a:pt x="1103" y="2785"/>
                    <a:pt x="1479" y="2810"/>
                  </a:cubicBezTo>
                  <a:cubicBezTo>
                    <a:pt x="2381" y="2860"/>
                    <a:pt x="3309" y="2910"/>
                    <a:pt x="4211" y="2910"/>
                  </a:cubicBezTo>
                  <a:lnTo>
                    <a:pt x="4386" y="2910"/>
                  </a:lnTo>
                  <a:cubicBezTo>
                    <a:pt x="4988" y="2910"/>
                    <a:pt x="5589" y="2885"/>
                    <a:pt x="6116" y="2559"/>
                  </a:cubicBezTo>
                  <a:cubicBezTo>
                    <a:pt x="6116" y="2559"/>
                    <a:pt x="6141" y="2534"/>
                    <a:pt x="6141" y="2534"/>
                  </a:cubicBezTo>
                  <a:cubicBezTo>
                    <a:pt x="6341" y="2409"/>
                    <a:pt x="6467" y="2208"/>
                    <a:pt x="6467" y="1983"/>
                  </a:cubicBezTo>
                  <a:cubicBezTo>
                    <a:pt x="6467" y="1782"/>
                    <a:pt x="6316" y="1607"/>
                    <a:pt x="6141" y="1481"/>
                  </a:cubicBezTo>
                  <a:cubicBezTo>
                    <a:pt x="5990" y="1381"/>
                    <a:pt x="5790" y="1306"/>
                    <a:pt x="5589" y="1281"/>
                  </a:cubicBezTo>
                  <a:cubicBezTo>
                    <a:pt x="5264" y="1181"/>
                    <a:pt x="4963" y="1131"/>
                    <a:pt x="4637" y="1055"/>
                  </a:cubicBezTo>
                  <a:cubicBezTo>
                    <a:pt x="4411" y="1030"/>
                    <a:pt x="4186" y="980"/>
                    <a:pt x="3960" y="905"/>
                  </a:cubicBezTo>
                  <a:cubicBezTo>
                    <a:pt x="3735" y="830"/>
                    <a:pt x="3509" y="679"/>
                    <a:pt x="3334" y="529"/>
                  </a:cubicBezTo>
                  <a:cubicBezTo>
                    <a:pt x="3234" y="429"/>
                    <a:pt x="3158" y="329"/>
                    <a:pt x="3083" y="228"/>
                  </a:cubicBezTo>
                  <a:cubicBezTo>
                    <a:pt x="3058" y="178"/>
                    <a:pt x="3008" y="28"/>
                    <a:pt x="2958" y="3"/>
                  </a:cubicBezTo>
                  <a:cubicBezTo>
                    <a:pt x="2953" y="1"/>
                    <a:pt x="2949" y="1"/>
                    <a:pt x="294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1">
              <a:extLst>
                <a:ext uri="{FF2B5EF4-FFF2-40B4-BE49-F238E27FC236}">
                  <a16:creationId xmlns:a16="http://schemas.microsoft.com/office/drawing/2014/main" id="{AE344CE4-58AC-E21B-BAA8-2D87818B94D1}"/>
                </a:ext>
              </a:extLst>
            </p:cNvPr>
            <p:cNvSpPr/>
            <p:nvPr/>
          </p:nvSpPr>
          <p:spPr>
            <a:xfrm>
              <a:off x="6173730" y="4409846"/>
              <a:ext cx="315673" cy="140242"/>
            </a:xfrm>
            <a:custGeom>
              <a:avLst/>
              <a:gdLst/>
              <a:ahLst/>
              <a:cxnLst/>
              <a:rect l="l" t="t" r="r" b="b"/>
              <a:pathLst>
                <a:path w="6091" h="2706" extrusionOk="0">
                  <a:moveTo>
                    <a:pt x="2840" y="0"/>
                  </a:moveTo>
                  <a:cubicBezTo>
                    <a:pt x="2772" y="0"/>
                    <a:pt x="2694" y="45"/>
                    <a:pt x="2632" y="107"/>
                  </a:cubicBezTo>
                  <a:cubicBezTo>
                    <a:pt x="2456" y="232"/>
                    <a:pt x="2231" y="282"/>
                    <a:pt x="2030" y="307"/>
                  </a:cubicBezTo>
                  <a:cubicBezTo>
                    <a:pt x="1790" y="349"/>
                    <a:pt x="1549" y="369"/>
                    <a:pt x="1308" y="369"/>
                  </a:cubicBezTo>
                  <a:cubicBezTo>
                    <a:pt x="973" y="369"/>
                    <a:pt x="637" y="330"/>
                    <a:pt x="301" y="257"/>
                  </a:cubicBezTo>
                  <a:lnTo>
                    <a:pt x="301" y="257"/>
                  </a:lnTo>
                  <a:cubicBezTo>
                    <a:pt x="376" y="533"/>
                    <a:pt x="251" y="784"/>
                    <a:pt x="176" y="1059"/>
                  </a:cubicBezTo>
                  <a:cubicBezTo>
                    <a:pt x="25" y="1611"/>
                    <a:pt x="0" y="2488"/>
                    <a:pt x="702" y="2663"/>
                  </a:cubicBezTo>
                  <a:cubicBezTo>
                    <a:pt x="820" y="2693"/>
                    <a:pt x="942" y="2703"/>
                    <a:pt x="1064" y="2703"/>
                  </a:cubicBezTo>
                  <a:cubicBezTo>
                    <a:pt x="1255" y="2703"/>
                    <a:pt x="1447" y="2679"/>
                    <a:pt x="1629" y="2663"/>
                  </a:cubicBezTo>
                  <a:cubicBezTo>
                    <a:pt x="1814" y="2649"/>
                    <a:pt x="2000" y="2643"/>
                    <a:pt x="2187" y="2643"/>
                  </a:cubicBezTo>
                  <a:cubicBezTo>
                    <a:pt x="2810" y="2643"/>
                    <a:pt x="3438" y="2705"/>
                    <a:pt x="4053" y="2705"/>
                  </a:cubicBezTo>
                  <a:cubicBezTo>
                    <a:pt x="4526" y="2705"/>
                    <a:pt x="4991" y="2669"/>
                    <a:pt x="5439" y="2538"/>
                  </a:cubicBezTo>
                  <a:cubicBezTo>
                    <a:pt x="5714" y="2463"/>
                    <a:pt x="6040" y="2262"/>
                    <a:pt x="6090" y="2012"/>
                  </a:cubicBezTo>
                  <a:cubicBezTo>
                    <a:pt x="6090" y="1962"/>
                    <a:pt x="6090" y="1886"/>
                    <a:pt x="6090" y="1836"/>
                  </a:cubicBezTo>
                  <a:cubicBezTo>
                    <a:pt x="6015" y="1561"/>
                    <a:pt x="5689" y="1435"/>
                    <a:pt x="5389" y="1360"/>
                  </a:cubicBezTo>
                  <a:cubicBezTo>
                    <a:pt x="5138" y="1310"/>
                    <a:pt x="4862" y="1260"/>
                    <a:pt x="4612" y="1210"/>
                  </a:cubicBezTo>
                  <a:cubicBezTo>
                    <a:pt x="4411" y="1134"/>
                    <a:pt x="4261" y="1034"/>
                    <a:pt x="4085" y="959"/>
                  </a:cubicBezTo>
                  <a:cubicBezTo>
                    <a:pt x="3659" y="733"/>
                    <a:pt x="3283" y="558"/>
                    <a:pt x="3008" y="132"/>
                  </a:cubicBezTo>
                  <a:cubicBezTo>
                    <a:pt x="2983" y="82"/>
                    <a:pt x="2933" y="32"/>
                    <a:pt x="2882" y="7"/>
                  </a:cubicBezTo>
                  <a:cubicBezTo>
                    <a:pt x="2869" y="2"/>
                    <a:pt x="2855" y="0"/>
                    <a:pt x="28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1">
              <a:extLst>
                <a:ext uri="{FF2B5EF4-FFF2-40B4-BE49-F238E27FC236}">
                  <a16:creationId xmlns:a16="http://schemas.microsoft.com/office/drawing/2014/main" id="{D27813A6-84D8-E10D-F249-C01F1B21B7B9}"/>
                </a:ext>
              </a:extLst>
            </p:cNvPr>
            <p:cNvSpPr/>
            <p:nvPr/>
          </p:nvSpPr>
          <p:spPr>
            <a:xfrm>
              <a:off x="5620389" y="2885919"/>
              <a:ext cx="435184" cy="1491039"/>
            </a:xfrm>
            <a:custGeom>
              <a:avLst/>
              <a:gdLst/>
              <a:ahLst/>
              <a:cxnLst/>
              <a:rect l="l" t="t" r="r" b="b"/>
              <a:pathLst>
                <a:path w="8397" h="28770" extrusionOk="0">
                  <a:moveTo>
                    <a:pt x="3635" y="1"/>
                  </a:moveTo>
                  <a:cubicBezTo>
                    <a:pt x="3304" y="1"/>
                    <a:pt x="2977" y="81"/>
                    <a:pt x="2682" y="264"/>
                  </a:cubicBezTo>
                  <a:cubicBezTo>
                    <a:pt x="2156" y="564"/>
                    <a:pt x="1880" y="1066"/>
                    <a:pt x="1604" y="1592"/>
                  </a:cubicBezTo>
                  <a:cubicBezTo>
                    <a:pt x="1454" y="1918"/>
                    <a:pt x="1304" y="2219"/>
                    <a:pt x="1153" y="2544"/>
                  </a:cubicBezTo>
                  <a:cubicBezTo>
                    <a:pt x="802" y="3221"/>
                    <a:pt x="477" y="3923"/>
                    <a:pt x="276" y="4650"/>
                  </a:cubicBezTo>
                  <a:cubicBezTo>
                    <a:pt x="51" y="5402"/>
                    <a:pt x="0" y="6204"/>
                    <a:pt x="201" y="6930"/>
                  </a:cubicBezTo>
                  <a:cubicBezTo>
                    <a:pt x="351" y="7407"/>
                    <a:pt x="627" y="7657"/>
                    <a:pt x="827" y="8058"/>
                  </a:cubicBezTo>
                  <a:cubicBezTo>
                    <a:pt x="1103" y="8584"/>
                    <a:pt x="1279" y="9161"/>
                    <a:pt x="1304" y="9737"/>
                  </a:cubicBezTo>
                  <a:cubicBezTo>
                    <a:pt x="1329" y="10138"/>
                    <a:pt x="1254" y="10564"/>
                    <a:pt x="1254" y="10965"/>
                  </a:cubicBezTo>
                  <a:cubicBezTo>
                    <a:pt x="1203" y="11918"/>
                    <a:pt x="1404" y="12845"/>
                    <a:pt x="1629" y="13747"/>
                  </a:cubicBezTo>
                  <a:cubicBezTo>
                    <a:pt x="1730" y="14098"/>
                    <a:pt x="1855" y="14449"/>
                    <a:pt x="1855" y="14825"/>
                  </a:cubicBezTo>
                  <a:cubicBezTo>
                    <a:pt x="1880" y="15126"/>
                    <a:pt x="1830" y="15427"/>
                    <a:pt x="1805" y="15752"/>
                  </a:cubicBezTo>
                  <a:cubicBezTo>
                    <a:pt x="1755" y="16554"/>
                    <a:pt x="1905" y="17382"/>
                    <a:pt x="1955" y="18209"/>
                  </a:cubicBezTo>
                  <a:cubicBezTo>
                    <a:pt x="2005" y="19036"/>
                    <a:pt x="1830" y="19712"/>
                    <a:pt x="1529" y="20489"/>
                  </a:cubicBezTo>
                  <a:cubicBezTo>
                    <a:pt x="1329" y="20991"/>
                    <a:pt x="1203" y="21517"/>
                    <a:pt x="1203" y="22043"/>
                  </a:cubicBezTo>
                  <a:cubicBezTo>
                    <a:pt x="1203" y="22845"/>
                    <a:pt x="1329" y="23697"/>
                    <a:pt x="1103" y="24474"/>
                  </a:cubicBezTo>
                  <a:cubicBezTo>
                    <a:pt x="1028" y="24725"/>
                    <a:pt x="928" y="24950"/>
                    <a:pt x="827" y="25176"/>
                  </a:cubicBezTo>
                  <a:cubicBezTo>
                    <a:pt x="426" y="26179"/>
                    <a:pt x="251" y="27256"/>
                    <a:pt x="101" y="28309"/>
                  </a:cubicBezTo>
                  <a:cubicBezTo>
                    <a:pt x="76" y="28359"/>
                    <a:pt x="126" y="28434"/>
                    <a:pt x="176" y="28434"/>
                  </a:cubicBezTo>
                  <a:cubicBezTo>
                    <a:pt x="552" y="28484"/>
                    <a:pt x="1830" y="28735"/>
                    <a:pt x="1930" y="28735"/>
                  </a:cubicBezTo>
                  <a:cubicBezTo>
                    <a:pt x="2128" y="28760"/>
                    <a:pt x="2322" y="28770"/>
                    <a:pt x="2513" y="28770"/>
                  </a:cubicBezTo>
                  <a:cubicBezTo>
                    <a:pt x="3155" y="28770"/>
                    <a:pt x="3769" y="28661"/>
                    <a:pt x="4389" y="28661"/>
                  </a:cubicBezTo>
                  <a:cubicBezTo>
                    <a:pt x="4686" y="28661"/>
                    <a:pt x="4984" y="28686"/>
                    <a:pt x="5289" y="28760"/>
                  </a:cubicBezTo>
                  <a:cubicBezTo>
                    <a:pt x="5339" y="28760"/>
                    <a:pt x="5389" y="28735"/>
                    <a:pt x="5414" y="28685"/>
                  </a:cubicBezTo>
                  <a:cubicBezTo>
                    <a:pt x="6291" y="26279"/>
                    <a:pt x="6968" y="23823"/>
                    <a:pt x="7419" y="21316"/>
                  </a:cubicBezTo>
                  <a:cubicBezTo>
                    <a:pt x="7569" y="20590"/>
                    <a:pt x="7469" y="19888"/>
                    <a:pt x="7494" y="19186"/>
                  </a:cubicBezTo>
                  <a:cubicBezTo>
                    <a:pt x="7494" y="18910"/>
                    <a:pt x="7594" y="18509"/>
                    <a:pt x="7670" y="18259"/>
                  </a:cubicBezTo>
                  <a:cubicBezTo>
                    <a:pt x="8071" y="16830"/>
                    <a:pt x="8396" y="15477"/>
                    <a:pt x="8146" y="13998"/>
                  </a:cubicBezTo>
                  <a:cubicBezTo>
                    <a:pt x="8071" y="13522"/>
                    <a:pt x="8021" y="13046"/>
                    <a:pt x="7970" y="12569"/>
                  </a:cubicBezTo>
                  <a:cubicBezTo>
                    <a:pt x="7845" y="11266"/>
                    <a:pt x="7795" y="9938"/>
                    <a:pt x="7720" y="8635"/>
                  </a:cubicBezTo>
                  <a:cubicBezTo>
                    <a:pt x="7670" y="7356"/>
                    <a:pt x="7494" y="6128"/>
                    <a:pt x="7294" y="4875"/>
                  </a:cubicBezTo>
                  <a:cubicBezTo>
                    <a:pt x="7244" y="4424"/>
                    <a:pt x="7294" y="4023"/>
                    <a:pt x="7143" y="3572"/>
                  </a:cubicBezTo>
                  <a:cubicBezTo>
                    <a:pt x="6943" y="2970"/>
                    <a:pt x="6717" y="2394"/>
                    <a:pt x="6391" y="1893"/>
                  </a:cubicBezTo>
                  <a:cubicBezTo>
                    <a:pt x="5940" y="1116"/>
                    <a:pt x="5264" y="439"/>
                    <a:pt x="4411" y="138"/>
                  </a:cubicBezTo>
                  <a:cubicBezTo>
                    <a:pt x="4158" y="50"/>
                    <a:pt x="3895" y="1"/>
                    <a:pt x="36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1">
              <a:extLst>
                <a:ext uri="{FF2B5EF4-FFF2-40B4-BE49-F238E27FC236}">
                  <a16:creationId xmlns:a16="http://schemas.microsoft.com/office/drawing/2014/main" id="{658F6ED7-7E0C-7805-B20A-44FB805B361E}"/>
                </a:ext>
              </a:extLst>
            </p:cNvPr>
            <p:cNvSpPr/>
            <p:nvPr/>
          </p:nvSpPr>
          <p:spPr>
            <a:xfrm>
              <a:off x="5713882" y="2231415"/>
              <a:ext cx="478097" cy="829271"/>
            </a:xfrm>
            <a:custGeom>
              <a:avLst/>
              <a:gdLst/>
              <a:ahLst/>
              <a:cxnLst/>
              <a:rect l="l" t="t" r="r" b="b"/>
              <a:pathLst>
                <a:path w="9225" h="16001" extrusionOk="0">
                  <a:moveTo>
                    <a:pt x="5703" y="0"/>
                  </a:moveTo>
                  <a:cubicBezTo>
                    <a:pt x="5565" y="0"/>
                    <a:pt x="5427" y="19"/>
                    <a:pt x="5289" y="60"/>
                  </a:cubicBezTo>
                  <a:cubicBezTo>
                    <a:pt x="5114" y="111"/>
                    <a:pt x="4963" y="186"/>
                    <a:pt x="4838" y="286"/>
                  </a:cubicBezTo>
                  <a:cubicBezTo>
                    <a:pt x="3785" y="938"/>
                    <a:pt x="2883" y="1840"/>
                    <a:pt x="2357" y="2968"/>
                  </a:cubicBezTo>
                  <a:cubicBezTo>
                    <a:pt x="1931" y="3920"/>
                    <a:pt x="1705" y="4923"/>
                    <a:pt x="1530" y="5925"/>
                  </a:cubicBezTo>
                  <a:cubicBezTo>
                    <a:pt x="1405" y="6523"/>
                    <a:pt x="366" y="13620"/>
                    <a:pt x="8" y="13620"/>
                  </a:cubicBezTo>
                  <a:cubicBezTo>
                    <a:pt x="6" y="13620"/>
                    <a:pt x="3" y="13620"/>
                    <a:pt x="1" y="13619"/>
                  </a:cubicBezTo>
                  <a:lnTo>
                    <a:pt x="1" y="13619"/>
                  </a:lnTo>
                  <a:cubicBezTo>
                    <a:pt x="402" y="13745"/>
                    <a:pt x="828" y="13845"/>
                    <a:pt x="1254" y="13995"/>
                  </a:cubicBezTo>
                  <a:cubicBezTo>
                    <a:pt x="1831" y="14221"/>
                    <a:pt x="2432" y="14447"/>
                    <a:pt x="3008" y="14697"/>
                  </a:cubicBezTo>
                  <a:cubicBezTo>
                    <a:pt x="4161" y="15173"/>
                    <a:pt x="5289" y="15700"/>
                    <a:pt x="6517" y="16000"/>
                  </a:cubicBezTo>
                  <a:cubicBezTo>
                    <a:pt x="6668" y="15875"/>
                    <a:pt x="6793" y="15750"/>
                    <a:pt x="6918" y="15524"/>
                  </a:cubicBezTo>
                  <a:cubicBezTo>
                    <a:pt x="7194" y="14898"/>
                    <a:pt x="7420" y="14171"/>
                    <a:pt x="7520" y="13494"/>
                  </a:cubicBezTo>
                  <a:cubicBezTo>
                    <a:pt x="7896" y="11013"/>
                    <a:pt x="8096" y="8331"/>
                    <a:pt x="8723" y="5900"/>
                  </a:cubicBezTo>
                  <a:cubicBezTo>
                    <a:pt x="9024" y="4797"/>
                    <a:pt x="9224" y="3544"/>
                    <a:pt x="8898" y="2416"/>
                  </a:cubicBezTo>
                  <a:cubicBezTo>
                    <a:pt x="8723" y="1865"/>
                    <a:pt x="8372" y="1364"/>
                    <a:pt x="7946" y="963"/>
                  </a:cubicBezTo>
                  <a:cubicBezTo>
                    <a:pt x="7394" y="487"/>
                    <a:pt x="6718" y="186"/>
                    <a:pt x="6041" y="35"/>
                  </a:cubicBezTo>
                  <a:cubicBezTo>
                    <a:pt x="5928" y="13"/>
                    <a:pt x="5816" y="0"/>
                    <a:pt x="570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1">
              <a:extLst>
                <a:ext uri="{FF2B5EF4-FFF2-40B4-BE49-F238E27FC236}">
                  <a16:creationId xmlns:a16="http://schemas.microsoft.com/office/drawing/2014/main" id="{6B02EA93-CD11-A34D-113F-62083B8FECF3}"/>
                </a:ext>
              </a:extLst>
            </p:cNvPr>
            <p:cNvSpPr/>
            <p:nvPr/>
          </p:nvSpPr>
          <p:spPr>
            <a:xfrm>
              <a:off x="5838574" y="2420422"/>
              <a:ext cx="622277" cy="841605"/>
            </a:xfrm>
            <a:custGeom>
              <a:avLst/>
              <a:gdLst/>
              <a:ahLst/>
              <a:cxnLst/>
              <a:rect l="l" t="t" r="r" b="b"/>
              <a:pathLst>
                <a:path w="12007" h="16239" extrusionOk="0">
                  <a:moveTo>
                    <a:pt x="1913" y="0"/>
                  </a:moveTo>
                  <a:cubicBezTo>
                    <a:pt x="1827" y="0"/>
                    <a:pt x="1741" y="8"/>
                    <a:pt x="1655" y="23"/>
                  </a:cubicBezTo>
                  <a:cubicBezTo>
                    <a:pt x="928" y="148"/>
                    <a:pt x="402" y="774"/>
                    <a:pt x="201" y="1476"/>
                  </a:cubicBezTo>
                  <a:cubicBezTo>
                    <a:pt x="1" y="2178"/>
                    <a:pt x="51" y="2905"/>
                    <a:pt x="126" y="3632"/>
                  </a:cubicBezTo>
                  <a:cubicBezTo>
                    <a:pt x="227" y="4308"/>
                    <a:pt x="327" y="5010"/>
                    <a:pt x="653" y="5637"/>
                  </a:cubicBezTo>
                  <a:cubicBezTo>
                    <a:pt x="953" y="6238"/>
                    <a:pt x="1404" y="6739"/>
                    <a:pt x="1755" y="7316"/>
                  </a:cubicBezTo>
                  <a:cubicBezTo>
                    <a:pt x="2056" y="7867"/>
                    <a:pt x="2232" y="8469"/>
                    <a:pt x="2507" y="9045"/>
                  </a:cubicBezTo>
                  <a:cubicBezTo>
                    <a:pt x="2983" y="10048"/>
                    <a:pt x="3811" y="10524"/>
                    <a:pt x="4738" y="10950"/>
                  </a:cubicBezTo>
                  <a:cubicBezTo>
                    <a:pt x="5039" y="11075"/>
                    <a:pt x="5364" y="11226"/>
                    <a:pt x="5690" y="11376"/>
                  </a:cubicBezTo>
                  <a:cubicBezTo>
                    <a:pt x="7144" y="12053"/>
                    <a:pt x="8547" y="12880"/>
                    <a:pt x="9826" y="13882"/>
                  </a:cubicBezTo>
                  <a:cubicBezTo>
                    <a:pt x="9450" y="14233"/>
                    <a:pt x="9099" y="14684"/>
                    <a:pt x="9074" y="15186"/>
                  </a:cubicBezTo>
                  <a:cubicBezTo>
                    <a:pt x="9049" y="15700"/>
                    <a:pt x="9432" y="16239"/>
                    <a:pt x="9918" y="16239"/>
                  </a:cubicBezTo>
                  <a:cubicBezTo>
                    <a:pt x="9929" y="16239"/>
                    <a:pt x="9940" y="16239"/>
                    <a:pt x="9951" y="16238"/>
                  </a:cubicBezTo>
                  <a:cubicBezTo>
                    <a:pt x="10252" y="15912"/>
                    <a:pt x="10302" y="15436"/>
                    <a:pt x="10502" y="15035"/>
                  </a:cubicBezTo>
                  <a:cubicBezTo>
                    <a:pt x="10778" y="14534"/>
                    <a:pt x="11630" y="14534"/>
                    <a:pt x="11806" y="14158"/>
                  </a:cubicBezTo>
                  <a:cubicBezTo>
                    <a:pt x="12006" y="13757"/>
                    <a:pt x="11555" y="13206"/>
                    <a:pt x="11329" y="12930"/>
                  </a:cubicBezTo>
                  <a:cubicBezTo>
                    <a:pt x="10703" y="12103"/>
                    <a:pt x="9700" y="11627"/>
                    <a:pt x="9049" y="10825"/>
                  </a:cubicBezTo>
                  <a:cubicBezTo>
                    <a:pt x="8823" y="10549"/>
                    <a:pt x="8673" y="10198"/>
                    <a:pt x="8472" y="9897"/>
                  </a:cubicBezTo>
                  <a:cubicBezTo>
                    <a:pt x="8121" y="9396"/>
                    <a:pt x="7695" y="8970"/>
                    <a:pt x="7194" y="8669"/>
                  </a:cubicBezTo>
                  <a:cubicBezTo>
                    <a:pt x="6217" y="8043"/>
                    <a:pt x="5866" y="7165"/>
                    <a:pt x="5389" y="6138"/>
                  </a:cubicBezTo>
                  <a:cubicBezTo>
                    <a:pt x="5239" y="5837"/>
                    <a:pt x="5089" y="5511"/>
                    <a:pt x="4988" y="5160"/>
                  </a:cubicBezTo>
                  <a:cubicBezTo>
                    <a:pt x="4888" y="4734"/>
                    <a:pt x="4888" y="4283"/>
                    <a:pt x="4838" y="3832"/>
                  </a:cubicBezTo>
                  <a:cubicBezTo>
                    <a:pt x="4738" y="3206"/>
                    <a:pt x="4487" y="2604"/>
                    <a:pt x="4212" y="2028"/>
                  </a:cubicBezTo>
                  <a:cubicBezTo>
                    <a:pt x="3961" y="1501"/>
                    <a:pt x="3660" y="975"/>
                    <a:pt x="3234" y="574"/>
                  </a:cubicBezTo>
                  <a:cubicBezTo>
                    <a:pt x="2872" y="233"/>
                    <a:pt x="2400" y="0"/>
                    <a:pt x="191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1">
              <a:extLst>
                <a:ext uri="{FF2B5EF4-FFF2-40B4-BE49-F238E27FC236}">
                  <a16:creationId xmlns:a16="http://schemas.microsoft.com/office/drawing/2014/main" id="{99609081-07B3-A6F6-7B57-B7F5FA9E4417}"/>
                </a:ext>
              </a:extLst>
            </p:cNvPr>
            <p:cNvSpPr/>
            <p:nvPr/>
          </p:nvSpPr>
          <p:spPr>
            <a:xfrm>
              <a:off x="6026960" y="2233643"/>
              <a:ext cx="288413" cy="336041"/>
            </a:xfrm>
            <a:custGeom>
              <a:avLst/>
              <a:gdLst/>
              <a:ahLst/>
              <a:cxnLst/>
              <a:rect l="l" t="t" r="r" b="b"/>
              <a:pathLst>
                <a:path w="5565" h="6484" extrusionOk="0">
                  <a:moveTo>
                    <a:pt x="1772" y="1"/>
                  </a:moveTo>
                  <a:cubicBezTo>
                    <a:pt x="1596" y="1"/>
                    <a:pt x="1421" y="29"/>
                    <a:pt x="1253" y="93"/>
                  </a:cubicBezTo>
                  <a:cubicBezTo>
                    <a:pt x="1028" y="168"/>
                    <a:pt x="827" y="343"/>
                    <a:pt x="677" y="544"/>
                  </a:cubicBezTo>
                  <a:cubicBezTo>
                    <a:pt x="526" y="719"/>
                    <a:pt x="401" y="970"/>
                    <a:pt x="351" y="1195"/>
                  </a:cubicBezTo>
                  <a:cubicBezTo>
                    <a:pt x="0" y="2449"/>
                    <a:pt x="476" y="3977"/>
                    <a:pt x="1003" y="5105"/>
                  </a:cubicBezTo>
                  <a:cubicBezTo>
                    <a:pt x="1203" y="5506"/>
                    <a:pt x="1278" y="6208"/>
                    <a:pt x="1729" y="6434"/>
                  </a:cubicBezTo>
                  <a:cubicBezTo>
                    <a:pt x="1805" y="6469"/>
                    <a:pt x="1875" y="6483"/>
                    <a:pt x="1942" y="6483"/>
                  </a:cubicBezTo>
                  <a:cubicBezTo>
                    <a:pt x="2161" y="6483"/>
                    <a:pt x="2339" y="6323"/>
                    <a:pt x="2531" y="6208"/>
                  </a:cubicBezTo>
                  <a:cubicBezTo>
                    <a:pt x="2857" y="6058"/>
                    <a:pt x="3183" y="5932"/>
                    <a:pt x="3509" y="5757"/>
                  </a:cubicBezTo>
                  <a:cubicBezTo>
                    <a:pt x="4186" y="5406"/>
                    <a:pt x="4887" y="5005"/>
                    <a:pt x="5564" y="4604"/>
                  </a:cubicBezTo>
                  <a:cubicBezTo>
                    <a:pt x="5188" y="2900"/>
                    <a:pt x="4386" y="1170"/>
                    <a:pt x="2857" y="318"/>
                  </a:cubicBezTo>
                  <a:cubicBezTo>
                    <a:pt x="2533" y="130"/>
                    <a:pt x="2150" y="1"/>
                    <a:pt x="17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a:extLst>
                <a:ext uri="{FF2B5EF4-FFF2-40B4-BE49-F238E27FC236}">
                  <a16:creationId xmlns:a16="http://schemas.microsoft.com/office/drawing/2014/main" id="{5E2E40B6-8826-0360-9C5C-3FEF6AC90AB9}"/>
                </a:ext>
              </a:extLst>
            </p:cNvPr>
            <p:cNvSpPr/>
            <p:nvPr/>
          </p:nvSpPr>
          <p:spPr>
            <a:xfrm>
              <a:off x="5919111" y="1982031"/>
              <a:ext cx="250735" cy="359207"/>
            </a:xfrm>
            <a:custGeom>
              <a:avLst/>
              <a:gdLst/>
              <a:ahLst/>
              <a:cxnLst/>
              <a:rect l="l" t="t" r="r" b="b"/>
              <a:pathLst>
                <a:path w="4838" h="6931" extrusionOk="0">
                  <a:moveTo>
                    <a:pt x="3339" y="0"/>
                  </a:moveTo>
                  <a:cubicBezTo>
                    <a:pt x="2575" y="0"/>
                    <a:pt x="1711" y="469"/>
                    <a:pt x="1429" y="1163"/>
                  </a:cubicBezTo>
                  <a:cubicBezTo>
                    <a:pt x="1229" y="1690"/>
                    <a:pt x="1229" y="2241"/>
                    <a:pt x="1179" y="2792"/>
                  </a:cubicBezTo>
                  <a:cubicBezTo>
                    <a:pt x="1129" y="3294"/>
                    <a:pt x="1028" y="3770"/>
                    <a:pt x="903" y="4196"/>
                  </a:cubicBezTo>
                  <a:cubicBezTo>
                    <a:pt x="728" y="4772"/>
                    <a:pt x="502" y="5299"/>
                    <a:pt x="277" y="5900"/>
                  </a:cubicBezTo>
                  <a:cubicBezTo>
                    <a:pt x="1" y="6702"/>
                    <a:pt x="978" y="6928"/>
                    <a:pt x="1605" y="6928"/>
                  </a:cubicBezTo>
                  <a:cubicBezTo>
                    <a:pt x="1647" y="6930"/>
                    <a:pt x="1688" y="6931"/>
                    <a:pt x="1730" y="6931"/>
                  </a:cubicBezTo>
                  <a:cubicBezTo>
                    <a:pt x="2161" y="6931"/>
                    <a:pt x="2574" y="6819"/>
                    <a:pt x="3008" y="6727"/>
                  </a:cubicBezTo>
                  <a:cubicBezTo>
                    <a:pt x="3084" y="6727"/>
                    <a:pt x="3184" y="6702"/>
                    <a:pt x="3259" y="6627"/>
                  </a:cubicBezTo>
                  <a:cubicBezTo>
                    <a:pt x="3284" y="6552"/>
                    <a:pt x="3309" y="6477"/>
                    <a:pt x="3309" y="6401"/>
                  </a:cubicBezTo>
                  <a:cubicBezTo>
                    <a:pt x="3359" y="5725"/>
                    <a:pt x="3409" y="4772"/>
                    <a:pt x="3785" y="4171"/>
                  </a:cubicBezTo>
                  <a:cubicBezTo>
                    <a:pt x="4011" y="3845"/>
                    <a:pt x="4337" y="3544"/>
                    <a:pt x="4387" y="3118"/>
                  </a:cubicBezTo>
                  <a:cubicBezTo>
                    <a:pt x="4487" y="2266"/>
                    <a:pt x="4838" y="311"/>
                    <a:pt x="3685" y="35"/>
                  </a:cubicBezTo>
                  <a:cubicBezTo>
                    <a:pt x="3574" y="12"/>
                    <a:pt x="3457" y="0"/>
                    <a:pt x="3339"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a:extLst>
                <a:ext uri="{FF2B5EF4-FFF2-40B4-BE49-F238E27FC236}">
                  <a16:creationId xmlns:a16="http://schemas.microsoft.com/office/drawing/2014/main" id="{CF9BF64C-7B67-366D-9EE7-3D51B18EAF0E}"/>
                </a:ext>
              </a:extLst>
            </p:cNvPr>
            <p:cNvSpPr/>
            <p:nvPr/>
          </p:nvSpPr>
          <p:spPr>
            <a:xfrm>
              <a:off x="5955493" y="1910926"/>
              <a:ext cx="223474" cy="222127"/>
            </a:xfrm>
            <a:custGeom>
              <a:avLst/>
              <a:gdLst/>
              <a:ahLst/>
              <a:cxnLst/>
              <a:rect l="l" t="t" r="r" b="b"/>
              <a:pathLst>
                <a:path w="4312" h="4286" extrusionOk="0">
                  <a:moveTo>
                    <a:pt x="3254" y="0"/>
                  </a:moveTo>
                  <a:cubicBezTo>
                    <a:pt x="2939" y="0"/>
                    <a:pt x="2632" y="102"/>
                    <a:pt x="2407" y="305"/>
                  </a:cubicBezTo>
                  <a:cubicBezTo>
                    <a:pt x="2281" y="405"/>
                    <a:pt x="2181" y="530"/>
                    <a:pt x="2056" y="605"/>
                  </a:cubicBezTo>
                  <a:cubicBezTo>
                    <a:pt x="1981" y="630"/>
                    <a:pt x="1905" y="630"/>
                    <a:pt x="1830" y="655"/>
                  </a:cubicBezTo>
                  <a:cubicBezTo>
                    <a:pt x="1154" y="756"/>
                    <a:pt x="552" y="1182"/>
                    <a:pt x="176" y="1758"/>
                  </a:cubicBezTo>
                  <a:cubicBezTo>
                    <a:pt x="101" y="1884"/>
                    <a:pt x="26" y="2034"/>
                    <a:pt x="26" y="2184"/>
                  </a:cubicBezTo>
                  <a:cubicBezTo>
                    <a:pt x="1" y="2285"/>
                    <a:pt x="26" y="2410"/>
                    <a:pt x="26" y="2535"/>
                  </a:cubicBezTo>
                  <a:cubicBezTo>
                    <a:pt x="76" y="2811"/>
                    <a:pt x="126" y="3087"/>
                    <a:pt x="201" y="3362"/>
                  </a:cubicBezTo>
                  <a:cubicBezTo>
                    <a:pt x="226" y="3488"/>
                    <a:pt x="276" y="3613"/>
                    <a:pt x="276" y="3738"/>
                  </a:cubicBezTo>
                  <a:cubicBezTo>
                    <a:pt x="276" y="3838"/>
                    <a:pt x="251" y="3939"/>
                    <a:pt x="301" y="4039"/>
                  </a:cubicBezTo>
                  <a:cubicBezTo>
                    <a:pt x="354" y="4216"/>
                    <a:pt x="453" y="4285"/>
                    <a:pt x="565" y="4285"/>
                  </a:cubicBezTo>
                  <a:cubicBezTo>
                    <a:pt x="721" y="4285"/>
                    <a:pt x="901" y="4150"/>
                    <a:pt x="1003" y="3989"/>
                  </a:cubicBezTo>
                  <a:cubicBezTo>
                    <a:pt x="1128" y="3763"/>
                    <a:pt x="1229" y="3513"/>
                    <a:pt x="1304" y="3262"/>
                  </a:cubicBezTo>
                  <a:cubicBezTo>
                    <a:pt x="1429" y="2961"/>
                    <a:pt x="1580" y="2635"/>
                    <a:pt x="1855" y="2435"/>
                  </a:cubicBezTo>
                  <a:cubicBezTo>
                    <a:pt x="2106" y="2260"/>
                    <a:pt x="2432" y="2184"/>
                    <a:pt x="2758" y="2134"/>
                  </a:cubicBezTo>
                  <a:cubicBezTo>
                    <a:pt x="3108" y="2084"/>
                    <a:pt x="3585" y="2034"/>
                    <a:pt x="3810" y="1783"/>
                  </a:cubicBezTo>
                  <a:cubicBezTo>
                    <a:pt x="4086" y="1483"/>
                    <a:pt x="4311" y="1107"/>
                    <a:pt x="4261" y="706"/>
                  </a:cubicBezTo>
                  <a:cubicBezTo>
                    <a:pt x="4261" y="605"/>
                    <a:pt x="4236" y="505"/>
                    <a:pt x="4186" y="405"/>
                  </a:cubicBezTo>
                  <a:cubicBezTo>
                    <a:pt x="4136" y="330"/>
                    <a:pt x="4036" y="254"/>
                    <a:pt x="3961" y="179"/>
                  </a:cubicBezTo>
                  <a:cubicBezTo>
                    <a:pt x="3785" y="79"/>
                    <a:pt x="3560" y="4"/>
                    <a:pt x="3359" y="4"/>
                  </a:cubicBezTo>
                  <a:cubicBezTo>
                    <a:pt x="3324" y="1"/>
                    <a:pt x="3289" y="0"/>
                    <a:pt x="325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a:extLst>
                <a:ext uri="{FF2B5EF4-FFF2-40B4-BE49-F238E27FC236}">
                  <a16:creationId xmlns:a16="http://schemas.microsoft.com/office/drawing/2014/main" id="{2014C3CA-6AB9-B773-AC37-DCCFD91EF553}"/>
                </a:ext>
              </a:extLst>
            </p:cNvPr>
            <p:cNvSpPr/>
            <p:nvPr/>
          </p:nvSpPr>
          <p:spPr>
            <a:xfrm>
              <a:off x="6013952" y="2883949"/>
              <a:ext cx="33842" cy="31614"/>
            </a:xfrm>
            <a:custGeom>
              <a:avLst/>
              <a:gdLst/>
              <a:ahLst/>
              <a:cxnLst/>
              <a:rect l="l" t="t" r="r" b="b"/>
              <a:pathLst>
                <a:path w="653" h="610" extrusionOk="0">
                  <a:moveTo>
                    <a:pt x="26" y="1"/>
                  </a:moveTo>
                  <a:cubicBezTo>
                    <a:pt x="0" y="101"/>
                    <a:pt x="0" y="201"/>
                    <a:pt x="26" y="277"/>
                  </a:cubicBezTo>
                  <a:cubicBezTo>
                    <a:pt x="51" y="427"/>
                    <a:pt x="176" y="527"/>
                    <a:pt x="326" y="577"/>
                  </a:cubicBezTo>
                  <a:cubicBezTo>
                    <a:pt x="351" y="602"/>
                    <a:pt x="376" y="602"/>
                    <a:pt x="401" y="602"/>
                  </a:cubicBezTo>
                  <a:cubicBezTo>
                    <a:pt x="420" y="607"/>
                    <a:pt x="437" y="609"/>
                    <a:pt x="454" y="609"/>
                  </a:cubicBezTo>
                  <a:cubicBezTo>
                    <a:pt x="529" y="609"/>
                    <a:pt x="591" y="568"/>
                    <a:pt x="652" y="527"/>
                  </a:cubicBezTo>
                  <a:lnTo>
                    <a:pt x="26"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a:extLst>
                <a:ext uri="{FF2B5EF4-FFF2-40B4-BE49-F238E27FC236}">
                  <a16:creationId xmlns:a16="http://schemas.microsoft.com/office/drawing/2014/main" id="{266D168E-7BC6-72E4-18D8-E80762842179}"/>
                </a:ext>
              </a:extLst>
            </p:cNvPr>
            <p:cNvSpPr/>
            <p:nvPr/>
          </p:nvSpPr>
          <p:spPr>
            <a:xfrm>
              <a:off x="5810018" y="2382434"/>
              <a:ext cx="275404" cy="310646"/>
            </a:xfrm>
            <a:custGeom>
              <a:avLst/>
              <a:gdLst/>
              <a:ahLst/>
              <a:cxnLst/>
              <a:rect l="l" t="t" r="r" b="b"/>
              <a:pathLst>
                <a:path w="5314" h="5994" extrusionOk="0">
                  <a:moveTo>
                    <a:pt x="2594" y="1"/>
                  </a:moveTo>
                  <a:cubicBezTo>
                    <a:pt x="2492" y="1"/>
                    <a:pt x="2388" y="10"/>
                    <a:pt x="2281" y="29"/>
                  </a:cubicBezTo>
                  <a:cubicBezTo>
                    <a:pt x="1730" y="129"/>
                    <a:pt x="1279" y="505"/>
                    <a:pt x="878" y="906"/>
                  </a:cubicBezTo>
                  <a:cubicBezTo>
                    <a:pt x="427" y="1357"/>
                    <a:pt x="176" y="1808"/>
                    <a:pt x="51" y="2360"/>
                  </a:cubicBezTo>
                  <a:cubicBezTo>
                    <a:pt x="26" y="2585"/>
                    <a:pt x="1" y="2836"/>
                    <a:pt x="26" y="3086"/>
                  </a:cubicBezTo>
                  <a:cubicBezTo>
                    <a:pt x="51" y="4064"/>
                    <a:pt x="301" y="5041"/>
                    <a:pt x="527" y="5994"/>
                  </a:cubicBezTo>
                  <a:cubicBezTo>
                    <a:pt x="1053" y="5467"/>
                    <a:pt x="1805" y="5242"/>
                    <a:pt x="2507" y="5016"/>
                  </a:cubicBezTo>
                  <a:cubicBezTo>
                    <a:pt x="3284" y="4791"/>
                    <a:pt x="4036" y="4565"/>
                    <a:pt x="4788" y="4314"/>
                  </a:cubicBezTo>
                  <a:cubicBezTo>
                    <a:pt x="4988" y="4264"/>
                    <a:pt x="5239" y="4164"/>
                    <a:pt x="5289" y="3939"/>
                  </a:cubicBezTo>
                  <a:cubicBezTo>
                    <a:pt x="5314" y="3863"/>
                    <a:pt x="5314" y="3788"/>
                    <a:pt x="5314" y="3713"/>
                  </a:cubicBezTo>
                  <a:cubicBezTo>
                    <a:pt x="5172" y="2368"/>
                    <a:pt x="4231" y="1"/>
                    <a:pt x="2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a:extLst>
                <a:ext uri="{FF2B5EF4-FFF2-40B4-BE49-F238E27FC236}">
                  <a16:creationId xmlns:a16="http://schemas.microsoft.com/office/drawing/2014/main" id="{701B2CA7-B0DD-9213-C6F5-349A7F4E377B}"/>
                </a:ext>
              </a:extLst>
            </p:cNvPr>
            <p:cNvSpPr/>
            <p:nvPr/>
          </p:nvSpPr>
          <p:spPr>
            <a:xfrm>
              <a:off x="6067228" y="2163109"/>
              <a:ext cx="69706" cy="97433"/>
            </a:xfrm>
            <a:custGeom>
              <a:avLst/>
              <a:gdLst/>
              <a:ahLst/>
              <a:cxnLst/>
              <a:rect l="l" t="t" r="r" b="b"/>
              <a:pathLst>
                <a:path w="1345" h="1880" extrusionOk="0">
                  <a:moveTo>
                    <a:pt x="1278" y="0"/>
                  </a:moveTo>
                  <a:cubicBezTo>
                    <a:pt x="1257" y="0"/>
                    <a:pt x="1225" y="15"/>
                    <a:pt x="1178" y="50"/>
                  </a:cubicBezTo>
                  <a:cubicBezTo>
                    <a:pt x="1078" y="150"/>
                    <a:pt x="952" y="175"/>
                    <a:pt x="802" y="201"/>
                  </a:cubicBezTo>
                  <a:cubicBezTo>
                    <a:pt x="744" y="212"/>
                    <a:pt x="684" y="217"/>
                    <a:pt x="624" y="217"/>
                  </a:cubicBezTo>
                  <a:cubicBezTo>
                    <a:pt x="423" y="217"/>
                    <a:pt x="212" y="164"/>
                    <a:pt x="0" y="125"/>
                  </a:cubicBezTo>
                  <a:lnTo>
                    <a:pt x="0" y="125"/>
                  </a:lnTo>
                  <a:cubicBezTo>
                    <a:pt x="0" y="125"/>
                    <a:pt x="0" y="125"/>
                    <a:pt x="25" y="150"/>
                  </a:cubicBezTo>
                  <a:cubicBezTo>
                    <a:pt x="50" y="201"/>
                    <a:pt x="100" y="276"/>
                    <a:pt x="100" y="301"/>
                  </a:cubicBezTo>
                  <a:cubicBezTo>
                    <a:pt x="150" y="401"/>
                    <a:pt x="201" y="501"/>
                    <a:pt x="226" y="602"/>
                  </a:cubicBezTo>
                  <a:cubicBezTo>
                    <a:pt x="369" y="1008"/>
                    <a:pt x="535" y="1415"/>
                    <a:pt x="529" y="1821"/>
                  </a:cubicBezTo>
                  <a:lnTo>
                    <a:pt x="529" y="1821"/>
                  </a:lnTo>
                  <a:cubicBezTo>
                    <a:pt x="549" y="1546"/>
                    <a:pt x="708" y="1310"/>
                    <a:pt x="802" y="1053"/>
                  </a:cubicBezTo>
                  <a:cubicBezTo>
                    <a:pt x="902" y="752"/>
                    <a:pt x="1078" y="501"/>
                    <a:pt x="1253" y="251"/>
                  </a:cubicBezTo>
                  <a:cubicBezTo>
                    <a:pt x="1292" y="155"/>
                    <a:pt x="1345" y="0"/>
                    <a:pt x="1278" y="0"/>
                  </a:cubicBezTo>
                  <a:close/>
                  <a:moveTo>
                    <a:pt x="529" y="1821"/>
                  </a:moveTo>
                  <a:cubicBezTo>
                    <a:pt x="527" y="1840"/>
                    <a:pt x="526" y="1860"/>
                    <a:pt x="526" y="1880"/>
                  </a:cubicBezTo>
                  <a:cubicBezTo>
                    <a:pt x="527" y="1860"/>
                    <a:pt x="528" y="1841"/>
                    <a:pt x="529" y="182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a:extLst>
                <a:ext uri="{FF2B5EF4-FFF2-40B4-BE49-F238E27FC236}">
                  <a16:creationId xmlns:a16="http://schemas.microsoft.com/office/drawing/2014/main" id="{FCC967A3-A9F0-3257-40E9-FF738AF7B55E}"/>
                </a:ext>
              </a:extLst>
            </p:cNvPr>
            <p:cNvSpPr/>
            <p:nvPr/>
          </p:nvSpPr>
          <p:spPr>
            <a:xfrm>
              <a:off x="6091897" y="2108536"/>
              <a:ext cx="39025" cy="20057"/>
            </a:xfrm>
            <a:custGeom>
              <a:avLst/>
              <a:gdLst/>
              <a:ahLst/>
              <a:cxnLst/>
              <a:rect l="l" t="t" r="r" b="b"/>
              <a:pathLst>
                <a:path w="753" h="387" extrusionOk="0">
                  <a:moveTo>
                    <a:pt x="0" y="0"/>
                  </a:moveTo>
                  <a:cubicBezTo>
                    <a:pt x="0" y="51"/>
                    <a:pt x="25" y="101"/>
                    <a:pt x="50" y="151"/>
                  </a:cubicBezTo>
                  <a:cubicBezTo>
                    <a:pt x="100" y="226"/>
                    <a:pt x="151" y="301"/>
                    <a:pt x="226" y="326"/>
                  </a:cubicBezTo>
                  <a:cubicBezTo>
                    <a:pt x="299" y="363"/>
                    <a:pt x="373" y="386"/>
                    <a:pt x="436" y="386"/>
                  </a:cubicBezTo>
                  <a:cubicBezTo>
                    <a:pt x="459" y="386"/>
                    <a:pt x="481" y="383"/>
                    <a:pt x="501" y="376"/>
                  </a:cubicBezTo>
                  <a:cubicBezTo>
                    <a:pt x="627" y="326"/>
                    <a:pt x="702" y="226"/>
                    <a:pt x="752" y="101"/>
                  </a:cubicBezTo>
                  <a:cubicBezTo>
                    <a:pt x="752" y="76"/>
                    <a:pt x="752" y="51"/>
                    <a:pt x="727" y="5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5440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8" name="Google Shape;948;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 dirty="0">
                <a:solidFill>
                  <a:schemeClr val="dk2"/>
                </a:solidFill>
              </a:rPr>
              <a:t>How </a:t>
            </a:r>
            <a:r>
              <a:rPr lang="en-IN" b="1" dirty="0"/>
              <a:t>Generative AI Enhances?</a:t>
            </a:r>
            <a:endParaRPr dirty="0"/>
          </a:p>
        </p:txBody>
      </p:sp>
      <p:grpSp>
        <p:nvGrpSpPr>
          <p:cNvPr id="939" name="Google Shape;939;p33"/>
          <p:cNvGrpSpPr/>
          <p:nvPr/>
        </p:nvGrpSpPr>
        <p:grpSpPr>
          <a:xfrm>
            <a:off x="6497444" y="1659376"/>
            <a:ext cx="2222809" cy="2245111"/>
            <a:chOff x="852385" y="1510916"/>
            <a:chExt cx="353145" cy="351998"/>
          </a:xfrm>
        </p:grpSpPr>
        <p:sp>
          <p:nvSpPr>
            <p:cNvPr id="940" name="Google Shape;940;p33"/>
            <p:cNvSpPr/>
            <p:nvPr/>
          </p:nvSpPr>
          <p:spPr>
            <a:xfrm>
              <a:off x="852385" y="1510916"/>
              <a:ext cx="353145" cy="187785"/>
            </a:xfrm>
            <a:custGeom>
              <a:avLst/>
              <a:gdLst/>
              <a:ahLst/>
              <a:cxnLst/>
              <a:rect l="l" t="t" r="r" b="b"/>
              <a:pathLst>
                <a:path w="11086" h="5895" extrusionOk="0">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941" name="Google Shape;941;p33"/>
            <p:cNvSpPr/>
            <p:nvPr/>
          </p:nvSpPr>
          <p:spPr>
            <a:xfrm>
              <a:off x="852385" y="1609921"/>
              <a:ext cx="353145" cy="252992"/>
            </a:xfrm>
            <a:custGeom>
              <a:avLst/>
              <a:gdLst/>
              <a:ahLst/>
              <a:cxnLst/>
              <a:rect l="l" t="t" r="r" b="b"/>
              <a:pathLst>
                <a:path w="11086" h="7942" extrusionOk="0">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942" name="Google Shape;942;p33"/>
            <p:cNvSpPr/>
            <p:nvPr/>
          </p:nvSpPr>
          <p:spPr>
            <a:xfrm>
              <a:off x="928264" y="1584501"/>
              <a:ext cx="198775" cy="140735"/>
            </a:xfrm>
            <a:custGeom>
              <a:avLst/>
              <a:gdLst/>
              <a:ahLst/>
              <a:cxnLst/>
              <a:rect l="l" t="t" r="r" b="b"/>
              <a:pathLst>
                <a:path w="6240" h="4418" extrusionOk="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sp>
        <p:nvSpPr>
          <p:cNvPr id="18" name="TextBox 17">
            <a:extLst>
              <a:ext uri="{FF2B5EF4-FFF2-40B4-BE49-F238E27FC236}">
                <a16:creationId xmlns:a16="http://schemas.microsoft.com/office/drawing/2014/main" id="{5BD2C514-1AA2-C888-7B19-A0C161D3FB5E}"/>
              </a:ext>
            </a:extLst>
          </p:cNvPr>
          <p:cNvSpPr txBox="1"/>
          <p:nvPr/>
        </p:nvSpPr>
        <p:spPr>
          <a:xfrm>
            <a:off x="720000" y="1502856"/>
            <a:ext cx="5561854" cy="2800767"/>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Generative AI offers transformative benefits for urban planning, particularly in enhancing efficiency, optimizing resource management, and promoting sustainability. By automating complex planning tasks, AI-driven models accelerate the design and development of urban infrastructure, enabling quicker decision-making and iterative improvements. Additionally, AI models can analyze vast amounts of data to efficiently manage resources like water, energy, and transportation systems. These AI models also prioritize sustainable designs that reduce environmental impact by incorporating eco-friendly practices and optimizing energy usage.</a:t>
            </a:r>
          </a:p>
        </p:txBody>
      </p:sp>
      <p:cxnSp>
        <p:nvCxnSpPr>
          <p:cNvPr id="19" name="Google Shape;878;p31">
            <a:extLst>
              <a:ext uri="{FF2B5EF4-FFF2-40B4-BE49-F238E27FC236}">
                <a16:creationId xmlns:a16="http://schemas.microsoft.com/office/drawing/2014/main" id="{9C570323-3CE0-1D45-DD5E-29156473B720}"/>
              </a:ext>
            </a:extLst>
          </p:cNvPr>
          <p:cNvCxnSpPr>
            <a:cxnSpLocks/>
          </p:cNvCxnSpPr>
          <p:nvPr/>
        </p:nvCxnSpPr>
        <p:spPr>
          <a:xfrm>
            <a:off x="797934" y="1250759"/>
            <a:ext cx="6725422" cy="0"/>
          </a:xfrm>
          <a:prstGeom prst="straightConnector1">
            <a:avLst/>
          </a:prstGeom>
          <a:noFill/>
          <a:ln w="19050" cap="flat" cmpd="sng">
            <a:solidFill>
              <a:schemeClr val="dk1"/>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9">
          <a:extLst>
            <a:ext uri="{FF2B5EF4-FFF2-40B4-BE49-F238E27FC236}">
              <a16:creationId xmlns:a16="http://schemas.microsoft.com/office/drawing/2014/main" id="{7AF0CFE6-8A2D-CF58-C395-A1B34DA55004}"/>
            </a:ext>
          </a:extLst>
        </p:cNvPr>
        <p:cNvGrpSpPr/>
        <p:nvPr/>
      </p:nvGrpSpPr>
      <p:grpSpPr>
        <a:xfrm>
          <a:off x="0" y="0"/>
          <a:ext cx="0" cy="0"/>
          <a:chOff x="0" y="0"/>
          <a:chExt cx="0" cy="0"/>
        </a:xfrm>
      </p:grpSpPr>
      <p:sp>
        <p:nvSpPr>
          <p:cNvPr id="830" name="Google Shape;830;p31">
            <a:extLst>
              <a:ext uri="{FF2B5EF4-FFF2-40B4-BE49-F238E27FC236}">
                <a16:creationId xmlns:a16="http://schemas.microsoft.com/office/drawing/2014/main" id="{A900A188-B041-1614-B44C-398AE2045725}"/>
              </a:ext>
            </a:extLst>
          </p:cNvPr>
          <p:cNvSpPr txBox="1">
            <a:spLocks noGrp="1"/>
          </p:cNvSpPr>
          <p:nvPr>
            <p:ph type="title"/>
          </p:nvPr>
        </p:nvSpPr>
        <p:spPr>
          <a:xfrm>
            <a:off x="743199" y="2382182"/>
            <a:ext cx="4383600" cy="1581600"/>
          </a:xfrm>
          <a:prstGeom prst="rect">
            <a:avLst/>
          </a:prstGeom>
        </p:spPr>
        <p:txBody>
          <a:bodyPr spcFirstLastPara="1" wrap="square" lIns="91425" tIns="91425" rIns="91425" bIns="91425" anchor="t" anchorCtr="0">
            <a:noAutofit/>
          </a:bodyPr>
          <a:lstStyle/>
          <a:p>
            <a:r>
              <a:rPr lang="en-US" sz="2800" dirty="0"/>
              <a:t>Challenges of Generative AI in Urban Planning</a:t>
            </a:r>
            <a:endParaRPr lang="en-US" sz="2800" b="1" dirty="0"/>
          </a:p>
        </p:txBody>
      </p:sp>
      <p:sp>
        <p:nvSpPr>
          <p:cNvPr id="831" name="Google Shape;831;p31">
            <a:extLst>
              <a:ext uri="{FF2B5EF4-FFF2-40B4-BE49-F238E27FC236}">
                <a16:creationId xmlns:a16="http://schemas.microsoft.com/office/drawing/2014/main" id="{3C1EF98A-43D7-C994-8EC3-794A87AEFC35}"/>
              </a:ext>
            </a:extLst>
          </p:cNvPr>
          <p:cNvSpPr txBox="1">
            <a:spLocks noGrp="1"/>
          </p:cNvSpPr>
          <p:nvPr>
            <p:ph type="title" idx="2"/>
          </p:nvPr>
        </p:nvSpPr>
        <p:spPr>
          <a:xfrm>
            <a:off x="818325" y="657900"/>
            <a:ext cx="2396400" cy="1581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grpSp>
        <p:nvGrpSpPr>
          <p:cNvPr id="832" name="Google Shape;832;p31">
            <a:extLst>
              <a:ext uri="{FF2B5EF4-FFF2-40B4-BE49-F238E27FC236}">
                <a16:creationId xmlns:a16="http://schemas.microsoft.com/office/drawing/2014/main" id="{1565D3CC-95C8-606D-08A1-CF9CCB5D5811}"/>
              </a:ext>
            </a:extLst>
          </p:cNvPr>
          <p:cNvGrpSpPr/>
          <p:nvPr/>
        </p:nvGrpSpPr>
        <p:grpSpPr>
          <a:xfrm>
            <a:off x="4405009" y="3325337"/>
            <a:ext cx="877590" cy="1278503"/>
            <a:chOff x="4393218" y="3866890"/>
            <a:chExt cx="567799" cy="827189"/>
          </a:xfrm>
        </p:grpSpPr>
        <p:sp>
          <p:nvSpPr>
            <p:cNvPr id="833" name="Google Shape;833;p31">
              <a:extLst>
                <a:ext uri="{FF2B5EF4-FFF2-40B4-BE49-F238E27FC236}">
                  <a16:creationId xmlns:a16="http://schemas.microsoft.com/office/drawing/2014/main" id="{C7ACF795-0149-63AC-89D1-FB78423BAFBE}"/>
                </a:ext>
              </a:extLst>
            </p:cNvPr>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a:extLst>
                <a:ext uri="{FF2B5EF4-FFF2-40B4-BE49-F238E27FC236}">
                  <a16:creationId xmlns:a16="http://schemas.microsoft.com/office/drawing/2014/main" id="{545EB6B8-CC2A-DC2E-F6F5-1C136BE21E19}"/>
                </a:ext>
              </a:extLst>
            </p:cNvPr>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a:extLst>
                <a:ext uri="{FF2B5EF4-FFF2-40B4-BE49-F238E27FC236}">
                  <a16:creationId xmlns:a16="http://schemas.microsoft.com/office/drawing/2014/main" id="{C64B96D1-9FD4-22FB-5E0E-6A36D67569DC}"/>
                </a:ext>
              </a:extLst>
            </p:cNvPr>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a:extLst>
                <a:ext uri="{FF2B5EF4-FFF2-40B4-BE49-F238E27FC236}">
                  <a16:creationId xmlns:a16="http://schemas.microsoft.com/office/drawing/2014/main" id="{ACDF4B56-858F-1783-4B08-5528B50C2A51}"/>
                </a:ext>
              </a:extLst>
            </p:cNvPr>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a:extLst>
                <a:ext uri="{FF2B5EF4-FFF2-40B4-BE49-F238E27FC236}">
                  <a16:creationId xmlns:a16="http://schemas.microsoft.com/office/drawing/2014/main" id="{866ED21E-BF95-EDA5-7EE5-A611E6EDBADA}"/>
                </a:ext>
              </a:extLst>
            </p:cNvPr>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 name="Google Shape;838;p31">
            <a:extLst>
              <a:ext uri="{FF2B5EF4-FFF2-40B4-BE49-F238E27FC236}">
                <a16:creationId xmlns:a16="http://schemas.microsoft.com/office/drawing/2014/main" id="{197BAE2C-487C-4621-2083-8B544FE0700A}"/>
              </a:ext>
            </a:extLst>
          </p:cNvPr>
          <p:cNvGrpSpPr/>
          <p:nvPr/>
        </p:nvGrpSpPr>
        <p:grpSpPr>
          <a:xfrm>
            <a:off x="6334732" y="2388996"/>
            <a:ext cx="2802160" cy="2208198"/>
            <a:chOff x="6334732" y="2125378"/>
            <a:chExt cx="2802160" cy="2208198"/>
          </a:xfrm>
        </p:grpSpPr>
        <p:sp>
          <p:nvSpPr>
            <p:cNvPr id="839" name="Google Shape;839;p31">
              <a:extLst>
                <a:ext uri="{FF2B5EF4-FFF2-40B4-BE49-F238E27FC236}">
                  <a16:creationId xmlns:a16="http://schemas.microsoft.com/office/drawing/2014/main" id="{ED951A80-9B92-5FAE-45AE-60FBEDA19822}"/>
                </a:ext>
              </a:extLst>
            </p:cNvPr>
            <p:cNvSpPr/>
            <p:nvPr/>
          </p:nvSpPr>
          <p:spPr>
            <a:xfrm>
              <a:off x="7573898" y="2700435"/>
              <a:ext cx="230367" cy="195281"/>
            </a:xfrm>
            <a:custGeom>
              <a:avLst/>
              <a:gdLst/>
              <a:ahLst/>
              <a:cxnLst/>
              <a:rect l="l" t="t" r="r" b="b"/>
              <a:pathLst>
                <a:path w="4445" h="3768" extrusionOk="0">
                  <a:moveTo>
                    <a:pt x="3843" y="1"/>
                  </a:moveTo>
                  <a:cubicBezTo>
                    <a:pt x="3745" y="1"/>
                    <a:pt x="3633" y="26"/>
                    <a:pt x="3510" y="83"/>
                  </a:cubicBezTo>
                  <a:cubicBezTo>
                    <a:pt x="3309" y="158"/>
                    <a:pt x="3134" y="334"/>
                    <a:pt x="2983" y="484"/>
                  </a:cubicBezTo>
                  <a:cubicBezTo>
                    <a:pt x="2733" y="735"/>
                    <a:pt x="2532" y="885"/>
                    <a:pt x="2181" y="985"/>
                  </a:cubicBezTo>
                  <a:cubicBezTo>
                    <a:pt x="1981" y="1011"/>
                    <a:pt x="1780" y="1061"/>
                    <a:pt x="1605" y="1111"/>
                  </a:cubicBezTo>
                  <a:cubicBezTo>
                    <a:pt x="1530" y="1136"/>
                    <a:pt x="1454" y="1186"/>
                    <a:pt x="1379" y="1211"/>
                  </a:cubicBezTo>
                  <a:cubicBezTo>
                    <a:pt x="1104" y="1386"/>
                    <a:pt x="953" y="1687"/>
                    <a:pt x="778" y="1963"/>
                  </a:cubicBezTo>
                  <a:cubicBezTo>
                    <a:pt x="577" y="2239"/>
                    <a:pt x="352" y="2464"/>
                    <a:pt x="26" y="2539"/>
                  </a:cubicBezTo>
                  <a:cubicBezTo>
                    <a:pt x="1" y="2915"/>
                    <a:pt x="476" y="3491"/>
                    <a:pt x="702" y="3767"/>
                  </a:cubicBezTo>
                  <a:lnTo>
                    <a:pt x="702" y="3767"/>
                  </a:lnTo>
                  <a:cubicBezTo>
                    <a:pt x="663" y="3708"/>
                    <a:pt x="1806" y="2739"/>
                    <a:pt x="1906" y="2640"/>
                  </a:cubicBezTo>
                  <a:cubicBezTo>
                    <a:pt x="2357" y="2314"/>
                    <a:pt x="2833" y="2289"/>
                    <a:pt x="3334" y="2038"/>
                  </a:cubicBezTo>
                  <a:cubicBezTo>
                    <a:pt x="3760" y="1813"/>
                    <a:pt x="4061" y="1361"/>
                    <a:pt x="4262" y="935"/>
                  </a:cubicBezTo>
                  <a:cubicBezTo>
                    <a:pt x="4444" y="468"/>
                    <a:pt x="4265" y="1"/>
                    <a:pt x="3843" y="1"/>
                  </a:cubicBezTo>
                  <a:close/>
                  <a:moveTo>
                    <a:pt x="702" y="3767"/>
                  </a:moveTo>
                  <a:cubicBezTo>
                    <a:pt x="702" y="3767"/>
                    <a:pt x="702" y="3767"/>
                    <a:pt x="703" y="3767"/>
                  </a:cubicBezTo>
                  <a:cubicBezTo>
                    <a:pt x="702" y="3767"/>
                    <a:pt x="702" y="3767"/>
                    <a:pt x="702" y="3767"/>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a:extLst>
                <a:ext uri="{FF2B5EF4-FFF2-40B4-BE49-F238E27FC236}">
                  <a16:creationId xmlns:a16="http://schemas.microsoft.com/office/drawing/2014/main" id="{85EC12F8-29BE-5045-333A-BE6E2DB648A5}"/>
                </a:ext>
              </a:extLst>
            </p:cNvPr>
            <p:cNvSpPr/>
            <p:nvPr/>
          </p:nvSpPr>
          <p:spPr>
            <a:xfrm>
              <a:off x="7125815" y="3523009"/>
              <a:ext cx="26017" cy="569000"/>
            </a:xfrm>
            <a:custGeom>
              <a:avLst/>
              <a:gdLst/>
              <a:ahLst/>
              <a:cxnLst/>
              <a:rect l="l" t="t" r="r" b="b"/>
              <a:pathLst>
                <a:path w="502" h="10979" extrusionOk="0">
                  <a:moveTo>
                    <a:pt x="0" y="1"/>
                  </a:moveTo>
                  <a:lnTo>
                    <a:pt x="0" y="10978"/>
                  </a:lnTo>
                  <a:lnTo>
                    <a:pt x="501" y="10978"/>
                  </a:lnTo>
                  <a:lnTo>
                    <a:pt x="50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a:extLst>
                <a:ext uri="{FF2B5EF4-FFF2-40B4-BE49-F238E27FC236}">
                  <a16:creationId xmlns:a16="http://schemas.microsoft.com/office/drawing/2014/main" id="{6FFE51D9-5D5F-A606-668C-5ABD03CC57D8}"/>
                </a:ext>
              </a:extLst>
            </p:cNvPr>
            <p:cNvSpPr/>
            <p:nvPr/>
          </p:nvSpPr>
          <p:spPr>
            <a:xfrm>
              <a:off x="6912761" y="4091949"/>
              <a:ext cx="446897" cy="119563"/>
            </a:xfrm>
            <a:custGeom>
              <a:avLst/>
              <a:gdLst/>
              <a:ahLst/>
              <a:cxnLst/>
              <a:rect l="l" t="t" r="r" b="b"/>
              <a:pathLst>
                <a:path w="8623" h="2307" fill="none" extrusionOk="0">
                  <a:moveTo>
                    <a:pt x="1" y="2306"/>
                  </a:moveTo>
                  <a:cubicBezTo>
                    <a:pt x="1" y="702"/>
                    <a:pt x="2883" y="0"/>
                    <a:pt x="4312" y="0"/>
                  </a:cubicBezTo>
                  <a:cubicBezTo>
                    <a:pt x="6016" y="0"/>
                    <a:pt x="8622" y="627"/>
                    <a:pt x="8622"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a:extLst>
                <a:ext uri="{FF2B5EF4-FFF2-40B4-BE49-F238E27FC236}">
                  <a16:creationId xmlns:a16="http://schemas.microsoft.com/office/drawing/2014/main" id="{A4DABACA-5546-EE65-104F-282E91096398}"/>
                </a:ext>
              </a:extLst>
            </p:cNvPr>
            <p:cNvSpPr/>
            <p:nvPr/>
          </p:nvSpPr>
          <p:spPr>
            <a:xfrm>
              <a:off x="7138772" y="4094540"/>
              <a:ext cx="52" cy="140345"/>
            </a:xfrm>
            <a:custGeom>
              <a:avLst/>
              <a:gdLst/>
              <a:ahLst/>
              <a:cxnLst/>
              <a:rect l="l" t="t" r="r" b="b"/>
              <a:pathLst>
                <a:path w="1" h="2708" fill="none" extrusionOk="0">
                  <a:moveTo>
                    <a:pt x="1" y="2707"/>
                  </a:moveTo>
                  <a:lnTo>
                    <a:pt x="1"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a:extLst>
                <a:ext uri="{FF2B5EF4-FFF2-40B4-BE49-F238E27FC236}">
                  <a16:creationId xmlns:a16="http://schemas.microsoft.com/office/drawing/2014/main" id="{E2B439D3-64D7-9B08-556E-ED34AF247A42}"/>
                </a:ext>
              </a:extLst>
            </p:cNvPr>
            <p:cNvSpPr/>
            <p:nvPr/>
          </p:nvSpPr>
          <p:spPr>
            <a:xfrm>
              <a:off x="7323219" y="4195859"/>
              <a:ext cx="72816" cy="72764"/>
            </a:xfrm>
            <a:custGeom>
              <a:avLst/>
              <a:gdLst/>
              <a:ahLst/>
              <a:cxnLst/>
              <a:rect l="l" t="t" r="r" b="b"/>
              <a:pathLst>
                <a:path w="1405" h="1404" extrusionOk="0">
                  <a:moveTo>
                    <a:pt x="702" y="0"/>
                  </a:moveTo>
                  <a:cubicBezTo>
                    <a:pt x="301" y="0"/>
                    <a:pt x="1" y="301"/>
                    <a:pt x="1" y="702"/>
                  </a:cubicBezTo>
                  <a:cubicBezTo>
                    <a:pt x="1" y="1078"/>
                    <a:pt x="301" y="1404"/>
                    <a:pt x="702" y="1404"/>
                  </a:cubicBezTo>
                  <a:cubicBezTo>
                    <a:pt x="1078" y="1404"/>
                    <a:pt x="1404" y="1078"/>
                    <a:pt x="1404" y="702"/>
                  </a:cubicBezTo>
                  <a:cubicBezTo>
                    <a:pt x="1404" y="301"/>
                    <a:pt x="1078"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a:extLst>
                <a:ext uri="{FF2B5EF4-FFF2-40B4-BE49-F238E27FC236}">
                  <a16:creationId xmlns:a16="http://schemas.microsoft.com/office/drawing/2014/main" id="{C2153BDB-6ABC-9833-5359-96C2A55B920C}"/>
                </a:ext>
              </a:extLst>
            </p:cNvPr>
            <p:cNvSpPr/>
            <p:nvPr/>
          </p:nvSpPr>
          <p:spPr>
            <a:xfrm>
              <a:off x="7101095" y="4195859"/>
              <a:ext cx="72816" cy="72764"/>
            </a:xfrm>
            <a:custGeom>
              <a:avLst/>
              <a:gdLst/>
              <a:ahLst/>
              <a:cxnLst/>
              <a:rect l="l" t="t" r="r" b="b"/>
              <a:pathLst>
                <a:path w="1405" h="1404" extrusionOk="0">
                  <a:moveTo>
                    <a:pt x="703" y="0"/>
                  </a:moveTo>
                  <a:cubicBezTo>
                    <a:pt x="327" y="0"/>
                    <a:pt x="1" y="301"/>
                    <a:pt x="1" y="702"/>
                  </a:cubicBezTo>
                  <a:cubicBezTo>
                    <a:pt x="1" y="1078"/>
                    <a:pt x="327" y="1404"/>
                    <a:pt x="703" y="1404"/>
                  </a:cubicBezTo>
                  <a:cubicBezTo>
                    <a:pt x="1104" y="1404"/>
                    <a:pt x="1405" y="1078"/>
                    <a:pt x="1405" y="702"/>
                  </a:cubicBezTo>
                  <a:cubicBezTo>
                    <a:pt x="1405" y="301"/>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a:extLst>
                <a:ext uri="{FF2B5EF4-FFF2-40B4-BE49-F238E27FC236}">
                  <a16:creationId xmlns:a16="http://schemas.microsoft.com/office/drawing/2014/main" id="{15B08FE7-FACD-1015-2AAB-607D6FB59C93}"/>
                </a:ext>
              </a:extLst>
            </p:cNvPr>
            <p:cNvSpPr/>
            <p:nvPr/>
          </p:nvSpPr>
          <p:spPr>
            <a:xfrm>
              <a:off x="6880318" y="4195859"/>
              <a:ext cx="72764" cy="72764"/>
            </a:xfrm>
            <a:custGeom>
              <a:avLst/>
              <a:gdLst/>
              <a:ahLst/>
              <a:cxnLst/>
              <a:rect l="l" t="t" r="r" b="b"/>
              <a:pathLst>
                <a:path w="1404" h="1404" extrusionOk="0">
                  <a:moveTo>
                    <a:pt x="702" y="0"/>
                  </a:moveTo>
                  <a:cubicBezTo>
                    <a:pt x="326" y="0"/>
                    <a:pt x="0" y="301"/>
                    <a:pt x="0" y="702"/>
                  </a:cubicBezTo>
                  <a:cubicBezTo>
                    <a:pt x="0" y="1078"/>
                    <a:pt x="326" y="1404"/>
                    <a:pt x="702" y="1404"/>
                  </a:cubicBezTo>
                  <a:cubicBezTo>
                    <a:pt x="1103" y="1404"/>
                    <a:pt x="1404" y="1078"/>
                    <a:pt x="1404" y="702"/>
                  </a:cubicBezTo>
                  <a:cubicBezTo>
                    <a:pt x="1404" y="301"/>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a:extLst>
                <a:ext uri="{FF2B5EF4-FFF2-40B4-BE49-F238E27FC236}">
                  <a16:creationId xmlns:a16="http://schemas.microsoft.com/office/drawing/2014/main" id="{8F80DEB7-8012-3B12-EE96-9096E2AC3005}"/>
                </a:ext>
              </a:extLst>
            </p:cNvPr>
            <p:cNvSpPr/>
            <p:nvPr/>
          </p:nvSpPr>
          <p:spPr>
            <a:xfrm>
              <a:off x="6706236" y="2782630"/>
              <a:ext cx="681981" cy="787240"/>
            </a:xfrm>
            <a:custGeom>
              <a:avLst/>
              <a:gdLst/>
              <a:ahLst/>
              <a:cxnLst/>
              <a:rect l="l" t="t" r="r" b="b"/>
              <a:pathLst>
                <a:path w="13159" h="15190" extrusionOk="0">
                  <a:moveTo>
                    <a:pt x="2532" y="1"/>
                  </a:moveTo>
                  <a:cubicBezTo>
                    <a:pt x="1154" y="1"/>
                    <a:pt x="1" y="1129"/>
                    <a:pt x="1" y="2532"/>
                  </a:cubicBezTo>
                  <a:lnTo>
                    <a:pt x="1" y="11555"/>
                  </a:lnTo>
                  <a:cubicBezTo>
                    <a:pt x="1" y="13560"/>
                    <a:pt x="1655" y="15189"/>
                    <a:pt x="3635" y="15189"/>
                  </a:cubicBezTo>
                  <a:lnTo>
                    <a:pt x="12733" y="15189"/>
                  </a:lnTo>
                  <a:cubicBezTo>
                    <a:pt x="12958" y="15189"/>
                    <a:pt x="13159" y="14989"/>
                    <a:pt x="13159" y="14763"/>
                  </a:cubicBezTo>
                  <a:cubicBezTo>
                    <a:pt x="13159" y="14537"/>
                    <a:pt x="12958" y="14337"/>
                    <a:pt x="12733" y="14337"/>
                  </a:cubicBezTo>
                  <a:lnTo>
                    <a:pt x="11580" y="14337"/>
                  </a:lnTo>
                  <a:cubicBezTo>
                    <a:pt x="9525" y="14337"/>
                    <a:pt x="7871" y="12658"/>
                    <a:pt x="7871" y="10603"/>
                  </a:cubicBezTo>
                  <a:lnTo>
                    <a:pt x="7871" y="2532"/>
                  </a:lnTo>
                  <a:cubicBezTo>
                    <a:pt x="7871" y="1129"/>
                    <a:pt x="6718" y="1"/>
                    <a:pt x="53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1">
              <a:extLst>
                <a:ext uri="{FF2B5EF4-FFF2-40B4-BE49-F238E27FC236}">
                  <a16:creationId xmlns:a16="http://schemas.microsoft.com/office/drawing/2014/main" id="{B51E1527-E87E-3B3D-E343-639825C12E70}"/>
                </a:ext>
              </a:extLst>
            </p:cNvPr>
            <p:cNvSpPr/>
            <p:nvPr/>
          </p:nvSpPr>
          <p:spPr>
            <a:xfrm>
              <a:off x="7926553" y="4034786"/>
              <a:ext cx="331273" cy="232907"/>
            </a:xfrm>
            <a:custGeom>
              <a:avLst/>
              <a:gdLst/>
              <a:ahLst/>
              <a:cxnLst/>
              <a:rect l="l" t="t" r="r" b="b"/>
              <a:pathLst>
                <a:path w="6392" h="4494" extrusionOk="0">
                  <a:moveTo>
                    <a:pt x="652" y="1"/>
                  </a:moveTo>
                  <a:cubicBezTo>
                    <a:pt x="402" y="1"/>
                    <a:pt x="126" y="201"/>
                    <a:pt x="51" y="452"/>
                  </a:cubicBezTo>
                  <a:cubicBezTo>
                    <a:pt x="1" y="627"/>
                    <a:pt x="51" y="803"/>
                    <a:pt x="76" y="978"/>
                  </a:cubicBezTo>
                  <a:cubicBezTo>
                    <a:pt x="226" y="1605"/>
                    <a:pt x="402" y="2231"/>
                    <a:pt x="627" y="2808"/>
                  </a:cubicBezTo>
                  <a:cubicBezTo>
                    <a:pt x="778" y="3183"/>
                    <a:pt x="928" y="3534"/>
                    <a:pt x="1053" y="3910"/>
                  </a:cubicBezTo>
                  <a:cubicBezTo>
                    <a:pt x="1154" y="4186"/>
                    <a:pt x="1304" y="4437"/>
                    <a:pt x="1655" y="4487"/>
                  </a:cubicBezTo>
                  <a:cubicBezTo>
                    <a:pt x="1682" y="4491"/>
                    <a:pt x="1711" y="4493"/>
                    <a:pt x="1740" y="4493"/>
                  </a:cubicBezTo>
                  <a:cubicBezTo>
                    <a:pt x="1869" y="4493"/>
                    <a:pt x="2008" y="4452"/>
                    <a:pt x="2131" y="4412"/>
                  </a:cubicBezTo>
                  <a:cubicBezTo>
                    <a:pt x="2983" y="4161"/>
                    <a:pt x="3835" y="3910"/>
                    <a:pt x="4662" y="3660"/>
                  </a:cubicBezTo>
                  <a:cubicBezTo>
                    <a:pt x="5038" y="3534"/>
                    <a:pt x="6392" y="3033"/>
                    <a:pt x="5840" y="2482"/>
                  </a:cubicBezTo>
                  <a:cubicBezTo>
                    <a:pt x="5690" y="2356"/>
                    <a:pt x="5515" y="2331"/>
                    <a:pt x="5339" y="2306"/>
                  </a:cubicBezTo>
                  <a:cubicBezTo>
                    <a:pt x="5306" y="2305"/>
                    <a:pt x="5273" y="2304"/>
                    <a:pt x="5241" y="2304"/>
                  </a:cubicBezTo>
                  <a:cubicBezTo>
                    <a:pt x="4775" y="2304"/>
                    <a:pt x="4330" y="2462"/>
                    <a:pt x="3885" y="2532"/>
                  </a:cubicBezTo>
                  <a:cubicBezTo>
                    <a:pt x="3850" y="2536"/>
                    <a:pt x="3815" y="2537"/>
                    <a:pt x="3779" y="2537"/>
                  </a:cubicBezTo>
                  <a:cubicBezTo>
                    <a:pt x="3330" y="2537"/>
                    <a:pt x="2839" y="2254"/>
                    <a:pt x="2607" y="1905"/>
                  </a:cubicBezTo>
                  <a:cubicBezTo>
                    <a:pt x="2532" y="1805"/>
                    <a:pt x="2457" y="1680"/>
                    <a:pt x="2407" y="1554"/>
                  </a:cubicBezTo>
                  <a:cubicBezTo>
                    <a:pt x="2031" y="878"/>
                    <a:pt x="1780" y="326"/>
                    <a:pt x="1003" y="76"/>
                  </a:cubicBezTo>
                  <a:cubicBezTo>
                    <a:pt x="878" y="26"/>
                    <a:pt x="778" y="1"/>
                    <a:pt x="65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1">
              <a:extLst>
                <a:ext uri="{FF2B5EF4-FFF2-40B4-BE49-F238E27FC236}">
                  <a16:creationId xmlns:a16="http://schemas.microsoft.com/office/drawing/2014/main" id="{95218A80-4A65-7F8F-3E09-1CF8904EE1A5}"/>
                </a:ext>
              </a:extLst>
            </p:cNvPr>
            <p:cNvSpPr/>
            <p:nvPr/>
          </p:nvSpPr>
          <p:spPr>
            <a:xfrm>
              <a:off x="7053104" y="3239731"/>
              <a:ext cx="724789" cy="330962"/>
            </a:xfrm>
            <a:custGeom>
              <a:avLst/>
              <a:gdLst/>
              <a:ahLst/>
              <a:cxnLst/>
              <a:rect l="l" t="t" r="r" b="b"/>
              <a:pathLst>
                <a:path w="13985" h="6386" extrusionOk="0">
                  <a:moveTo>
                    <a:pt x="3901" y="0"/>
                  </a:moveTo>
                  <a:cubicBezTo>
                    <a:pt x="2054" y="0"/>
                    <a:pt x="1" y="1505"/>
                    <a:pt x="50" y="3512"/>
                  </a:cubicBezTo>
                  <a:cubicBezTo>
                    <a:pt x="100" y="4765"/>
                    <a:pt x="952" y="6093"/>
                    <a:pt x="2331" y="6118"/>
                  </a:cubicBezTo>
                  <a:lnTo>
                    <a:pt x="2431" y="6118"/>
                  </a:lnTo>
                  <a:cubicBezTo>
                    <a:pt x="4461" y="6143"/>
                    <a:pt x="6491" y="6143"/>
                    <a:pt x="8546" y="6169"/>
                  </a:cubicBezTo>
                  <a:cubicBezTo>
                    <a:pt x="9403" y="6169"/>
                    <a:pt x="10423" y="6385"/>
                    <a:pt x="11377" y="6385"/>
                  </a:cubicBezTo>
                  <a:cubicBezTo>
                    <a:pt x="12014" y="6385"/>
                    <a:pt x="12621" y="6289"/>
                    <a:pt x="13133" y="5968"/>
                  </a:cubicBezTo>
                  <a:cubicBezTo>
                    <a:pt x="13333" y="5868"/>
                    <a:pt x="13483" y="5717"/>
                    <a:pt x="13609" y="5567"/>
                  </a:cubicBezTo>
                  <a:cubicBezTo>
                    <a:pt x="13759" y="5341"/>
                    <a:pt x="13809" y="5116"/>
                    <a:pt x="13859" y="4865"/>
                  </a:cubicBezTo>
                  <a:cubicBezTo>
                    <a:pt x="13935" y="4539"/>
                    <a:pt x="13960" y="4239"/>
                    <a:pt x="13985" y="3913"/>
                  </a:cubicBezTo>
                  <a:cubicBezTo>
                    <a:pt x="13985" y="3336"/>
                    <a:pt x="13935" y="2785"/>
                    <a:pt x="13734" y="2259"/>
                  </a:cubicBezTo>
                  <a:cubicBezTo>
                    <a:pt x="13408" y="1432"/>
                    <a:pt x="12782" y="705"/>
                    <a:pt x="11955" y="429"/>
                  </a:cubicBezTo>
                  <a:cubicBezTo>
                    <a:pt x="11478" y="279"/>
                    <a:pt x="10977" y="254"/>
                    <a:pt x="10476" y="229"/>
                  </a:cubicBezTo>
                  <a:cubicBezTo>
                    <a:pt x="8321" y="153"/>
                    <a:pt x="6190" y="78"/>
                    <a:pt x="4035" y="3"/>
                  </a:cubicBezTo>
                  <a:cubicBezTo>
                    <a:pt x="3990" y="1"/>
                    <a:pt x="3946" y="0"/>
                    <a:pt x="390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1">
              <a:extLst>
                <a:ext uri="{FF2B5EF4-FFF2-40B4-BE49-F238E27FC236}">
                  <a16:creationId xmlns:a16="http://schemas.microsoft.com/office/drawing/2014/main" id="{BECC4B0E-EF25-69FE-091A-9E9C0AF14AD3}"/>
                </a:ext>
              </a:extLst>
            </p:cNvPr>
            <p:cNvSpPr/>
            <p:nvPr/>
          </p:nvSpPr>
          <p:spPr>
            <a:xfrm>
              <a:off x="6810146" y="3116490"/>
              <a:ext cx="635233" cy="441663"/>
            </a:xfrm>
            <a:custGeom>
              <a:avLst/>
              <a:gdLst/>
              <a:ahLst/>
              <a:cxnLst/>
              <a:rect l="l" t="t" r="r" b="b"/>
              <a:pathLst>
                <a:path w="12257" h="8522" extrusionOk="0">
                  <a:moveTo>
                    <a:pt x="1" y="0"/>
                  </a:moveTo>
                  <a:lnTo>
                    <a:pt x="1" y="5689"/>
                  </a:lnTo>
                  <a:cubicBezTo>
                    <a:pt x="51" y="7569"/>
                    <a:pt x="1530" y="8521"/>
                    <a:pt x="3435" y="8521"/>
                  </a:cubicBezTo>
                  <a:lnTo>
                    <a:pt x="6718" y="8496"/>
                  </a:lnTo>
                  <a:cubicBezTo>
                    <a:pt x="8623" y="8496"/>
                    <a:pt x="12257" y="6667"/>
                    <a:pt x="10277" y="5589"/>
                  </a:cubicBezTo>
                  <a:cubicBezTo>
                    <a:pt x="8146" y="4436"/>
                    <a:pt x="7294" y="0"/>
                    <a:pt x="72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1">
              <a:extLst>
                <a:ext uri="{FF2B5EF4-FFF2-40B4-BE49-F238E27FC236}">
                  <a16:creationId xmlns:a16="http://schemas.microsoft.com/office/drawing/2014/main" id="{267BE356-F14A-25F3-70D1-468B493ACE5D}"/>
                </a:ext>
              </a:extLst>
            </p:cNvPr>
            <p:cNvSpPr/>
            <p:nvPr/>
          </p:nvSpPr>
          <p:spPr>
            <a:xfrm>
              <a:off x="6797190" y="3263674"/>
              <a:ext cx="1018384" cy="442025"/>
            </a:xfrm>
            <a:custGeom>
              <a:avLst/>
              <a:gdLst/>
              <a:ahLst/>
              <a:cxnLst/>
              <a:rect l="l" t="t" r="r" b="b"/>
              <a:pathLst>
                <a:path w="19650" h="8529" extrusionOk="0">
                  <a:moveTo>
                    <a:pt x="5137" y="1"/>
                  </a:moveTo>
                  <a:cubicBezTo>
                    <a:pt x="4693" y="1"/>
                    <a:pt x="4249" y="31"/>
                    <a:pt x="3810" y="92"/>
                  </a:cubicBezTo>
                  <a:cubicBezTo>
                    <a:pt x="2306" y="293"/>
                    <a:pt x="727" y="544"/>
                    <a:pt x="351" y="2248"/>
                  </a:cubicBezTo>
                  <a:cubicBezTo>
                    <a:pt x="0" y="3777"/>
                    <a:pt x="978" y="5280"/>
                    <a:pt x="2507" y="5631"/>
                  </a:cubicBezTo>
                  <a:lnTo>
                    <a:pt x="2607" y="5631"/>
                  </a:lnTo>
                  <a:lnTo>
                    <a:pt x="16792" y="8438"/>
                  </a:lnTo>
                  <a:cubicBezTo>
                    <a:pt x="16843" y="8438"/>
                    <a:pt x="16868" y="8463"/>
                    <a:pt x="16893" y="8463"/>
                  </a:cubicBezTo>
                  <a:cubicBezTo>
                    <a:pt x="16968" y="8489"/>
                    <a:pt x="17043" y="8489"/>
                    <a:pt x="17118" y="8514"/>
                  </a:cubicBezTo>
                  <a:cubicBezTo>
                    <a:pt x="17211" y="8524"/>
                    <a:pt x="17301" y="8529"/>
                    <a:pt x="17390" y="8529"/>
                  </a:cubicBezTo>
                  <a:cubicBezTo>
                    <a:pt x="18386" y="8529"/>
                    <a:pt x="19144" y="7895"/>
                    <a:pt x="19374" y="6859"/>
                  </a:cubicBezTo>
                  <a:cubicBezTo>
                    <a:pt x="19650" y="5631"/>
                    <a:pt x="18948" y="4504"/>
                    <a:pt x="17645" y="3626"/>
                  </a:cubicBezTo>
                  <a:cubicBezTo>
                    <a:pt x="16116" y="2624"/>
                    <a:pt x="9950" y="1120"/>
                    <a:pt x="9098" y="769"/>
                  </a:cubicBezTo>
                  <a:cubicBezTo>
                    <a:pt x="7852" y="278"/>
                    <a:pt x="6493" y="1"/>
                    <a:pt x="5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1">
              <a:extLst>
                <a:ext uri="{FF2B5EF4-FFF2-40B4-BE49-F238E27FC236}">
                  <a16:creationId xmlns:a16="http://schemas.microsoft.com/office/drawing/2014/main" id="{CAFA2719-44EF-C36A-F3CC-C47FC2A27B17}"/>
                </a:ext>
              </a:extLst>
            </p:cNvPr>
            <p:cNvSpPr/>
            <p:nvPr/>
          </p:nvSpPr>
          <p:spPr>
            <a:xfrm>
              <a:off x="7482996" y="4072463"/>
              <a:ext cx="267630" cy="233529"/>
            </a:xfrm>
            <a:custGeom>
              <a:avLst/>
              <a:gdLst/>
              <a:ahLst/>
              <a:cxnLst/>
              <a:rect l="l" t="t" r="r" b="b"/>
              <a:pathLst>
                <a:path w="5164" h="4506" extrusionOk="0">
                  <a:moveTo>
                    <a:pt x="1513" y="0"/>
                  </a:moveTo>
                  <a:cubicBezTo>
                    <a:pt x="1061" y="0"/>
                    <a:pt x="638" y="327"/>
                    <a:pt x="552" y="802"/>
                  </a:cubicBezTo>
                  <a:lnTo>
                    <a:pt x="502" y="1128"/>
                  </a:lnTo>
                  <a:lnTo>
                    <a:pt x="51" y="3334"/>
                  </a:lnTo>
                  <a:cubicBezTo>
                    <a:pt x="0" y="3534"/>
                    <a:pt x="151" y="3735"/>
                    <a:pt x="351" y="3760"/>
                  </a:cubicBezTo>
                  <a:cubicBezTo>
                    <a:pt x="1128" y="3910"/>
                    <a:pt x="1905" y="4035"/>
                    <a:pt x="2657" y="4186"/>
                  </a:cubicBezTo>
                  <a:cubicBezTo>
                    <a:pt x="3081" y="4254"/>
                    <a:pt x="3770" y="4505"/>
                    <a:pt x="4333" y="4505"/>
                  </a:cubicBezTo>
                  <a:cubicBezTo>
                    <a:pt x="4602" y="4505"/>
                    <a:pt x="4843" y="4448"/>
                    <a:pt x="5013" y="4286"/>
                  </a:cubicBezTo>
                  <a:cubicBezTo>
                    <a:pt x="5113" y="4186"/>
                    <a:pt x="5163" y="4035"/>
                    <a:pt x="5113" y="3910"/>
                  </a:cubicBezTo>
                  <a:cubicBezTo>
                    <a:pt x="5088" y="3835"/>
                    <a:pt x="5038" y="3785"/>
                    <a:pt x="4988" y="3760"/>
                  </a:cubicBezTo>
                  <a:cubicBezTo>
                    <a:pt x="4386" y="3284"/>
                    <a:pt x="3509" y="3208"/>
                    <a:pt x="2958" y="2657"/>
                  </a:cubicBezTo>
                  <a:cubicBezTo>
                    <a:pt x="2582" y="2306"/>
                    <a:pt x="2507" y="1930"/>
                    <a:pt x="2507" y="1504"/>
                  </a:cubicBezTo>
                  <a:cubicBezTo>
                    <a:pt x="2507" y="1354"/>
                    <a:pt x="2507" y="1203"/>
                    <a:pt x="2507" y="1053"/>
                  </a:cubicBezTo>
                  <a:cubicBezTo>
                    <a:pt x="2507" y="577"/>
                    <a:pt x="2206" y="126"/>
                    <a:pt x="1730" y="25"/>
                  </a:cubicBezTo>
                  <a:cubicBezTo>
                    <a:pt x="1658" y="8"/>
                    <a:pt x="1585" y="0"/>
                    <a:pt x="151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1">
              <a:extLst>
                <a:ext uri="{FF2B5EF4-FFF2-40B4-BE49-F238E27FC236}">
                  <a16:creationId xmlns:a16="http://schemas.microsoft.com/office/drawing/2014/main" id="{BC98B2E2-D6D4-5AA1-00D8-B547BD6E5944}"/>
                </a:ext>
              </a:extLst>
            </p:cNvPr>
            <p:cNvSpPr/>
            <p:nvPr/>
          </p:nvSpPr>
          <p:spPr>
            <a:xfrm>
              <a:off x="7177744" y="2495621"/>
              <a:ext cx="513131" cy="645029"/>
            </a:xfrm>
            <a:custGeom>
              <a:avLst/>
              <a:gdLst/>
              <a:ahLst/>
              <a:cxnLst/>
              <a:rect l="l" t="t" r="r" b="b"/>
              <a:pathLst>
                <a:path w="9901" h="12446" extrusionOk="0">
                  <a:moveTo>
                    <a:pt x="226" y="0"/>
                  </a:moveTo>
                  <a:cubicBezTo>
                    <a:pt x="151" y="0"/>
                    <a:pt x="26" y="0"/>
                    <a:pt x="1" y="100"/>
                  </a:cubicBezTo>
                  <a:cubicBezTo>
                    <a:pt x="1" y="125"/>
                    <a:pt x="1" y="176"/>
                    <a:pt x="26" y="201"/>
                  </a:cubicBezTo>
                  <a:lnTo>
                    <a:pt x="502" y="3860"/>
                  </a:lnTo>
                  <a:cubicBezTo>
                    <a:pt x="452" y="3534"/>
                    <a:pt x="402" y="3208"/>
                    <a:pt x="327" y="2907"/>
                  </a:cubicBezTo>
                  <a:lnTo>
                    <a:pt x="327" y="2907"/>
                  </a:lnTo>
                  <a:cubicBezTo>
                    <a:pt x="552" y="4286"/>
                    <a:pt x="778" y="5664"/>
                    <a:pt x="1003" y="7043"/>
                  </a:cubicBezTo>
                  <a:cubicBezTo>
                    <a:pt x="1204" y="8346"/>
                    <a:pt x="1329" y="9674"/>
                    <a:pt x="1755" y="10927"/>
                  </a:cubicBezTo>
                  <a:cubicBezTo>
                    <a:pt x="1880" y="11379"/>
                    <a:pt x="2081" y="12131"/>
                    <a:pt x="2582" y="12306"/>
                  </a:cubicBezTo>
                  <a:cubicBezTo>
                    <a:pt x="2926" y="12421"/>
                    <a:pt x="3204" y="12445"/>
                    <a:pt x="3496" y="12445"/>
                  </a:cubicBezTo>
                  <a:cubicBezTo>
                    <a:pt x="3716" y="12445"/>
                    <a:pt x="3943" y="12431"/>
                    <a:pt x="4211" y="12431"/>
                  </a:cubicBezTo>
                  <a:cubicBezTo>
                    <a:pt x="4462" y="12431"/>
                    <a:pt x="4738" y="12431"/>
                    <a:pt x="4988" y="12356"/>
                  </a:cubicBezTo>
                  <a:cubicBezTo>
                    <a:pt x="5715" y="12181"/>
                    <a:pt x="6166" y="11479"/>
                    <a:pt x="6492" y="10827"/>
                  </a:cubicBezTo>
                  <a:cubicBezTo>
                    <a:pt x="6818" y="10075"/>
                    <a:pt x="7169" y="9599"/>
                    <a:pt x="7845" y="9098"/>
                  </a:cubicBezTo>
                  <a:cubicBezTo>
                    <a:pt x="8296" y="8772"/>
                    <a:pt x="8748" y="8396"/>
                    <a:pt x="9174" y="8020"/>
                  </a:cubicBezTo>
                  <a:cubicBezTo>
                    <a:pt x="9349" y="7870"/>
                    <a:pt x="9725" y="7619"/>
                    <a:pt x="9800" y="7419"/>
                  </a:cubicBezTo>
                  <a:cubicBezTo>
                    <a:pt x="9901" y="7193"/>
                    <a:pt x="9750" y="7118"/>
                    <a:pt x="9600" y="6968"/>
                  </a:cubicBezTo>
                  <a:cubicBezTo>
                    <a:pt x="9073" y="6441"/>
                    <a:pt x="8497" y="5965"/>
                    <a:pt x="8021" y="5414"/>
                  </a:cubicBezTo>
                  <a:cubicBezTo>
                    <a:pt x="7545" y="5840"/>
                    <a:pt x="7068" y="6291"/>
                    <a:pt x="6567" y="6742"/>
                  </a:cubicBezTo>
                  <a:cubicBezTo>
                    <a:pt x="6241" y="7068"/>
                    <a:pt x="5890" y="7369"/>
                    <a:pt x="5540" y="7694"/>
                  </a:cubicBezTo>
                  <a:cubicBezTo>
                    <a:pt x="5389" y="7845"/>
                    <a:pt x="4487" y="8446"/>
                    <a:pt x="4487" y="8597"/>
                  </a:cubicBezTo>
                  <a:cubicBezTo>
                    <a:pt x="4412" y="7519"/>
                    <a:pt x="4312" y="6416"/>
                    <a:pt x="3936" y="5414"/>
                  </a:cubicBezTo>
                  <a:cubicBezTo>
                    <a:pt x="3885" y="5288"/>
                    <a:pt x="3835" y="5163"/>
                    <a:pt x="3835" y="5038"/>
                  </a:cubicBezTo>
                  <a:cubicBezTo>
                    <a:pt x="3810" y="4887"/>
                    <a:pt x="3860" y="4712"/>
                    <a:pt x="3885" y="4562"/>
                  </a:cubicBezTo>
                  <a:cubicBezTo>
                    <a:pt x="4061" y="3709"/>
                    <a:pt x="3936" y="2807"/>
                    <a:pt x="3560" y="2005"/>
                  </a:cubicBezTo>
                  <a:cubicBezTo>
                    <a:pt x="3184" y="1178"/>
                    <a:pt x="2682" y="702"/>
                    <a:pt x="1830" y="426"/>
                  </a:cubicBezTo>
                  <a:cubicBezTo>
                    <a:pt x="1304" y="251"/>
                    <a:pt x="778" y="100"/>
                    <a:pt x="2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1">
              <a:extLst>
                <a:ext uri="{FF2B5EF4-FFF2-40B4-BE49-F238E27FC236}">
                  <a16:creationId xmlns:a16="http://schemas.microsoft.com/office/drawing/2014/main" id="{1F94932D-2E9A-14E5-FD40-398735DBEFEC}"/>
                </a:ext>
              </a:extLst>
            </p:cNvPr>
            <p:cNvSpPr/>
            <p:nvPr/>
          </p:nvSpPr>
          <p:spPr>
            <a:xfrm>
              <a:off x="7525217" y="3420965"/>
              <a:ext cx="537748" cy="725877"/>
            </a:xfrm>
            <a:custGeom>
              <a:avLst/>
              <a:gdLst/>
              <a:ahLst/>
              <a:cxnLst/>
              <a:rect l="l" t="t" r="r" b="b"/>
              <a:pathLst>
                <a:path w="10376" h="14006" extrusionOk="0">
                  <a:moveTo>
                    <a:pt x="3409" y="1"/>
                  </a:moveTo>
                  <a:cubicBezTo>
                    <a:pt x="3027" y="1"/>
                    <a:pt x="2649" y="60"/>
                    <a:pt x="2281" y="140"/>
                  </a:cubicBezTo>
                  <a:cubicBezTo>
                    <a:pt x="1955" y="215"/>
                    <a:pt x="1654" y="391"/>
                    <a:pt x="1354" y="466"/>
                  </a:cubicBezTo>
                  <a:cubicBezTo>
                    <a:pt x="903" y="566"/>
                    <a:pt x="251" y="441"/>
                    <a:pt x="76" y="992"/>
                  </a:cubicBezTo>
                  <a:cubicBezTo>
                    <a:pt x="0" y="1243"/>
                    <a:pt x="50" y="1494"/>
                    <a:pt x="101" y="1744"/>
                  </a:cubicBezTo>
                  <a:cubicBezTo>
                    <a:pt x="201" y="2170"/>
                    <a:pt x="326" y="2571"/>
                    <a:pt x="477" y="2947"/>
                  </a:cubicBezTo>
                  <a:cubicBezTo>
                    <a:pt x="702" y="3448"/>
                    <a:pt x="953" y="3950"/>
                    <a:pt x="1128" y="4451"/>
                  </a:cubicBezTo>
                  <a:cubicBezTo>
                    <a:pt x="1279" y="4852"/>
                    <a:pt x="1354" y="5253"/>
                    <a:pt x="1504" y="5629"/>
                  </a:cubicBezTo>
                  <a:cubicBezTo>
                    <a:pt x="1755" y="6256"/>
                    <a:pt x="2206" y="6782"/>
                    <a:pt x="2732" y="7158"/>
                  </a:cubicBezTo>
                  <a:cubicBezTo>
                    <a:pt x="3058" y="7408"/>
                    <a:pt x="3434" y="7584"/>
                    <a:pt x="3685" y="7935"/>
                  </a:cubicBezTo>
                  <a:cubicBezTo>
                    <a:pt x="3835" y="8160"/>
                    <a:pt x="3860" y="8411"/>
                    <a:pt x="3960" y="8687"/>
                  </a:cubicBezTo>
                  <a:cubicBezTo>
                    <a:pt x="4211" y="9363"/>
                    <a:pt x="4512" y="10115"/>
                    <a:pt x="5138" y="10491"/>
                  </a:cubicBezTo>
                  <a:cubicBezTo>
                    <a:pt x="5314" y="10591"/>
                    <a:pt x="5489" y="10667"/>
                    <a:pt x="5614" y="10817"/>
                  </a:cubicBezTo>
                  <a:cubicBezTo>
                    <a:pt x="5690" y="10942"/>
                    <a:pt x="5740" y="11068"/>
                    <a:pt x="5790" y="11193"/>
                  </a:cubicBezTo>
                  <a:cubicBezTo>
                    <a:pt x="5915" y="11569"/>
                    <a:pt x="6066" y="11945"/>
                    <a:pt x="6316" y="12246"/>
                  </a:cubicBezTo>
                  <a:cubicBezTo>
                    <a:pt x="6542" y="12546"/>
                    <a:pt x="6842" y="12747"/>
                    <a:pt x="7068" y="13022"/>
                  </a:cubicBezTo>
                  <a:cubicBezTo>
                    <a:pt x="7294" y="13323"/>
                    <a:pt x="7369" y="13674"/>
                    <a:pt x="7519" y="14000"/>
                  </a:cubicBezTo>
                  <a:cubicBezTo>
                    <a:pt x="7521" y="14004"/>
                    <a:pt x="7527" y="14006"/>
                    <a:pt x="7537" y="14006"/>
                  </a:cubicBezTo>
                  <a:cubicBezTo>
                    <a:pt x="7785" y="14006"/>
                    <a:pt x="10375" y="12871"/>
                    <a:pt x="10351" y="12847"/>
                  </a:cubicBezTo>
                  <a:cubicBezTo>
                    <a:pt x="9123" y="10240"/>
                    <a:pt x="8221" y="7534"/>
                    <a:pt x="7243" y="4827"/>
                  </a:cubicBezTo>
                  <a:cubicBezTo>
                    <a:pt x="6792" y="3549"/>
                    <a:pt x="6316" y="2220"/>
                    <a:pt x="5464" y="1118"/>
                  </a:cubicBezTo>
                  <a:cubicBezTo>
                    <a:pt x="5063" y="591"/>
                    <a:pt x="4712" y="215"/>
                    <a:pt x="4061" y="65"/>
                  </a:cubicBezTo>
                  <a:cubicBezTo>
                    <a:pt x="3843" y="20"/>
                    <a:pt x="3626" y="1"/>
                    <a:pt x="3409" y="1"/>
                  </a:cubicBezTo>
                  <a:close/>
                </a:path>
              </a:pathLst>
            </a:custGeom>
            <a:solidFill>
              <a:schemeClr val="dk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a:extLst>
                <a:ext uri="{FF2B5EF4-FFF2-40B4-BE49-F238E27FC236}">
                  <a16:creationId xmlns:a16="http://schemas.microsoft.com/office/drawing/2014/main" id="{1123487D-E2F1-11E8-48BD-64B9D6620A97}"/>
                </a:ext>
              </a:extLst>
            </p:cNvPr>
            <p:cNvSpPr/>
            <p:nvPr/>
          </p:nvSpPr>
          <p:spPr>
            <a:xfrm>
              <a:off x="6743913" y="2496917"/>
              <a:ext cx="545626" cy="778066"/>
            </a:xfrm>
            <a:custGeom>
              <a:avLst/>
              <a:gdLst/>
              <a:ahLst/>
              <a:cxnLst/>
              <a:rect l="l" t="t" r="r" b="b"/>
              <a:pathLst>
                <a:path w="10528" h="15013" extrusionOk="0">
                  <a:moveTo>
                    <a:pt x="6191" y="0"/>
                  </a:moveTo>
                  <a:lnTo>
                    <a:pt x="5088" y="125"/>
                  </a:lnTo>
                  <a:cubicBezTo>
                    <a:pt x="3911" y="251"/>
                    <a:pt x="2682" y="401"/>
                    <a:pt x="1755" y="1128"/>
                  </a:cubicBezTo>
                  <a:cubicBezTo>
                    <a:pt x="652" y="2030"/>
                    <a:pt x="1" y="3584"/>
                    <a:pt x="226" y="4988"/>
                  </a:cubicBezTo>
                  <a:cubicBezTo>
                    <a:pt x="352" y="5740"/>
                    <a:pt x="602" y="6491"/>
                    <a:pt x="677" y="7268"/>
                  </a:cubicBezTo>
                  <a:cubicBezTo>
                    <a:pt x="953" y="9850"/>
                    <a:pt x="1154" y="12431"/>
                    <a:pt x="1304" y="15013"/>
                  </a:cubicBezTo>
                  <a:cubicBezTo>
                    <a:pt x="2532" y="14938"/>
                    <a:pt x="3785" y="14938"/>
                    <a:pt x="5038" y="14862"/>
                  </a:cubicBezTo>
                  <a:cubicBezTo>
                    <a:pt x="6567" y="14787"/>
                    <a:pt x="8297" y="14712"/>
                    <a:pt x="9775" y="14161"/>
                  </a:cubicBezTo>
                  <a:cubicBezTo>
                    <a:pt x="9951" y="12030"/>
                    <a:pt x="10527" y="9925"/>
                    <a:pt x="10502" y="7795"/>
                  </a:cubicBezTo>
                  <a:cubicBezTo>
                    <a:pt x="10477" y="6742"/>
                    <a:pt x="10452" y="5689"/>
                    <a:pt x="10452" y="4662"/>
                  </a:cubicBezTo>
                  <a:lnTo>
                    <a:pt x="6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a:extLst>
                <a:ext uri="{FF2B5EF4-FFF2-40B4-BE49-F238E27FC236}">
                  <a16:creationId xmlns:a16="http://schemas.microsoft.com/office/drawing/2014/main" id="{D0F093D5-FB72-5F3F-E648-5ED6D66793BB}"/>
                </a:ext>
              </a:extLst>
            </p:cNvPr>
            <p:cNvSpPr/>
            <p:nvPr/>
          </p:nvSpPr>
          <p:spPr>
            <a:xfrm>
              <a:off x="7476518" y="3260254"/>
              <a:ext cx="344229" cy="889596"/>
            </a:xfrm>
            <a:custGeom>
              <a:avLst/>
              <a:gdLst/>
              <a:ahLst/>
              <a:cxnLst/>
              <a:rect l="l" t="t" r="r" b="b"/>
              <a:pathLst>
                <a:path w="6642" h="17165" extrusionOk="0">
                  <a:moveTo>
                    <a:pt x="2750" y="1"/>
                  </a:moveTo>
                  <a:cubicBezTo>
                    <a:pt x="2159" y="1"/>
                    <a:pt x="1595" y="205"/>
                    <a:pt x="1153" y="735"/>
                  </a:cubicBezTo>
                  <a:cubicBezTo>
                    <a:pt x="927" y="986"/>
                    <a:pt x="777" y="1286"/>
                    <a:pt x="702" y="1612"/>
                  </a:cubicBezTo>
                  <a:cubicBezTo>
                    <a:pt x="75" y="3843"/>
                    <a:pt x="1103" y="5773"/>
                    <a:pt x="827" y="7878"/>
                  </a:cubicBezTo>
                  <a:cubicBezTo>
                    <a:pt x="752" y="8404"/>
                    <a:pt x="677" y="8930"/>
                    <a:pt x="777" y="9457"/>
                  </a:cubicBezTo>
                  <a:cubicBezTo>
                    <a:pt x="802" y="9632"/>
                    <a:pt x="877" y="9808"/>
                    <a:pt x="877" y="9983"/>
                  </a:cubicBezTo>
                  <a:cubicBezTo>
                    <a:pt x="953" y="10409"/>
                    <a:pt x="802" y="10835"/>
                    <a:pt x="702" y="11261"/>
                  </a:cubicBezTo>
                  <a:cubicBezTo>
                    <a:pt x="577" y="11712"/>
                    <a:pt x="476" y="12164"/>
                    <a:pt x="501" y="12615"/>
                  </a:cubicBezTo>
                  <a:cubicBezTo>
                    <a:pt x="526" y="13091"/>
                    <a:pt x="652" y="13542"/>
                    <a:pt x="677" y="14018"/>
                  </a:cubicBezTo>
                  <a:cubicBezTo>
                    <a:pt x="677" y="14369"/>
                    <a:pt x="602" y="14720"/>
                    <a:pt x="526" y="15046"/>
                  </a:cubicBezTo>
                  <a:cubicBezTo>
                    <a:pt x="451" y="15497"/>
                    <a:pt x="0" y="16374"/>
                    <a:pt x="577" y="16575"/>
                  </a:cubicBezTo>
                  <a:cubicBezTo>
                    <a:pt x="927" y="16675"/>
                    <a:pt x="1328" y="16650"/>
                    <a:pt x="1704" y="16750"/>
                  </a:cubicBezTo>
                  <a:cubicBezTo>
                    <a:pt x="1830" y="16775"/>
                    <a:pt x="2707" y="17001"/>
                    <a:pt x="3158" y="17151"/>
                  </a:cubicBezTo>
                  <a:cubicBezTo>
                    <a:pt x="3181" y="17160"/>
                    <a:pt x="3203" y="17164"/>
                    <a:pt x="3225" y="17164"/>
                  </a:cubicBezTo>
                  <a:cubicBezTo>
                    <a:pt x="3325" y="17164"/>
                    <a:pt x="3413" y="17078"/>
                    <a:pt x="3434" y="16976"/>
                  </a:cubicBezTo>
                  <a:cubicBezTo>
                    <a:pt x="3509" y="16349"/>
                    <a:pt x="3810" y="15697"/>
                    <a:pt x="3985" y="15121"/>
                  </a:cubicBezTo>
                  <a:cubicBezTo>
                    <a:pt x="4186" y="14344"/>
                    <a:pt x="4386" y="13567"/>
                    <a:pt x="4587" y="12765"/>
                  </a:cubicBezTo>
                  <a:cubicBezTo>
                    <a:pt x="4662" y="12389"/>
                    <a:pt x="4762" y="12013"/>
                    <a:pt x="4887" y="11637"/>
                  </a:cubicBezTo>
                  <a:cubicBezTo>
                    <a:pt x="5038" y="11161"/>
                    <a:pt x="5263" y="10735"/>
                    <a:pt x="5489" y="10284"/>
                  </a:cubicBezTo>
                  <a:cubicBezTo>
                    <a:pt x="5514" y="10234"/>
                    <a:pt x="5539" y="10159"/>
                    <a:pt x="5564" y="10108"/>
                  </a:cubicBezTo>
                  <a:cubicBezTo>
                    <a:pt x="5614" y="9983"/>
                    <a:pt x="5664" y="9858"/>
                    <a:pt x="5689" y="9732"/>
                  </a:cubicBezTo>
                  <a:cubicBezTo>
                    <a:pt x="6090" y="8204"/>
                    <a:pt x="6642" y="6524"/>
                    <a:pt x="6466" y="4870"/>
                  </a:cubicBezTo>
                  <a:cubicBezTo>
                    <a:pt x="6316" y="3442"/>
                    <a:pt x="6341" y="1612"/>
                    <a:pt x="4938" y="735"/>
                  </a:cubicBezTo>
                  <a:cubicBezTo>
                    <a:pt x="4293" y="329"/>
                    <a:pt x="3499" y="1"/>
                    <a:pt x="27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a:extLst>
                <a:ext uri="{FF2B5EF4-FFF2-40B4-BE49-F238E27FC236}">
                  <a16:creationId xmlns:a16="http://schemas.microsoft.com/office/drawing/2014/main" id="{5AAB50C3-A47B-7DCD-FABF-91E19C1721A5}"/>
                </a:ext>
              </a:extLst>
            </p:cNvPr>
            <p:cNvSpPr/>
            <p:nvPr/>
          </p:nvSpPr>
          <p:spPr>
            <a:xfrm>
              <a:off x="7151780" y="3067256"/>
              <a:ext cx="235135" cy="117127"/>
            </a:xfrm>
            <a:custGeom>
              <a:avLst/>
              <a:gdLst/>
              <a:ahLst/>
              <a:cxnLst/>
              <a:rect l="l" t="t" r="r" b="b"/>
              <a:pathLst>
                <a:path w="4537" h="2260" extrusionOk="0">
                  <a:moveTo>
                    <a:pt x="772" y="0"/>
                  </a:moveTo>
                  <a:cubicBezTo>
                    <a:pt x="605" y="0"/>
                    <a:pt x="447" y="42"/>
                    <a:pt x="326" y="148"/>
                  </a:cubicBezTo>
                  <a:cubicBezTo>
                    <a:pt x="226" y="248"/>
                    <a:pt x="176" y="374"/>
                    <a:pt x="126" y="499"/>
                  </a:cubicBezTo>
                  <a:cubicBezTo>
                    <a:pt x="51" y="649"/>
                    <a:pt x="0" y="800"/>
                    <a:pt x="51" y="950"/>
                  </a:cubicBezTo>
                  <a:cubicBezTo>
                    <a:pt x="101" y="1101"/>
                    <a:pt x="251" y="1201"/>
                    <a:pt x="401" y="1251"/>
                  </a:cubicBezTo>
                  <a:cubicBezTo>
                    <a:pt x="777" y="1426"/>
                    <a:pt x="1203" y="1301"/>
                    <a:pt x="1454" y="1552"/>
                  </a:cubicBezTo>
                  <a:cubicBezTo>
                    <a:pt x="1755" y="1852"/>
                    <a:pt x="1880" y="2128"/>
                    <a:pt x="2356" y="2228"/>
                  </a:cubicBezTo>
                  <a:cubicBezTo>
                    <a:pt x="2488" y="2250"/>
                    <a:pt x="2621" y="2259"/>
                    <a:pt x="2753" y="2259"/>
                  </a:cubicBezTo>
                  <a:cubicBezTo>
                    <a:pt x="3072" y="2259"/>
                    <a:pt x="3391" y="2206"/>
                    <a:pt x="3710" y="2153"/>
                  </a:cubicBezTo>
                  <a:cubicBezTo>
                    <a:pt x="4537" y="2003"/>
                    <a:pt x="4411" y="1401"/>
                    <a:pt x="3785" y="1075"/>
                  </a:cubicBezTo>
                  <a:cubicBezTo>
                    <a:pt x="3083" y="674"/>
                    <a:pt x="2482" y="349"/>
                    <a:pt x="1680" y="173"/>
                  </a:cubicBezTo>
                  <a:cubicBezTo>
                    <a:pt x="1479" y="123"/>
                    <a:pt x="1304" y="98"/>
                    <a:pt x="1103" y="48"/>
                  </a:cubicBezTo>
                  <a:cubicBezTo>
                    <a:pt x="994" y="18"/>
                    <a:pt x="881" y="0"/>
                    <a:pt x="77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a:extLst>
                <a:ext uri="{FF2B5EF4-FFF2-40B4-BE49-F238E27FC236}">
                  <a16:creationId xmlns:a16="http://schemas.microsoft.com/office/drawing/2014/main" id="{84AE9594-B9FA-2815-870B-E08BFB9C8C02}"/>
                </a:ext>
              </a:extLst>
            </p:cNvPr>
            <p:cNvSpPr/>
            <p:nvPr/>
          </p:nvSpPr>
          <p:spPr>
            <a:xfrm>
              <a:off x="6740027" y="2691729"/>
              <a:ext cx="478045" cy="473691"/>
            </a:xfrm>
            <a:custGeom>
              <a:avLst/>
              <a:gdLst/>
              <a:ahLst/>
              <a:cxnLst/>
              <a:rect l="l" t="t" r="r" b="b"/>
              <a:pathLst>
                <a:path w="9224" h="9140" extrusionOk="0">
                  <a:moveTo>
                    <a:pt x="301" y="1"/>
                  </a:moveTo>
                  <a:cubicBezTo>
                    <a:pt x="176" y="1179"/>
                    <a:pt x="151" y="2356"/>
                    <a:pt x="76" y="3509"/>
                  </a:cubicBezTo>
                  <a:cubicBezTo>
                    <a:pt x="1" y="4788"/>
                    <a:pt x="51" y="6091"/>
                    <a:pt x="427" y="7319"/>
                  </a:cubicBezTo>
                  <a:cubicBezTo>
                    <a:pt x="527" y="7695"/>
                    <a:pt x="677" y="8096"/>
                    <a:pt x="928" y="8397"/>
                  </a:cubicBezTo>
                  <a:cubicBezTo>
                    <a:pt x="1452" y="9003"/>
                    <a:pt x="2400" y="9140"/>
                    <a:pt x="3364" y="9140"/>
                  </a:cubicBezTo>
                  <a:cubicBezTo>
                    <a:pt x="4153" y="9140"/>
                    <a:pt x="4953" y="9048"/>
                    <a:pt x="5539" y="9048"/>
                  </a:cubicBezTo>
                  <a:lnTo>
                    <a:pt x="8722" y="9048"/>
                  </a:lnTo>
                  <a:cubicBezTo>
                    <a:pt x="8747" y="8998"/>
                    <a:pt x="8747" y="8948"/>
                    <a:pt x="8773" y="8898"/>
                  </a:cubicBezTo>
                  <a:cubicBezTo>
                    <a:pt x="8873" y="8472"/>
                    <a:pt x="9148" y="7419"/>
                    <a:pt x="9224" y="6993"/>
                  </a:cubicBezTo>
                  <a:lnTo>
                    <a:pt x="7194" y="6818"/>
                  </a:lnTo>
                  <a:cubicBezTo>
                    <a:pt x="6617" y="6768"/>
                    <a:pt x="6016" y="6717"/>
                    <a:pt x="5439" y="6667"/>
                  </a:cubicBezTo>
                  <a:cubicBezTo>
                    <a:pt x="4963" y="6642"/>
                    <a:pt x="4261" y="6742"/>
                    <a:pt x="4186" y="6116"/>
                  </a:cubicBezTo>
                  <a:cubicBezTo>
                    <a:pt x="4136" y="5915"/>
                    <a:pt x="4186" y="5665"/>
                    <a:pt x="4086" y="5464"/>
                  </a:cubicBezTo>
                  <a:cubicBezTo>
                    <a:pt x="3960" y="5164"/>
                    <a:pt x="3610" y="5013"/>
                    <a:pt x="3509" y="4687"/>
                  </a:cubicBezTo>
                  <a:cubicBezTo>
                    <a:pt x="3459" y="4462"/>
                    <a:pt x="3559" y="4161"/>
                    <a:pt x="3585" y="3910"/>
                  </a:cubicBezTo>
                  <a:cubicBezTo>
                    <a:pt x="3610" y="3560"/>
                    <a:pt x="3760" y="3234"/>
                    <a:pt x="3910" y="2908"/>
                  </a:cubicBezTo>
                  <a:cubicBezTo>
                    <a:pt x="4161" y="2331"/>
                    <a:pt x="4336" y="1730"/>
                    <a:pt x="4437" y="1128"/>
                  </a:cubicBezTo>
                  <a:lnTo>
                    <a:pt x="4336" y="1128"/>
                  </a:lnTo>
                  <a:lnTo>
                    <a:pt x="30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a:extLst>
                <a:ext uri="{FF2B5EF4-FFF2-40B4-BE49-F238E27FC236}">
                  <a16:creationId xmlns:a16="http://schemas.microsoft.com/office/drawing/2014/main" id="{C7D20E09-260B-7BD9-49EB-5CFCBCE76603}"/>
                </a:ext>
              </a:extLst>
            </p:cNvPr>
            <p:cNvSpPr/>
            <p:nvPr/>
          </p:nvSpPr>
          <p:spPr>
            <a:xfrm>
              <a:off x="7316740" y="3132038"/>
              <a:ext cx="641712" cy="23477"/>
            </a:xfrm>
            <a:custGeom>
              <a:avLst/>
              <a:gdLst/>
              <a:ahLst/>
              <a:cxnLst/>
              <a:rect l="l" t="t" r="r" b="b"/>
              <a:pathLst>
                <a:path w="12382" h="453" extrusionOk="0">
                  <a:moveTo>
                    <a:pt x="426" y="1"/>
                  </a:moveTo>
                  <a:cubicBezTo>
                    <a:pt x="176" y="1"/>
                    <a:pt x="0" y="201"/>
                    <a:pt x="0" y="452"/>
                  </a:cubicBezTo>
                  <a:lnTo>
                    <a:pt x="12381" y="452"/>
                  </a:lnTo>
                  <a:lnTo>
                    <a:pt x="12381"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360A724-B275-5201-AFCA-4025252CF0FA}"/>
                </a:ext>
              </a:extLst>
            </p:cNvPr>
            <p:cNvSpPr/>
            <p:nvPr/>
          </p:nvSpPr>
          <p:spPr>
            <a:xfrm>
              <a:off x="7427129" y="2773561"/>
              <a:ext cx="757336" cy="358534"/>
            </a:xfrm>
            <a:custGeom>
              <a:avLst/>
              <a:gdLst/>
              <a:ahLst/>
              <a:cxnLst/>
              <a:rect l="l" t="t" r="r" b="b"/>
              <a:pathLst>
                <a:path w="14613" h="6918" extrusionOk="0">
                  <a:moveTo>
                    <a:pt x="2758" y="1"/>
                  </a:moveTo>
                  <a:cubicBezTo>
                    <a:pt x="2507" y="1"/>
                    <a:pt x="2281" y="151"/>
                    <a:pt x="2206" y="376"/>
                  </a:cubicBezTo>
                  <a:lnTo>
                    <a:pt x="1" y="6918"/>
                  </a:lnTo>
                  <a:lnTo>
                    <a:pt x="12382" y="6918"/>
                  </a:lnTo>
                  <a:lnTo>
                    <a:pt x="14487" y="702"/>
                  </a:lnTo>
                  <a:cubicBezTo>
                    <a:pt x="14612" y="351"/>
                    <a:pt x="14312" y="1"/>
                    <a:pt x="1393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1049AC75-F0E4-FE11-9A0E-42B91FD57FAA}"/>
                </a:ext>
              </a:extLst>
            </p:cNvPr>
            <p:cNvSpPr/>
            <p:nvPr/>
          </p:nvSpPr>
          <p:spPr>
            <a:xfrm>
              <a:off x="7424537" y="3103482"/>
              <a:ext cx="644303" cy="52033"/>
            </a:xfrm>
            <a:custGeom>
              <a:avLst/>
              <a:gdLst/>
              <a:ahLst/>
              <a:cxnLst/>
              <a:rect l="l" t="t" r="r" b="b"/>
              <a:pathLst>
                <a:path w="12432" h="1004" extrusionOk="0">
                  <a:moveTo>
                    <a:pt x="12432" y="0"/>
                  </a:moveTo>
                  <a:lnTo>
                    <a:pt x="1" y="552"/>
                  </a:lnTo>
                  <a:lnTo>
                    <a:pt x="1" y="1003"/>
                  </a:lnTo>
                  <a:lnTo>
                    <a:pt x="12231" y="1003"/>
                  </a:lnTo>
                  <a:cubicBezTo>
                    <a:pt x="12332" y="1003"/>
                    <a:pt x="12432" y="903"/>
                    <a:pt x="12432" y="777"/>
                  </a:cubicBezTo>
                  <a:lnTo>
                    <a:pt x="1243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a:extLst>
                <a:ext uri="{FF2B5EF4-FFF2-40B4-BE49-F238E27FC236}">
                  <a16:creationId xmlns:a16="http://schemas.microsoft.com/office/drawing/2014/main" id="{BABE12F4-4CCB-5143-0549-7C4C0F189F60}"/>
                </a:ext>
              </a:extLst>
            </p:cNvPr>
            <p:cNvSpPr/>
            <p:nvPr/>
          </p:nvSpPr>
          <p:spPr>
            <a:xfrm>
              <a:off x="7786953" y="2925513"/>
              <a:ext cx="48976" cy="35190"/>
            </a:xfrm>
            <a:custGeom>
              <a:avLst/>
              <a:gdLst/>
              <a:ahLst/>
              <a:cxnLst/>
              <a:rect l="l" t="t" r="r" b="b"/>
              <a:pathLst>
                <a:path w="945" h="679" extrusionOk="0">
                  <a:moveTo>
                    <a:pt x="501" y="1"/>
                  </a:moveTo>
                  <a:cubicBezTo>
                    <a:pt x="376" y="26"/>
                    <a:pt x="226" y="76"/>
                    <a:pt x="151" y="201"/>
                  </a:cubicBezTo>
                  <a:cubicBezTo>
                    <a:pt x="0" y="477"/>
                    <a:pt x="226" y="678"/>
                    <a:pt x="476" y="678"/>
                  </a:cubicBezTo>
                  <a:cubicBezTo>
                    <a:pt x="486" y="678"/>
                    <a:pt x="495" y="678"/>
                    <a:pt x="505" y="678"/>
                  </a:cubicBezTo>
                  <a:cubicBezTo>
                    <a:pt x="928" y="678"/>
                    <a:pt x="944" y="124"/>
                    <a:pt x="552" y="26"/>
                  </a:cubicBezTo>
                  <a:cubicBezTo>
                    <a:pt x="552" y="26"/>
                    <a:pt x="526" y="1"/>
                    <a:pt x="526"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1">
              <a:extLst>
                <a:ext uri="{FF2B5EF4-FFF2-40B4-BE49-F238E27FC236}">
                  <a16:creationId xmlns:a16="http://schemas.microsoft.com/office/drawing/2014/main" id="{2B9F3618-6172-DA28-1F53-4AC70A6E747D}"/>
                </a:ext>
              </a:extLst>
            </p:cNvPr>
            <p:cNvSpPr/>
            <p:nvPr/>
          </p:nvSpPr>
          <p:spPr>
            <a:xfrm>
              <a:off x="7389452" y="2938521"/>
              <a:ext cx="22130" cy="35138"/>
            </a:xfrm>
            <a:custGeom>
              <a:avLst/>
              <a:gdLst/>
              <a:ahLst/>
              <a:cxnLst/>
              <a:rect l="l" t="t" r="r" b="b"/>
              <a:pathLst>
                <a:path w="427" h="678" extrusionOk="0">
                  <a:moveTo>
                    <a:pt x="427" y="1"/>
                  </a:moveTo>
                  <a:lnTo>
                    <a:pt x="84" y="545"/>
                  </a:lnTo>
                  <a:lnTo>
                    <a:pt x="84" y="545"/>
                  </a:lnTo>
                  <a:cubicBezTo>
                    <a:pt x="98" y="530"/>
                    <a:pt x="112" y="516"/>
                    <a:pt x="126" y="502"/>
                  </a:cubicBezTo>
                  <a:cubicBezTo>
                    <a:pt x="176" y="402"/>
                    <a:pt x="227" y="326"/>
                    <a:pt x="277" y="251"/>
                  </a:cubicBezTo>
                  <a:cubicBezTo>
                    <a:pt x="327" y="176"/>
                    <a:pt x="402" y="101"/>
                    <a:pt x="427" y="1"/>
                  </a:cubicBezTo>
                  <a:close/>
                  <a:moveTo>
                    <a:pt x="84" y="545"/>
                  </a:moveTo>
                  <a:cubicBezTo>
                    <a:pt x="50" y="582"/>
                    <a:pt x="19" y="623"/>
                    <a:pt x="1" y="677"/>
                  </a:cubicBezTo>
                  <a:lnTo>
                    <a:pt x="84" y="545"/>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1">
              <a:extLst>
                <a:ext uri="{FF2B5EF4-FFF2-40B4-BE49-F238E27FC236}">
                  <a16:creationId xmlns:a16="http://schemas.microsoft.com/office/drawing/2014/main" id="{1BF94EF4-1580-555A-68FD-BCF26A55C22A}"/>
                </a:ext>
              </a:extLst>
            </p:cNvPr>
            <p:cNvSpPr/>
            <p:nvPr/>
          </p:nvSpPr>
          <p:spPr>
            <a:xfrm>
              <a:off x="7507665" y="3536017"/>
              <a:ext cx="24721" cy="215649"/>
            </a:xfrm>
            <a:custGeom>
              <a:avLst/>
              <a:gdLst/>
              <a:ahLst/>
              <a:cxnLst/>
              <a:rect l="l" t="t" r="r" b="b"/>
              <a:pathLst>
                <a:path w="477" h="4161" fill="none" extrusionOk="0">
                  <a:moveTo>
                    <a:pt x="51" y="4161"/>
                  </a:moveTo>
                  <a:cubicBezTo>
                    <a:pt x="1" y="3559"/>
                    <a:pt x="51" y="2983"/>
                    <a:pt x="226" y="2406"/>
                  </a:cubicBezTo>
                  <a:cubicBezTo>
                    <a:pt x="352" y="2005"/>
                    <a:pt x="477" y="1629"/>
                    <a:pt x="377" y="1203"/>
                  </a:cubicBezTo>
                  <a:cubicBezTo>
                    <a:pt x="276" y="777"/>
                    <a:pt x="226" y="426"/>
                    <a:pt x="377" y="0"/>
                  </a:cubicBez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1">
              <a:extLst>
                <a:ext uri="{FF2B5EF4-FFF2-40B4-BE49-F238E27FC236}">
                  <a16:creationId xmlns:a16="http://schemas.microsoft.com/office/drawing/2014/main" id="{B7838A1F-F97C-A32A-BC6C-437C085211E0}"/>
                </a:ext>
              </a:extLst>
            </p:cNvPr>
            <p:cNvSpPr/>
            <p:nvPr/>
          </p:nvSpPr>
          <p:spPr>
            <a:xfrm>
              <a:off x="6334732" y="3151551"/>
              <a:ext cx="2802160" cy="52036"/>
            </a:xfrm>
            <a:custGeom>
              <a:avLst/>
              <a:gdLst/>
              <a:ahLst/>
              <a:cxnLst/>
              <a:rect l="l" t="t" r="r" b="b"/>
              <a:pathLst>
                <a:path w="86719" h="979" extrusionOk="0">
                  <a:moveTo>
                    <a:pt x="1" y="1"/>
                  </a:moveTo>
                  <a:lnTo>
                    <a:pt x="1" y="978"/>
                  </a:lnTo>
                  <a:lnTo>
                    <a:pt x="86718" y="978"/>
                  </a:lnTo>
                  <a:lnTo>
                    <a:pt x="8671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1">
              <a:extLst>
                <a:ext uri="{FF2B5EF4-FFF2-40B4-BE49-F238E27FC236}">
                  <a16:creationId xmlns:a16="http://schemas.microsoft.com/office/drawing/2014/main" id="{4EB44F4F-22CA-631C-F90C-BE428F7C4572}"/>
                </a:ext>
              </a:extLst>
            </p:cNvPr>
            <p:cNvSpPr/>
            <p:nvPr/>
          </p:nvSpPr>
          <p:spPr>
            <a:xfrm>
              <a:off x="6393211" y="3163237"/>
              <a:ext cx="314378" cy="1170339"/>
            </a:xfrm>
            <a:custGeom>
              <a:avLst/>
              <a:gdLst/>
              <a:ahLst/>
              <a:cxnLst/>
              <a:rect l="l" t="t" r="r" b="b"/>
              <a:pathLst>
                <a:path w="6066" h="22582" extrusionOk="0">
                  <a:moveTo>
                    <a:pt x="5414" y="0"/>
                  </a:moveTo>
                  <a:lnTo>
                    <a:pt x="1" y="22582"/>
                  </a:lnTo>
                  <a:lnTo>
                    <a:pt x="677" y="22582"/>
                  </a:lnTo>
                  <a:lnTo>
                    <a:pt x="606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a:extLst>
                <a:ext uri="{FF2B5EF4-FFF2-40B4-BE49-F238E27FC236}">
                  <a16:creationId xmlns:a16="http://schemas.microsoft.com/office/drawing/2014/main" id="{54676259-697B-E1D8-E4EA-E484D9716412}"/>
                </a:ext>
              </a:extLst>
            </p:cNvPr>
            <p:cNvSpPr/>
            <p:nvPr/>
          </p:nvSpPr>
          <p:spPr>
            <a:xfrm>
              <a:off x="6703645" y="3163237"/>
              <a:ext cx="313082" cy="1170339"/>
            </a:xfrm>
            <a:custGeom>
              <a:avLst/>
              <a:gdLst/>
              <a:ahLst/>
              <a:cxnLst/>
              <a:rect l="l" t="t" r="r" b="b"/>
              <a:pathLst>
                <a:path w="6041" h="22582" extrusionOk="0">
                  <a:moveTo>
                    <a:pt x="5389" y="0"/>
                  </a:moveTo>
                  <a:lnTo>
                    <a:pt x="1" y="22582"/>
                  </a:lnTo>
                  <a:lnTo>
                    <a:pt x="652" y="22582"/>
                  </a:lnTo>
                  <a:lnTo>
                    <a:pt x="60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a:extLst>
                <a:ext uri="{FF2B5EF4-FFF2-40B4-BE49-F238E27FC236}">
                  <a16:creationId xmlns:a16="http://schemas.microsoft.com/office/drawing/2014/main" id="{C89D3491-4E6A-BD99-CBF0-44CD28DEE0D9}"/>
                </a:ext>
              </a:extLst>
            </p:cNvPr>
            <p:cNvSpPr/>
            <p:nvPr/>
          </p:nvSpPr>
          <p:spPr>
            <a:xfrm>
              <a:off x="7114650" y="2511959"/>
              <a:ext cx="169554" cy="202985"/>
            </a:xfrm>
            <a:custGeom>
              <a:avLst/>
              <a:gdLst/>
              <a:ahLst/>
              <a:cxnLst/>
              <a:rect l="l" t="t" r="r" b="b"/>
              <a:pathLst>
                <a:path w="4022" h="4815" extrusionOk="0">
                  <a:moveTo>
                    <a:pt x="1587" y="0"/>
                  </a:moveTo>
                  <a:lnTo>
                    <a:pt x="1058" y="1481"/>
                  </a:lnTo>
                  <a:lnTo>
                    <a:pt x="0" y="2169"/>
                  </a:lnTo>
                  <a:lnTo>
                    <a:pt x="106" y="2963"/>
                  </a:lnTo>
                  <a:lnTo>
                    <a:pt x="4022" y="4815"/>
                  </a:lnTo>
                  <a:lnTo>
                    <a:pt x="3440" y="952"/>
                  </a:lnTo>
                  <a:close/>
                </a:path>
              </a:pathLst>
            </a:custGeom>
            <a:solidFill>
              <a:schemeClr val="dk2"/>
            </a:solidFill>
            <a:ln w="9525" cap="flat" cmpd="sng">
              <a:solidFill>
                <a:schemeClr val="dk2"/>
              </a:solidFill>
              <a:prstDash val="solid"/>
              <a:round/>
              <a:headEnd type="none" w="med" len="med"/>
              <a:tailEnd type="none" w="med" len="med"/>
            </a:ln>
          </p:spPr>
          <p:txBody>
            <a:bodyPr/>
            <a:lstStyle/>
            <a:p>
              <a:endParaRPr lang="en-IN"/>
            </a:p>
          </p:txBody>
        </p:sp>
        <p:grpSp>
          <p:nvGrpSpPr>
            <p:cNvPr id="868" name="Google Shape;868;p31">
              <a:extLst>
                <a:ext uri="{FF2B5EF4-FFF2-40B4-BE49-F238E27FC236}">
                  <a16:creationId xmlns:a16="http://schemas.microsoft.com/office/drawing/2014/main" id="{8FE6A45F-BBBB-61AF-B274-C7424113A7C6}"/>
                </a:ext>
              </a:extLst>
            </p:cNvPr>
            <p:cNvGrpSpPr/>
            <p:nvPr/>
          </p:nvGrpSpPr>
          <p:grpSpPr>
            <a:xfrm>
              <a:off x="6988000" y="2125378"/>
              <a:ext cx="244243" cy="467604"/>
              <a:chOff x="5990537" y="2792332"/>
              <a:chExt cx="144842" cy="277301"/>
            </a:xfrm>
          </p:grpSpPr>
          <p:sp>
            <p:nvSpPr>
              <p:cNvPr id="869" name="Google Shape;869;p31">
                <a:extLst>
                  <a:ext uri="{FF2B5EF4-FFF2-40B4-BE49-F238E27FC236}">
                    <a16:creationId xmlns:a16="http://schemas.microsoft.com/office/drawing/2014/main" id="{8C5AA2C4-6F8B-C006-5AC4-44F8FFD0D201}"/>
                  </a:ext>
                </a:extLst>
              </p:cNvPr>
              <p:cNvSpPr/>
              <p:nvPr/>
            </p:nvSpPr>
            <p:spPr>
              <a:xfrm>
                <a:off x="6003630" y="2839324"/>
                <a:ext cx="126341" cy="230309"/>
              </a:xfrm>
              <a:custGeom>
                <a:avLst/>
                <a:gdLst/>
                <a:ahLst/>
                <a:cxnLst/>
                <a:rect l="l" t="t" r="r" b="b"/>
                <a:pathLst>
                  <a:path w="4111" h="7494" extrusionOk="0">
                    <a:moveTo>
                      <a:pt x="3509" y="0"/>
                    </a:moveTo>
                    <a:lnTo>
                      <a:pt x="1780" y="401"/>
                    </a:lnTo>
                    <a:cubicBezTo>
                      <a:pt x="677" y="652"/>
                      <a:pt x="1" y="1754"/>
                      <a:pt x="251" y="2832"/>
                    </a:cubicBezTo>
                    <a:lnTo>
                      <a:pt x="427" y="3484"/>
                    </a:lnTo>
                    <a:cubicBezTo>
                      <a:pt x="477" y="3759"/>
                      <a:pt x="602" y="3985"/>
                      <a:pt x="752" y="4186"/>
                    </a:cubicBezTo>
                    <a:lnTo>
                      <a:pt x="402" y="5815"/>
                    </a:lnTo>
                    <a:cubicBezTo>
                      <a:pt x="226" y="6566"/>
                      <a:pt x="727" y="7343"/>
                      <a:pt x="1504" y="7469"/>
                    </a:cubicBezTo>
                    <a:cubicBezTo>
                      <a:pt x="1588" y="7485"/>
                      <a:pt x="1672" y="7494"/>
                      <a:pt x="1754" y="7494"/>
                    </a:cubicBezTo>
                    <a:cubicBezTo>
                      <a:pt x="2411" y="7494"/>
                      <a:pt x="2997" y="6981"/>
                      <a:pt x="3108" y="6291"/>
                    </a:cubicBezTo>
                    <a:lnTo>
                      <a:pt x="3359" y="4461"/>
                    </a:lnTo>
                    <a:cubicBezTo>
                      <a:pt x="3860" y="4035"/>
                      <a:pt x="4111" y="3358"/>
                      <a:pt x="3935" y="2682"/>
                    </a:cubicBezTo>
                    <a:lnTo>
                      <a:pt x="3509"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a:extLst>
                  <a:ext uri="{FF2B5EF4-FFF2-40B4-BE49-F238E27FC236}">
                    <a16:creationId xmlns:a16="http://schemas.microsoft.com/office/drawing/2014/main" id="{8B2C6638-CBE4-B6D4-174A-439B4EAC8EC3}"/>
                  </a:ext>
                </a:extLst>
              </p:cNvPr>
              <p:cNvSpPr/>
              <p:nvPr/>
            </p:nvSpPr>
            <p:spPr>
              <a:xfrm>
                <a:off x="5990537" y="2792332"/>
                <a:ext cx="144842" cy="168476"/>
              </a:xfrm>
              <a:custGeom>
                <a:avLst/>
                <a:gdLst/>
                <a:ahLst/>
                <a:cxnLst/>
                <a:rect l="l" t="t" r="r" b="b"/>
                <a:pathLst>
                  <a:path w="4713" h="5482" extrusionOk="0">
                    <a:moveTo>
                      <a:pt x="3608" y="1"/>
                    </a:moveTo>
                    <a:cubicBezTo>
                      <a:pt x="3312" y="1"/>
                      <a:pt x="3017" y="100"/>
                      <a:pt x="2783" y="276"/>
                    </a:cubicBezTo>
                    <a:cubicBezTo>
                      <a:pt x="2582" y="426"/>
                      <a:pt x="2407" y="627"/>
                      <a:pt x="2181" y="752"/>
                    </a:cubicBezTo>
                    <a:cubicBezTo>
                      <a:pt x="1780" y="978"/>
                      <a:pt x="1304" y="877"/>
                      <a:pt x="903" y="1128"/>
                    </a:cubicBezTo>
                    <a:cubicBezTo>
                      <a:pt x="652" y="1303"/>
                      <a:pt x="427" y="1604"/>
                      <a:pt x="376" y="1905"/>
                    </a:cubicBezTo>
                    <a:cubicBezTo>
                      <a:pt x="351" y="2156"/>
                      <a:pt x="376" y="2406"/>
                      <a:pt x="326" y="2632"/>
                    </a:cubicBezTo>
                    <a:cubicBezTo>
                      <a:pt x="276" y="2933"/>
                      <a:pt x="51" y="3183"/>
                      <a:pt x="26" y="3509"/>
                    </a:cubicBezTo>
                    <a:cubicBezTo>
                      <a:pt x="1" y="3710"/>
                      <a:pt x="101" y="3910"/>
                      <a:pt x="176" y="4111"/>
                    </a:cubicBezTo>
                    <a:cubicBezTo>
                      <a:pt x="276" y="4411"/>
                      <a:pt x="402" y="4687"/>
                      <a:pt x="502" y="4963"/>
                    </a:cubicBezTo>
                    <a:cubicBezTo>
                      <a:pt x="552" y="5113"/>
                      <a:pt x="602" y="5464"/>
                      <a:pt x="828" y="5464"/>
                    </a:cubicBezTo>
                    <a:cubicBezTo>
                      <a:pt x="855" y="5476"/>
                      <a:pt x="882" y="5481"/>
                      <a:pt x="907" y="5481"/>
                    </a:cubicBezTo>
                    <a:cubicBezTo>
                      <a:pt x="1212" y="5481"/>
                      <a:pt x="1402" y="4718"/>
                      <a:pt x="1379" y="4486"/>
                    </a:cubicBezTo>
                    <a:cubicBezTo>
                      <a:pt x="1304" y="3760"/>
                      <a:pt x="1204" y="2832"/>
                      <a:pt x="2056" y="2557"/>
                    </a:cubicBezTo>
                    <a:cubicBezTo>
                      <a:pt x="2356" y="2456"/>
                      <a:pt x="2707" y="2456"/>
                      <a:pt x="3033" y="2406"/>
                    </a:cubicBezTo>
                    <a:cubicBezTo>
                      <a:pt x="3384" y="2331"/>
                      <a:pt x="3735" y="2206"/>
                      <a:pt x="4011" y="1980"/>
                    </a:cubicBezTo>
                    <a:cubicBezTo>
                      <a:pt x="4211" y="1830"/>
                      <a:pt x="4361" y="1654"/>
                      <a:pt x="4487" y="1454"/>
                    </a:cubicBezTo>
                    <a:cubicBezTo>
                      <a:pt x="4637" y="1178"/>
                      <a:pt x="4712" y="877"/>
                      <a:pt x="4612" y="577"/>
                    </a:cubicBezTo>
                    <a:cubicBezTo>
                      <a:pt x="4487" y="276"/>
                      <a:pt x="4186" y="75"/>
                      <a:pt x="3860" y="25"/>
                    </a:cubicBezTo>
                    <a:cubicBezTo>
                      <a:pt x="3777" y="9"/>
                      <a:pt x="3693" y="1"/>
                      <a:pt x="360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a:extLst>
                  <a:ext uri="{FF2B5EF4-FFF2-40B4-BE49-F238E27FC236}">
                    <a16:creationId xmlns:a16="http://schemas.microsoft.com/office/drawing/2014/main" id="{9EE4AE69-A669-71E9-D08C-D2B88127D0CC}"/>
                  </a:ext>
                </a:extLst>
              </p:cNvPr>
              <p:cNvSpPr/>
              <p:nvPr/>
            </p:nvSpPr>
            <p:spPr>
              <a:xfrm>
                <a:off x="6064482" y="2971017"/>
                <a:ext cx="45484" cy="44716"/>
              </a:xfrm>
              <a:custGeom>
                <a:avLst/>
                <a:gdLst/>
                <a:ahLst/>
                <a:cxnLst/>
                <a:rect l="l" t="t" r="r" b="b"/>
                <a:pathLst>
                  <a:path w="1480" h="1455" extrusionOk="0">
                    <a:moveTo>
                      <a:pt x="1479" y="1"/>
                    </a:moveTo>
                    <a:cubicBezTo>
                      <a:pt x="1125" y="89"/>
                      <a:pt x="808" y="178"/>
                      <a:pt x="458" y="178"/>
                    </a:cubicBezTo>
                    <a:cubicBezTo>
                      <a:pt x="313" y="178"/>
                      <a:pt x="162" y="163"/>
                      <a:pt x="1" y="126"/>
                    </a:cubicBezTo>
                    <a:lnTo>
                      <a:pt x="1" y="126"/>
                    </a:lnTo>
                    <a:cubicBezTo>
                      <a:pt x="402" y="602"/>
                      <a:pt x="903" y="953"/>
                      <a:pt x="1229" y="1454"/>
                    </a:cubicBezTo>
                    <a:lnTo>
                      <a:pt x="1354" y="502"/>
                    </a:lnTo>
                    <a:cubicBezTo>
                      <a:pt x="1379" y="327"/>
                      <a:pt x="1429" y="176"/>
                      <a:pt x="14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1">
                <a:extLst>
                  <a:ext uri="{FF2B5EF4-FFF2-40B4-BE49-F238E27FC236}">
                    <a16:creationId xmlns:a16="http://schemas.microsoft.com/office/drawing/2014/main" id="{AD6CAEF2-36A6-D903-F1C4-CA1CBCDEBB1C}"/>
                  </a:ext>
                </a:extLst>
              </p:cNvPr>
              <p:cNvSpPr/>
              <p:nvPr/>
            </p:nvSpPr>
            <p:spPr>
              <a:xfrm>
                <a:off x="6082983" y="2929434"/>
                <a:ext cx="28520" cy="18993"/>
              </a:xfrm>
              <a:custGeom>
                <a:avLst/>
                <a:gdLst/>
                <a:ahLst/>
                <a:cxnLst/>
                <a:rect l="l" t="t" r="r" b="b"/>
                <a:pathLst>
                  <a:path w="928" h="618" extrusionOk="0">
                    <a:moveTo>
                      <a:pt x="902" y="0"/>
                    </a:moveTo>
                    <a:cubicBezTo>
                      <a:pt x="902" y="0"/>
                      <a:pt x="877" y="25"/>
                      <a:pt x="902" y="25"/>
                    </a:cubicBezTo>
                    <a:lnTo>
                      <a:pt x="0" y="276"/>
                    </a:lnTo>
                    <a:cubicBezTo>
                      <a:pt x="25" y="426"/>
                      <a:pt x="150" y="577"/>
                      <a:pt x="301" y="602"/>
                    </a:cubicBezTo>
                    <a:cubicBezTo>
                      <a:pt x="338" y="613"/>
                      <a:pt x="376" y="618"/>
                      <a:pt x="413" y="618"/>
                    </a:cubicBezTo>
                    <a:cubicBezTo>
                      <a:pt x="548" y="618"/>
                      <a:pt x="673" y="550"/>
                      <a:pt x="752" y="452"/>
                    </a:cubicBezTo>
                    <a:cubicBezTo>
                      <a:pt x="852" y="351"/>
                      <a:pt x="927" y="176"/>
                      <a:pt x="9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873" name="Google Shape;873;p31">
            <a:extLst>
              <a:ext uri="{FF2B5EF4-FFF2-40B4-BE49-F238E27FC236}">
                <a16:creationId xmlns:a16="http://schemas.microsoft.com/office/drawing/2014/main" id="{D379B723-CF85-CA83-2D88-1231F2921AB3}"/>
              </a:ext>
            </a:extLst>
          </p:cNvPr>
          <p:cNvCxnSpPr/>
          <p:nvPr/>
        </p:nvCxnSpPr>
        <p:spPr>
          <a:xfrm>
            <a:off x="3613800" y="4604000"/>
            <a:ext cx="5530200" cy="0"/>
          </a:xfrm>
          <a:prstGeom prst="straightConnector1">
            <a:avLst/>
          </a:prstGeom>
          <a:noFill/>
          <a:ln w="19050" cap="flat" cmpd="sng">
            <a:solidFill>
              <a:schemeClr val="dk1"/>
            </a:solidFill>
            <a:prstDash val="solid"/>
            <a:round/>
            <a:headEnd type="none" w="med" len="med"/>
            <a:tailEnd type="none" w="med" len="med"/>
          </a:ln>
        </p:spPr>
      </p:cxnSp>
      <p:grpSp>
        <p:nvGrpSpPr>
          <p:cNvPr id="874" name="Google Shape;874;p31">
            <a:extLst>
              <a:ext uri="{FF2B5EF4-FFF2-40B4-BE49-F238E27FC236}">
                <a16:creationId xmlns:a16="http://schemas.microsoft.com/office/drawing/2014/main" id="{1C260CCB-A3B1-3DFD-8443-B7C99BD12F00}"/>
              </a:ext>
            </a:extLst>
          </p:cNvPr>
          <p:cNvGrpSpPr/>
          <p:nvPr/>
        </p:nvGrpSpPr>
        <p:grpSpPr>
          <a:xfrm>
            <a:off x="6654800" y="3474"/>
            <a:ext cx="711420" cy="1050883"/>
            <a:chOff x="6034650" y="3474"/>
            <a:chExt cx="711420" cy="1050883"/>
          </a:xfrm>
        </p:grpSpPr>
        <p:sp>
          <p:nvSpPr>
            <p:cNvPr id="875" name="Google Shape;875;p31">
              <a:extLst>
                <a:ext uri="{FF2B5EF4-FFF2-40B4-BE49-F238E27FC236}">
                  <a16:creationId xmlns:a16="http://schemas.microsoft.com/office/drawing/2014/main" id="{08C67888-F933-12A0-BEF1-9C97C598C1C7}"/>
                </a:ext>
              </a:extLst>
            </p:cNvPr>
            <p:cNvSpPr/>
            <p:nvPr/>
          </p:nvSpPr>
          <p:spPr>
            <a:xfrm>
              <a:off x="6289987" y="853551"/>
              <a:ext cx="200747" cy="200806"/>
            </a:xfrm>
            <a:custGeom>
              <a:avLst/>
              <a:gdLst/>
              <a:ahLst/>
              <a:cxnLst/>
              <a:rect l="l" t="t" r="r" b="b"/>
              <a:pathLst>
                <a:path w="3409" h="3410" extrusionOk="0">
                  <a:moveTo>
                    <a:pt x="1704" y="1"/>
                  </a:moveTo>
                  <a:cubicBezTo>
                    <a:pt x="752" y="1"/>
                    <a:pt x="0" y="752"/>
                    <a:pt x="0" y="1705"/>
                  </a:cubicBezTo>
                  <a:cubicBezTo>
                    <a:pt x="0" y="2657"/>
                    <a:pt x="752" y="3409"/>
                    <a:pt x="1704" y="3409"/>
                  </a:cubicBezTo>
                  <a:cubicBezTo>
                    <a:pt x="2657" y="3409"/>
                    <a:pt x="3409" y="2657"/>
                    <a:pt x="3409" y="1705"/>
                  </a:cubicBezTo>
                  <a:cubicBezTo>
                    <a:pt x="3409" y="752"/>
                    <a:pt x="2657" y="1"/>
                    <a:pt x="17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1">
              <a:extLst>
                <a:ext uri="{FF2B5EF4-FFF2-40B4-BE49-F238E27FC236}">
                  <a16:creationId xmlns:a16="http://schemas.microsoft.com/office/drawing/2014/main" id="{6C6ACE53-2F3C-5ABA-FFC6-654179C67F93}"/>
                </a:ext>
              </a:extLst>
            </p:cNvPr>
            <p:cNvSpPr/>
            <p:nvPr/>
          </p:nvSpPr>
          <p:spPr>
            <a:xfrm>
              <a:off x="6034650" y="558356"/>
              <a:ext cx="711420" cy="358743"/>
            </a:xfrm>
            <a:custGeom>
              <a:avLst/>
              <a:gdLst/>
              <a:ahLst/>
              <a:cxnLst/>
              <a:rect l="l" t="t" r="r" b="b"/>
              <a:pathLst>
                <a:path w="12081" h="6092" extrusionOk="0">
                  <a:moveTo>
                    <a:pt x="6041" y="1"/>
                  </a:moveTo>
                  <a:cubicBezTo>
                    <a:pt x="2707" y="1"/>
                    <a:pt x="0" y="2708"/>
                    <a:pt x="0" y="6041"/>
                  </a:cubicBezTo>
                  <a:lnTo>
                    <a:pt x="0"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1">
              <a:extLst>
                <a:ext uri="{FF2B5EF4-FFF2-40B4-BE49-F238E27FC236}">
                  <a16:creationId xmlns:a16="http://schemas.microsoft.com/office/drawing/2014/main" id="{E89D6422-B455-3AC7-C941-671E48516C13}"/>
                </a:ext>
              </a:extLst>
            </p:cNvPr>
            <p:cNvSpPr/>
            <p:nvPr/>
          </p:nvSpPr>
          <p:spPr>
            <a:xfrm>
              <a:off x="6390331" y="3474"/>
              <a:ext cx="59" cy="554956"/>
            </a:xfrm>
            <a:custGeom>
              <a:avLst/>
              <a:gdLst/>
              <a:ahLst/>
              <a:cxnLst/>
              <a:rect l="l" t="t" r="r" b="b"/>
              <a:pathLst>
                <a:path w="1" h="9424" fill="none" extrusionOk="0">
                  <a:moveTo>
                    <a:pt x="0" y="0"/>
                  </a:moveTo>
                  <a:lnTo>
                    <a:pt x="0" y="9424"/>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8" name="Google Shape;878;p31">
            <a:extLst>
              <a:ext uri="{FF2B5EF4-FFF2-40B4-BE49-F238E27FC236}">
                <a16:creationId xmlns:a16="http://schemas.microsoft.com/office/drawing/2014/main" id="{E62F3236-1280-D0AB-EEBE-B6EAF05C2A9D}"/>
              </a:ext>
            </a:extLst>
          </p:cNvPr>
          <p:cNvCxnSpPr/>
          <p:nvPr/>
        </p:nvCxnSpPr>
        <p:spPr>
          <a:xfrm>
            <a:off x="946617" y="2239500"/>
            <a:ext cx="1732800" cy="0"/>
          </a:xfrm>
          <a:prstGeom prst="straightConnector1">
            <a:avLst/>
          </a:prstGeom>
          <a:noFill/>
          <a:ln w="19050" cap="flat" cmpd="sng">
            <a:solidFill>
              <a:schemeClr val="dk1"/>
            </a:solidFill>
            <a:prstDash val="solid"/>
            <a:round/>
            <a:headEnd type="none" w="med" len="med"/>
            <a:tailEnd type="none" w="med" len="med"/>
          </a:ln>
        </p:spPr>
      </p:cxnSp>
      <p:grpSp>
        <p:nvGrpSpPr>
          <p:cNvPr id="879" name="Google Shape;879;p31">
            <a:extLst>
              <a:ext uri="{FF2B5EF4-FFF2-40B4-BE49-F238E27FC236}">
                <a16:creationId xmlns:a16="http://schemas.microsoft.com/office/drawing/2014/main" id="{09F1245E-61F2-11E2-3810-EDA3B4752C91}"/>
              </a:ext>
            </a:extLst>
          </p:cNvPr>
          <p:cNvGrpSpPr/>
          <p:nvPr/>
        </p:nvGrpSpPr>
        <p:grpSpPr>
          <a:xfrm>
            <a:off x="5620389" y="2174544"/>
            <a:ext cx="979405" cy="2692853"/>
            <a:chOff x="5620389" y="1910926"/>
            <a:chExt cx="979405" cy="2692853"/>
          </a:xfrm>
        </p:grpSpPr>
        <p:sp>
          <p:nvSpPr>
            <p:cNvPr id="880" name="Google Shape;880;p31">
              <a:extLst>
                <a:ext uri="{FF2B5EF4-FFF2-40B4-BE49-F238E27FC236}">
                  <a16:creationId xmlns:a16="http://schemas.microsoft.com/office/drawing/2014/main" id="{32A20BD5-1C5D-9A74-4F97-2C3BDDC94EC4}"/>
                </a:ext>
              </a:extLst>
            </p:cNvPr>
            <p:cNvSpPr/>
            <p:nvPr/>
          </p:nvSpPr>
          <p:spPr>
            <a:xfrm>
              <a:off x="6162017" y="4173678"/>
              <a:ext cx="155945" cy="284578"/>
            </a:xfrm>
            <a:custGeom>
              <a:avLst/>
              <a:gdLst/>
              <a:ahLst/>
              <a:cxnLst/>
              <a:rect l="l" t="t" r="r" b="b"/>
              <a:pathLst>
                <a:path w="3009" h="5491" extrusionOk="0">
                  <a:moveTo>
                    <a:pt x="1331" y="0"/>
                  </a:moveTo>
                  <a:cubicBezTo>
                    <a:pt x="899" y="0"/>
                    <a:pt x="570" y="188"/>
                    <a:pt x="427" y="579"/>
                  </a:cubicBezTo>
                  <a:cubicBezTo>
                    <a:pt x="1" y="1732"/>
                    <a:pt x="527" y="3962"/>
                    <a:pt x="828" y="5290"/>
                  </a:cubicBezTo>
                  <a:cubicBezTo>
                    <a:pt x="1007" y="5271"/>
                    <a:pt x="1189" y="5262"/>
                    <a:pt x="1374" y="5262"/>
                  </a:cubicBezTo>
                  <a:cubicBezTo>
                    <a:pt x="1912" y="5262"/>
                    <a:pt x="2467" y="5342"/>
                    <a:pt x="3008" y="5491"/>
                  </a:cubicBezTo>
                  <a:cubicBezTo>
                    <a:pt x="3008" y="4238"/>
                    <a:pt x="2983" y="3010"/>
                    <a:pt x="2908" y="1757"/>
                  </a:cubicBezTo>
                  <a:cubicBezTo>
                    <a:pt x="2883" y="930"/>
                    <a:pt x="2557" y="178"/>
                    <a:pt x="1630" y="27"/>
                  </a:cubicBezTo>
                  <a:cubicBezTo>
                    <a:pt x="1526" y="9"/>
                    <a:pt x="1426" y="0"/>
                    <a:pt x="1331"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1">
              <a:extLst>
                <a:ext uri="{FF2B5EF4-FFF2-40B4-BE49-F238E27FC236}">
                  <a16:creationId xmlns:a16="http://schemas.microsoft.com/office/drawing/2014/main" id="{9C17C88A-A5E7-EE18-9C80-960369B49E85}"/>
                </a:ext>
              </a:extLst>
            </p:cNvPr>
            <p:cNvSpPr/>
            <p:nvPr/>
          </p:nvSpPr>
          <p:spPr>
            <a:xfrm>
              <a:off x="5756794" y="2952722"/>
              <a:ext cx="619582" cy="1379561"/>
            </a:xfrm>
            <a:custGeom>
              <a:avLst/>
              <a:gdLst/>
              <a:ahLst/>
              <a:cxnLst/>
              <a:rect l="l" t="t" r="r" b="b"/>
              <a:pathLst>
                <a:path w="11955" h="26619" extrusionOk="0">
                  <a:moveTo>
                    <a:pt x="3842" y="0"/>
                  </a:moveTo>
                  <a:cubicBezTo>
                    <a:pt x="3521" y="0"/>
                    <a:pt x="3201" y="53"/>
                    <a:pt x="2907" y="178"/>
                  </a:cubicBezTo>
                  <a:cubicBezTo>
                    <a:pt x="2005" y="554"/>
                    <a:pt x="1303" y="1280"/>
                    <a:pt x="551" y="1907"/>
                  </a:cubicBezTo>
                  <a:cubicBezTo>
                    <a:pt x="451" y="2408"/>
                    <a:pt x="351" y="2909"/>
                    <a:pt x="251" y="3386"/>
                  </a:cubicBezTo>
                  <a:cubicBezTo>
                    <a:pt x="0" y="4564"/>
                    <a:pt x="326" y="5942"/>
                    <a:pt x="902" y="6970"/>
                  </a:cubicBezTo>
                  <a:cubicBezTo>
                    <a:pt x="1103" y="7371"/>
                    <a:pt x="1353" y="7722"/>
                    <a:pt x="1529" y="8123"/>
                  </a:cubicBezTo>
                  <a:cubicBezTo>
                    <a:pt x="1779" y="8749"/>
                    <a:pt x="1830" y="9426"/>
                    <a:pt x="2030" y="10052"/>
                  </a:cubicBezTo>
                  <a:cubicBezTo>
                    <a:pt x="2231" y="10679"/>
                    <a:pt x="2556" y="11230"/>
                    <a:pt x="2857" y="11807"/>
                  </a:cubicBezTo>
                  <a:cubicBezTo>
                    <a:pt x="4060" y="13962"/>
                    <a:pt x="5489" y="16519"/>
                    <a:pt x="5764" y="19000"/>
                  </a:cubicBezTo>
                  <a:cubicBezTo>
                    <a:pt x="5840" y="19802"/>
                    <a:pt x="5714" y="20679"/>
                    <a:pt x="5689" y="21481"/>
                  </a:cubicBezTo>
                  <a:cubicBezTo>
                    <a:pt x="5639" y="22408"/>
                    <a:pt x="6090" y="23110"/>
                    <a:pt x="6191" y="23987"/>
                  </a:cubicBezTo>
                  <a:cubicBezTo>
                    <a:pt x="6291" y="24814"/>
                    <a:pt x="6291" y="25692"/>
                    <a:pt x="6266" y="26544"/>
                  </a:cubicBezTo>
                  <a:cubicBezTo>
                    <a:pt x="6266" y="26569"/>
                    <a:pt x="6291" y="26619"/>
                    <a:pt x="6341" y="26619"/>
                  </a:cubicBezTo>
                  <a:lnTo>
                    <a:pt x="11704" y="26619"/>
                  </a:lnTo>
                  <a:cubicBezTo>
                    <a:pt x="11729" y="26619"/>
                    <a:pt x="11754" y="26594"/>
                    <a:pt x="11754" y="26544"/>
                  </a:cubicBezTo>
                  <a:cubicBezTo>
                    <a:pt x="11830" y="25992"/>
                    <a:pt x="11855" y="25516"/>
                    <a:pt x="11855" y="25516"/>
                  </a:cubicBezTo>
                  <a:cubicBezTo>
                    <a:pt x="11955" y="24739"/>
                    <a:pt x="11955" y="24088"/>
                    <a:pt x="11754" y="23336"/>
                  </a:cubicBezTo>
                  <a:cubicBezTo>
                    <a:pt x="11654" y="23010"/>
                    <a:pt x="11579" y="22684"/>
                    <a:pt x="11504" y="22358"/>
                  </a:cubicBezTo>
                  <a:cubicBezTo>
                    <a:pt x="11404" y="21832"/>
                    <a:pt x="11353" y="21306"/>
                    <a:pt x="11303" y="20779"/>
                  </a:cubicBezTo>
                  <a:cubicBezTo>
                    <a:pt x="11228" y="20002"/>
                    <a:pt x="11228" y="19200"/>
                    <a:pt x="11153" y="18423"/>
                  </a:cubicBezTo>
                  <a:cubicBezTo>
                    <a:pt x="11078" y="17646"/>
                    <a:pt x="10952" y="16869"/>
                    <a:pt x="10827" y="16118"/>
                  </a:cubicBezTo>
                  <a:cubicBezTo>
                    <a:pt x="10426" y="13812"/>
                    <a:pt x="10025" y="11481"/>
                    <a:pt x="9474" y="9200"/>
                  </a:cubicBezTo>
                  <a:cubicBezTo>
                    <a:pt x="9198" y="8072"/>
                    <a:pt x="8872" y="6920"/>
                    <a:pt x="8496" y="5817"/>
                  </a:cubicBezTo>
                  <a:cubicBezTo>
                    <a:pt x="8045" y="4488"/>
                    <a:pt x="7494" y="3210"/>
                    <a:pt x="6792" y="1982"/>
                  </a:cubicBezTo>
                  <a:cubicBezTo>
                    <a:pt x="6366" y="1255"/>
                    <a:pt x="5865" y="478"/>
                    <a:pt x="4988" y="203"/>
                  </a:cubicBezTo>
                  <a:cubicBezTo>
                    <a:pt x="4630" y="79"/>
                    <a:pt x="4234" y="0"/>
                    <a:pt x="3842"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1">
              <a:extLst>
                <a:ext uri="{FF2B5EF4-FFF2-40B4-BE49-F238E27FC236}">
                  <a16:creationId xmlns:a16="http://schemas.microsoft.com/office/drawing/2014/main" id="{4EEDAB0A-462F-4617-C2C7-AD7CB8DCA5CC}"/>
                </a:ext>
              </a:extLst>
            </p:cNvPr>
            <p:cNvSpPr/>
            <p:nvPr/>
          </p:nvSpPr>
          <p:spPr>
            <a:xfrm>
              <a:off x="6097080" y="2305370"/>
              <a:ext cx="502714" cy="862129"/>
            </a:xfrm>
            <a:custGeom>
              <a:avLst/>
              <a:gdLst/>
              <a:ahLst/>
              <a:cxnLst/>
              <a:rect l="l" t="t" r="r" b="b"/>
              <a:pathLst>
                <a:path w="9700" h="16635" extrusionOk="0">
                  <a:moveTo>
                    <a:pt x="1617" y="0"/>
                  </a:moveTo>
                  <a:cubicBezTo>
                    <a:pt x="1143" y="0"/>
                    <a:pt x="668" y="230"/>
                    <a:pt x="427" y="639"/>
                  </a:cubicBezTo>
                  <a:cubicBezTo>
                    <a:pt x="0" y="1365"/>
                    <a:pt x="401" y="1992"/>
                    <a:pt x="552" y="2719"/>
                  </a:cubicBezTo>
                  <a:cubicBezTo>
                    <a:pt x="777" y="3721"/>
                    <a:pt x="953" y="4724"/>
                    <a:pt x="1153" y="5726"/>
                  </a:cubicBezTo>
                  <a:cubicBezTo>
                    <a:pt x="1279" y="6428"/>
                    <a:pt x="1429" y="7105"/>
                    <a:pt x="1655" y="7781"/>
                  </a:cubicBezTo>
                  <a:cubicBezTo>
                    <a:pt x="2532" y="10363"/>
                    <a:pt x="5138" y="12218"/>
                    <a:pt x="5489" y="14974"/>
                  </a:cubicBezTo>
                  <a:cubicBezTo>
                    <a:pt x="5564" y="15375"/>
                    <a:pt x="5665" y="15802"/>
                    <a:pt x="6016" y="15977"/>
                  </a:cubicBezTo>
                  <a:cubicBezTo>
                    <a:pt x="6141" y="16052"/>
                    <a:pt x="6266" y="16077"/>
                    <a:pt x="6417" y="16127"/>
                  </a:cubicBezTo>
                  <a:cubicBezTo>
                    <a:pt x="7068" y="16253"/>
                    <a:pt x="7745" y="16403"/>
                    <a:pt x="8422" y="16553"/>
                  </a:cubicBezTo>
                  <a:cubicBezTo>
                    <a:pt x="8587" y="16598"/>
                    <a:pt x="8761" y="16635"/>
                    <a:pt x="8934" y="16635"/>
                  </a:cubicBezTo>
                  <a:cubicBezTo>
                    <a:pt x="9049" y="16635"/>
                    <a:pt x="9163" y="16619"/>
                    <a:pt x="9274" y="16578"/>
                  </a:cubicBezTo>
                  <a:cubicBezTo>
                    <a:pt x="9524" y="16453"/>
                    <a:pt x="9700" y="16077"/>
                    <a:pt x="9524" y="15852"/>
                  </a:cubicBezTo>
                  <a:cubicBezTo>
                    <a:pt x="9449" y="15776"/>
                    <a:pt x="9324" y="15726"/>
                    <a:pt x="9199" y="15676"/>
                  </a:cubicBezTo>
                  <a:cubicBezTo>
                    <a:pt x="8697" y="15501"/>
                    <a:pt x="7695" y="15350"/>
                    <a:pt x="7369" y="14899"/>
                  </a:cubicBezTo>
                  <a:cubicBezTo>
                    <a:pt x="7043" y="14448"/>
                    <a:pt x="7118" y="13796"/>
                    <a:pt x="6993" y="13270"/>
                  </a:cubicBezTo>
                  <a:cubicBezTo>
                    <a:pt x="6993" y="13270"/>
                    <a:pt x="6993" y="13245"/>
                    <a:pt x="6993" y="13245"/>
                  </a:cubicBezTo>
                  <a:cubicBezTo>
                    <a:pt x="6843" y="12644"/>
                    <a:pt x="6542" y="12067"/>
                    <a:pt x="6391" y="11466"/>
                  </a:cubicBezTo>
                  <a:cubicBezTo>
                    <a:pt x="6091" y="10263"/>
                    <a:pt x="5965" y="8909"/>
                    <a:pt x="5138" y="7932"/>
                  </a:cubicBezTo>
                  <a:cubicBezTo>
                    <a:pt x="4888" y="7631"/>
                    <a:pt x="4587" y="7355"/>
                    <a:pt x="4437" y="7004"/>
                  </a:cubicBezTo>
                  <a:cubicBezTo>
                    <a:pt x="4336" y="6679"/>
                    <a:pt x="4361" y="6328"/>
                    <a:pt x="4386" y="5977"/>
                  </a:cubicBezTo>
                  <a:cubicBezTo>
                    <a:pt x="4462" y="4674"/>
                    <a:pt x="4111" y="3571"/>
                    <a:pt x="3710" y="2368"/>
                  </a:cubicBezTo>
                  <a:cubicBezTo>
                    <a:pt x="3409" y="1516"/>
                    <a:pt x="3058" y="438"/>
                    <a:pt x="2106" y="87"/>
                  </a:cubicBezTo>
                  <a:cubicBezTo>
                    <a:pt x="1950" y="29"/>
                    <a:pt x="1784" y="0"/>
                    <a:pt x="1617"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1">
              <a:extLst>
                <a:ext uri="{FF2B5EF4-FFF2-40B4-BE49-F238E27FC236}">
                  <a16:creationId xmlns:a16="http://schemas.microsoft.com/office/drawing/2014/main" id="{3B8224D1-19B5-E9EF-9125-4CCBF59472C3}"/>
                </a:ext>
              </a:extLst>
            </p:cNvPr>
            <p:cNvSpPr/>
            <p:nvPr/>
          </p:nvSpPr>
          <p:spPr>
            <a:xfrm>
              <a:off x="5702222" y="4245197"/>
              <a:ext cx="165015" cy="272813"/>
            </a:xfrm>
            <a:custGeom>
              <a:avLst/>
              <a:gdLst/>
              <a:ahLst/>
              <a:cxnLst/>
              <a:rect l="l" t="t" r="r" b="b"/>
              <a:pathLst>
                <a:path w="3184" h="5264" extrusionOk="0">
                  <a:moveTo>
                    <a:pt x="1883" y="0"/>
                  </a:moveTo>
                  <a:cubicBezTo>
                    <a:pt x="1448" y="0"/>
                    <a:pt x="1073" y="202"/>
                    <a:pt x="802" y="577"/>
                  </a:cubicBezTo>
                  <a:cubicBezTo>
                    <a:pt x="76" y="1680"/>
                    <a:pt x="25" y="3810"/>
                    <a:pt x="0" y="5088"/>
                  </a:cubicBezTo>
                  <a:cubicBezTo>
                    <a:pt x="205" y="5067"/>
                    <a:pt x="412" y="5055"/>
                    <a:pt x="619" y="5055"/>
                  </a:cubicBezTo>
                  <a:cubicBezTo>
                    <a:pt x="1124" y="5055"/>
                    <a:pt x="1634" y="5122"/>
                    <a:pt x="2131" y="5264"/>
                  </a:cubicBezTo>
                  <a:cubicBezTo>
                    <a:pt x="2431" y="4086"/>
                    <a:pt x="2732" y="2883"/>
                    <a:pt x="3008" y="1680"/>
                  </a:cubicBezTo>
                  <a:cubicBezTo>
                    <a:pt x="3183" y="903"/>
                    <a:pt x="3058" y="176"/>
                    <a:pt x="2156" y="26"/>
                  </a:cubicBezTo>
                  <a:cubicBezTo>
                    <a:pt x="2063" y="9"/>
                    <a:pt x="1972" y="0"/>
                    <a:pt x="188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1">
              <a:extLst>
                <a:ext uri="{FF2B5EF4-FFF2-40B4-BE49-F238E27FC236}">
                  <a16:creationId xmlns:a16="http://schemas.microsoft.com/office/drawing/2014/main" id="{9E06BB22-C58A-6C10-8061-957518D8CD22}"/>
                </a:ext>
              </a:extLst>
            </p:cNvPr>
            <p:cNvSpPr/>
            <p:nvPr/>
          </p:nvSpPr>
          <p:spPr>
            <a:xfrm>
              <a:off x="5682735" y="4452913"/>
              <a:ext cx="335160" cy="150866"/>
            </a:xfrm>
            <a:custGeom>
              <a:avLst/>
              <a:gdLst/>
              <a:ahLst/>
              <a:cxnLst/>
              <a:rect l="l" t="t" r="r" b="b"/>
              <a:pathLst>
                <a:path w="6467" h="2911" extrusionOk="0">
                  <a:moveTo>
                    <a:pt x="2944" y="1"/>
                  </a:moveTo>
                  <a:cubicBezTo>
                    <a:pt x="2865" y="1"/>
                    <a:pt x="2729" y="180"/>
                    <a:pt x="2682" y="203"/>
                  </a:cubicBezTo>
                  <a:cubicBezTo>
                    <a:pt x="2582" y="278"/>
                    <a:pt x="2482" y="354"/>
                    <a:pt x="2356" y="404"/>
                  </a:cubicBezTo>
                  <a:cubicBezTo>
                    <a:pt x="2131" y="504"/>
                    <a:pt x="1880" y="554"/>
                    <a:pt x="1630" y="579"/>
                  </a:cubicBezTo>
                  <a:cubicBezTo>
                    <a:pt x="1564" y="587"/>
                    <a:pt x="1497" y="590"/>
                    <a:pt x="1429" y="590"/>
                  </a:cubicBezTo>
                  <a:cubicBezTo>
                    <a:pt x="1052" y="590"/>
                    <a:pt x="637" y="481"/>
                    <a:pt x="276" y="354"/>
                  </a:cubicBezTo>
                  <a:cubicBezTo>
                    <a:pt x="276" y="704"/>
                    <a:pt x="226" y="1055"/>
                    <a:pt x="151" y="1406"/>
                  </a:cubicBezTo>
                  <a:cubicBezTo>
                    <a:pt x="51" y="1807"/>
                    <a:pt x="0" y="2258"/>
                    <a:pt x="376" y="2509"/>
                  </a:cubicBezTo>
                  <a:cubicBezTo>
                    <a:pt x="677" y="2735"/>
                    <a:pt x="1103" y="2785"/>
                    <a:pt x="1479" y="2810"/>
                  </a:cubicBezTo>
                  <a:cubicBezTo>
                    <a:pt x="2381" y="2860"/>
                    <a:pt x="3309" y="2910"/>
                    <a:pt x="4211" y="2910"/>
                  </a:cubicBezTo>
                  <a:lnTo>
                    <a:pt x="4386" y="2910"/>
                  </a:lnTo>
                  <a:cubicBezTo>
                    <a:pt x="4988" y="2910"/>
                    <a:pt x="5589" y="2885"/>
                    <a:pt x="6116" y="2559"/>
                  </a:cubicBezTo>
                  <a:cubicBezTo>
                    <a:pt x="6116" y="2559"/>
                    <a:pt x="6141" y="2534"/>
                    <a:pt x="6141" y="2534"/>
                  </a:cubicBezTo>
                  <a:cubicBezTo>
                    <a:pt x="6341" y="2409"/>
                    <a:pt x="6467" y="2208"/>
                    <a:pt x="6467" y="1983"/>
                  </a:cubicBezTo>
                  <a:cubicBezTo>
                    <a:pt x="6467" y="1782"/>
                    <a:pt x="6316" y="1607"/>
                    <a:pt x="6141" y="1481"/>
                  </a:cubicBezTo>
                  <a:cubicBezTo>
                    <a:pt x="5990" y="1381"/>
                    <a:pt x="5790" y="1306"/>
                    <a:pt x="5589" y="1281"/>
                  </a:cubicBezTo>
                  <a:cubicBezTo>
                    <a:pt x="5264" y="1181"/>
                    <a:pt x="4963" y="1131"/>
                    <a:pt x="4637" y="1055"/>
                  </a:cubicBezTo>
                  <a:cubicBezTo>
                    <a:pt x="4411" y="1030"/>
                    <a:pt x="4186" y="980"/>
                    <a:pt x="3960" y="905"/>
                  </a:cubicBezTo>
                  <a:cubicBezTo>
                    <a:pt x="3735" y="830"/>
                    <a:pt x="3509" y="679"/>
                    <a:pt x="3334" y="529"/>
                  </a:cubicBezTo>
                  <a:cubicBezTo>
                    <a:pt x="3234" y="429"/>
                    <a:pt x="3158" y="329"/>
                    <a:pt x="3083" y="228"/>
                  </a:cubicBezTo>
                  <a:cubicBezTo>
                    <a:pt x="3058" y="178"/>
                    <a:pt x="3008" y="28"/>
                    <a:pt x="2958" y="3"/>
                  </a:cubicBezTo>
                  <a:cubicBezTo>
                    <a:pt x="2953" y="1"/>
                    <a:pt x="2949" y="1"/>
                    <a:pt x="294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1">
              <a:extLst>
                <a:ext uri="{FF2B5EF4-FFF2-40B4-BE49-F238E27FC236}">
                  <a16:creationId xmlns:a16="http://schemas.microsoft.com/office/drawing/2014/main" id="{3DCEC2BF-A885-8785-2EF4-3FEC3EFC1782}"/>
                </a:ext>
              </a:extLst>
            </p:cNvPr>
            <p:cNvSpPr/>
            <p:nvPr/>
          </p:nvSpPr>
          <p:spPr>
            <a:xfrm>
              <a:off x="6173730" y="4409846"/>
              <a:ext cx="315673" cy="140242"/>
            </a:xfrm>
            <a:custGeom>
              <a:avLst/>
              <a:gdLst/>
              <a:ahLst/>
              <a:cxnLst/>
              <a:rect l="l" t="t" r="r" b="b"/>
              <a:pathLst>
                <a:path w="6091" h="2706" extrusionOk="0">
                  <a:moveTo>
                    <a:pt x="2840" y="0"/>
                  </a:moveTo>
                  <a:cubicBezTo>
                    <a:pt x="2772" y="0"/>
                    <a:pt x="2694" y="45"/>
                    <a:pt x="2632" y="107"/>
                  </a:cubicBezTo>
                  <a:cubicBezTo>
                    <a:pt x="2456" y="232"/>
                    <a:pt x="2231" y="282"/>
                    <a:pt x="2030" y="307"/>
                  </a:cubicBezTo>
                  <a:cubicBezTo>
                    <a:pt x="1790" y="349"/>
                    <a:pt x="1549" y="369"/>
                    <a:pt x="1308" y="369"/>
                  </a:cubicBezTo>
                  <a:cubicBezTo>
                    <a:pt x="973" y="369"/>
                    <a:pt x="637" y="330"/>
                    <a:pt x="301" y="257"/>
                  </a:cubicBezTo>
                  <a:lnTo>
                    <a:pt x="301" y="257"/>
                  </a:lnTo>
                  <a:cubicBezTo>
                    <a:pt x="376" y="533"/>
                    <a:pt x="251" y="784"/>
                    <a:pt x="176" y="1059"/>
                  </a:cubicBezTo>
                  <a:cubicBezTo>
                    <a:pt x="25" y="1611"/>
                    <a:pt x="0" y="2488"/>
                    <a:pt x="702" y="2663"/>
                  </a:cubicBezTo>
                  <a:cubicBezTo>
                    <a:pt x="820" y="2693"/>
                    <a:pt x="942" y="2703"/>
                    <a:pt x="1064" y="2703"/>
                  </a:cubicBezTo>
                  <a:cubicBezTo>
                    <a:pt x="1255" y="2703"/>
                    <a:pt x="1447" y="2679"/>
                    <a:pt x="1629" y="2663"/>
                  </a:cubicBezTo>
                  <a:cubicBezTo>
                    <a:pt x="1814" y="2649"/>
                    <a:pt x="2000" y="2643"/>
                    <a:pt x="2187" y="2643"/>
                  </a:cubicBezTo>
                  <a:cubicBezTo>
                    <a:pt x="2810" y="2643"/>
                    <a:pt x="3438" y="2705"/>
                    <a:pt x="4053" y="2705"/>
                  </a:cubicBezTo>
                  <a:cubicBezTo>
                    <a:pt x="4526" y="2705"/>
                    <a:pt x="4991" y="2669"/>
                    <a:pt x="5439" y="2538"/>
                  </a:cubicBezTo>
                  <a:cubicBezTo>
                    <a:pt x="5714" y="2463"/>
                    <a:pt x="6040" y="2262"/>
                    <a:pt x="6090" y="2012"/>
                  </a:cubicBezTo>
                  <a:cubicBezTo>
                    <a:pt x="6090" y="1962"/>
                    <a:pt x="6090" y="1886"/>
                    <a:pt x="6090" y="1836"/>
                  </a:cubicBezTo>
                  <a:cubicBezTo>
                    <a:pt x="6015" y="1561"/>
                    <a:pt x="5689" y="1435"/>
                    <a:pt x="5389" y="1360"/>
                  </a:cubicBezTo>
                  <a:cubicBezTo>
                    <a:pt x="5138" y="1310"/>
                    <a:pt x="4862" y="1260"/>
                    <a:pt x="4612" y="1210"/>
                  </a:cubicBezTo>
                  <a:cubicBezTo>
                    <a:pt x="4411" y="1134"/>
                    <a:pt x="4261" y="1034"/>
                    <a:pt x="4085" y="959"/>
                  </a:cubicBezTo>
                  <a:cubicBezTo>
                    <a:pt x="3659" y="733"/>
                    <a:pt x="3283" y="558"/>
                    <a:pt x="3008" y="132"/>
                  </a:cubicBezTo>
                  <a:cubicBezTo>
                    <a:pt x="2983" y="82"/>
                    <a:pt x="2933" y="32"/>
                    <a:pt x="2882" y="7"/>
                  </a:cubicBezTo>
                  <a:cubicBezTo>
                    <a:pt x="2869" y="2"/>
                    <a:pt x="2855" y="0"/>
                    <a:pt x="28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1">
              <a:extLst>
                <a:ext uri="{FF2B5EF4-FFF2-40B4-BE49-F238E27FC236}">
                  <a16:creationId xmlns:a16="http://schemas.microsoft.com/office/drawing/2014/main" id="{D38DF428-8124-B270-583B-CE7545B8C7FD}"/>
                </a:ext>
              </a:extLst>
            </p:cNvPr>
            <p:cNvSpPr/>
            <p:nvPr/>
          </p:nvSpPr>
          <p:spPr>
            <a:xfrm>
              <a:off x="5620389" y="2885919"/>
              <a:ext cx="435184" cy="1491039"/>
            </a:xfrm>
            <a:custGeom>
              <a:avLst/>
              <a:gdLst/>
              <a:ahLst/>
              <a:cxnLst/>
              <a:rect l="l" t="t" r="r" b="b"/>
              <a:pathLst>
                <a:path w="8397" h="28770" extrusionOk="0">
                  <a:moveTo>
                    <a:pt x="3635" y="1"/>
                  </a:moveTo>
                  <a:cubicBezTo>
                    <a:pt x="3304" y="1"/>
                    <a:pt x="2977" y="81"/>
                    <a:pt x="2682" y="264"/>
                  </a:cubicBezTo>
                  <a:cubicBezTo>
                    <a:pt x="2156" y="564"/>
                    <a:pt x="1880" y="1066"/>
                    <a:pt x="1604" y="1592"/>
                  </a:cubicBezTo>
                  <a:cubicBezTo>
                    <a:pt x="1454" y="1918"/>
                    <a:pt x="1304" y="2219"/>
                    <a:pt x="1153" y="2544"/>
                  </a:cubicBezTo>
                  <a:cubicBezTo>
                    <a:pt x="802" y="3221"/>
                    <a:pt x="477" y="3923"/>
                    <a:pt x="276" y="4650"/>
                  </a:cubicBezTo>
                  <a:cubicBezTo>
                    <a:pt x="51" y="5402"/>
                    <a:pt x="0" y="6204"/>
                    <a:pt x="201" y="6930"/>
                  </a:cubicBezTo>
                  <a:cubicBezTo>
                    <a:pt x="351" y="7407"/>
                    <a:pt x="627" y="7657"/>
                    <a:pt x="827" y="8058"/>
                  </a:cubicBezTo>
                  <a:cubicBezTo>
                    <a:pt x="1103" y="8584"/>
                    <a:pt x="1279" y="9161"/>
                    <a:pt x="1304" y="9737"/>
                  </a:cubicBezTo>
                  <a:cubicBezTo>
                    <a:pt x="1329" y="10138"/>
                    <a:pt x="1254" y="10564"/>
                    <a:pt x="1254" y="10965"/>
                  </a:cubicBezTo>
                  <a:cubicBezTo>
                    <a:pt x="1203" y="11918"/>
                    <a:pt x="1404" y="12845"/>
                    <a:pt x="1629" y="13747"/>
                  </a:cubicBezTo>
                  <a:cubicBezTo>
                    <a:pt x="1730" y="14098"/>
                    <a:pt x="1855" y="14449"/>
                    <a:pt x="1855" y="14825"/>
                  </a:cubicBezTo>
                  <a:cubicBezTo>
                    <a:pt x="1880" y="15126"/>
                    <a:pt x="1830" y="15427"/>
                    <a:pt x="1805" y="15752"/>
                  </a:cubicBezTo>
                  <a:cubicBezTo>
                    <a:pt x="1755" y="16554"/>
                    <a:pt x="1905" y="17382"/>
                    <a:pt x="1955" y="18209"/>
                  </a:cubicBezTo>
                  <a:cubicBezTo>
                    <a:pt x="2005" y="19036"/>
                    <a:pt x="1830" y="19712"/>
                    <a:pt x="1529" y="20489"/>
                  </a:cubicBezTo>
                  <a:cubicBezTo>
                    <a:pt x="1329" y="20991"/>
                    <a:pt x="1203" y="21517"/>
                    <a:pt x="1203" y="22043"/>
                  </a:cubicBezTo>
                  <a:cubicBezTo>
                    <a:pt x="1203" y="22845"/>
                    <a:pt x="1329" y="23697"/>
                    <a:pt x="1103" y="24474"/>
                  </a:cubicBezTo>
                  <a:cubicBezTo>
                    <a:pt x="1028" y="24725"/>
                    <a:pt x="928" y="24950"/>
                    <a:pt x="827" y="25176"/>
                  </a:cubicBezTo>
                  <a:cubicBezTo>
                    <a:pt x="426" y="26179"/>
                    <a:pt x="251" y="27256"/>
                    <a:pt x="101" y="28309"/>
                  </a:cubicBezTo>
                  <a:cubicBezTo>
                    <a:pt x="76" y="28359"/>
                    <a:pt x="126" y="28434"/>
                    <a:pt x="176" y="28434"/>
                  </a:cubicBezTo>
                  <a:cubicBezTo>
                    <a:pt x="552" y="28484"/>
                    <a:pt x="1830" y="28735"/>
                    <a:pt x="1930" y="28735"/>
                  </a:cubicBezTo>
                  <a:cubicBezTo>
                    <a:pt x="2128" y="28760"/>
                    <a:pt x="2322" y="28770"/>
                    <a:pt x="2513" y="28770"/>
                  </a:cubicBezTo>
                  <a:cubicBezTo>
                    <a:pt x="3155" y="28770"/>
                    <a:pt x="3769" y="28661"/>
                    <a:pt x="4389" y="28661"/>
                  </a:cubicBezTo>
                  <a:cubicBezTo>
                    <a:pt x="4686" y="28661"/>
                    <a:pt x="4984" y="28686"/>
                    <a:pt x="5289" y="28760"/>
                  </a:cubicBezTo>
                  <a:cubicBezTo>
                    <a:pt x="5339" y="28760"/>
                    <a:pt x="5389" y="28735"/>
                    <a:pt x="5414" y="28685"/>
                  </a:cubicBezTo>
                  <a:cubicBezTo>
                    <a:pt x="6291" y="26279"/>
                    <a:pt x="6968" y="23823"/>
                    <a:pt x="7419" y="21316"/>
                  </a:cubicBezTo>
                  <a:cubicBezTo>
                    <a:pt x="7569" y="20590"/>
                    <a:pt x="7469" y="19888"/>
                    <a:pt x="7494" y="19186"/>
                  </a:cubicBezTo>
                  <a:cubicBezTo>
                    <a:pt x="7494" y="18910"/>
                    <a:pt x="7594" y="18509"/>
                    <a:pt x="7670" y="18259"/>
                  </a:cubicBezTo>
                  <a:cubicBezTo>
                    <a:pt x="8071" y="16830"/>
                    <a:pt x="8396" y="15477"/>
                    <a:pt x="8146" y="13998"/>
                  </a:cubicBezTo>
                  <a:cubicBezTo>
                    <a:pt x="8071" y="13522"/>
                    <a:pt x="8021" y="13046"/>
                    <a:pt x="7970" y="12569"/>
                  </a:cubicBezTo>
                  <a:cubicBezTo>
                    <a:pt x="7845" y="11266"/>
                    <a:pt x="7795" y="9938"/>
                    <a:pt x="7720" y="8635"/>
                  </a:cubicBezTo>
                  <a:cubicBezTo>
                    <a:pt x="7670" y="7356"/>
                    <a:pt x="7494" y="6128"/>
                    <a:pt x="7294" y="4875"/>
                  </a:cubicBezTo>
                  <a:cubicBezTo>
                    <a:pt x="7244" y="4424"/>
                    <a:pt x="7294" y="4023"/>
                    <a:pt x="7143" y="3572"/>
                  </a:cubicBezTo>
                  <a:cubicBezTo>
                    <a:pt x="6943" y="2970"/>
                    <a:pt x="6717" y="2394"/>
                    <a:pt x="6391" y="1893"/>
                  </a:cubicBezTo>
                  <a:cubicBezTo>
                    <a:pt x="5940" y="1116"/>
                    <a:pt x="5264" y="439"/>
                    <a:pt x="4411" y="138"/>
                  </a:cubicBezTo>
                  <a:cubicBezTo>
                    <a:pt x="4158" y="50"/>
                    <a:pt x="3895" y="1"/>
                    <a:pt x="36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1">
              <a:extLst>
                <a:ext uri="{FF2B5EF4-FFF2-40B4-BE49-F238E27FC236}">
                  <a16:creationId xmlns:a16="http://schemas.microsoft.com/office/drawing/2014/main" id="{BF4DAAAA-E3DA-7F3F-4E51-50FC069D30E1}"/>
                </a:ext>
              </a:extLst>
            </p:cNvPr>
            <p:cNvSpPr/>
            <p:nvPr/>
          </p:nvSpPr>
          <p:spPr>
            <a:xfrm>
              <a:off x="5713882" y="2231415"/>
              <a:ext cx="478097" cy="829271"/>
            </a:xfrm>
            <a:custGeom>
              <a:avLst/>
              <a:gdLst/>
              <a:ahLst/>
              <a:cxnLst/>
              <a:rect l="l" t="t" r="r" b="b"/>
              <a:pathLst>
                <a:path w="9225" h="16001" extrusionOk="0">
                  <a:moveTo>
                    <a:pt x="5703" y="0"/>
                  </a:moveTo>
                  <a:cubicBezTo>
                    <a:pt x="5565" y="0"/>
                    <a:pt x="5427" y="19"/>
                    <a:pt x="5289" y="60"/>
                  </a:cubicBezTo>
                  <a:cubicBezTo>
                    <a:pt x="5114" y="111"/>
                    <a:pt x="4963" y="186"/>
                    <a:pt x="4838" y="286"/>
                  </a:cubicBezTo>
                  <a:cubicBezTo>
                    <a:pt x="3785" y="938"/>
                    <a:pt x="2883" y="1840"/>
                    <a:pt x="2357" y="2968"/>
                  </a:cubicBezTo>
                  <a:cubicBezTo>
                    <a:pt x="1931" y="3920"/>
                    <a:pt x="1705" y="4923"/>
                    <a:pt x="1530" y="5925"/>
                  </a:cubicBezTo>
                  <a:cubicBezTo>
                    <a:pt x="1405" y="6523"/>
                    <a:pt x="366" y="13620"/>
                    <a:pt x="8" y="13620"/>
                  </a:cubicBezTo>
                  <a:cubicBezTo>
                    <a:pt x="6" y="13620"/>
                    <a:pt x="3" y="13620"/>
                    <a:pt x="1" y="13619"/>
                  </a:cubicBezTo>
                  <a:lnTo>
                    <a:pt x="1" y="13619"/>
                  </a:lnTo>
                  <a:cubicBezTo>
                    <a:pt x="402" y="13745"/>
                    <a:pt x="828" y="13845"/>
                    <a:pt x="1254" y="13995"/>
                  </a:cubicBezTo>
                  <a:cubicBezTo>
                    <a:pt x="1831" y="14221"/>
                    <a:pt x="2432" y="14447"/>
                    <a:pt x="3008" y="14697"/>
                  </a:cubicBezTo>
                  <a:cubicBezTo>
                    <a:pt x="4161" y="15173"/>
                    <a:pt x="5289" y="15700"/>
                    <a:pt x="6517" y="16000"/>
                  </a:cubicBezTo>
                  <a:cubicBezTo>
                    <a:pt x="6668" y="15875"/>
                    <a:pt x="6793" y="15750"/>
                    <a:pt x="6918" y="15524"/>
                  </a:cubicBezTo>
                  <a:cubicBezTo>
                    <a:pt x="7194" y="14898"/>
                    <a:pt x="7420" y="14171"/>
                    <a:pt x="7520" y="13494"/>
                  </a:cubicBezTo>
                  <a:cubicBezTo>
                    <a:pt x="7896" y="11013"/>
                    <a:pt x="8096" y="8331"/>
                    <a:pt x="8723" y="5900"/>
                  </a:cubicBezTo>
                  <a:cubicBezTo>
                    <a:pt x="9024" y="4797"/>
                    <a:pt x="9224" y="3544"/>
                    <a:pt x="8898" y="2416"/>
                  </a:cubicBezTo>
                  <a:cubicBezTo>
                    <a:pt x="8723" y="1865"/>
                    <a:pt x="8372" y="1364"/>
                    <a:pt x="7946" y="963"/>
                  </a:cubicBezTo>
                  <a:cubicBezTo>
                    <a:pt x="7394" y="487"/>
                    <a:pt x="6718" y="186"/>
                    <a:pt x="6041" y="35"/>
                  </a:cubicBezTo>
                  <a:cubicBezTo>
                    <a:pt x="5928" y="13"/>
                    <a:pt x="5816" y="0"/>
                    <a:pt x="570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1">
              <a:extLst>
                <a:ext uri="{FF2B5EF4-FFF2-40B4-BE49-F238E27FC236}">
                  <a16:creationId xmlns:a16="http://schemas.microsoft.com/office/drawing/2014/main" id="{30275924-909B-62D8-9951-4459F04F6AD6}"/>
                </a:ext>
              </a:extLst>
            </p:cNvPr>
            <p:cNvSpPr/>
            <p:nvPr/>
          </p:nvSpPr>
          <p:spPr>
            <a:xfrm>
              <a:off x="5838574" y="2420422"/>
              <a:ext cx="622277" cy="841605"/>
            </a:xfrm>
            <a:custGeom>
              <a:avLst/>
              <a:gdLst/>
              <a:ahLst/>
              <a:cxnLst/>
              <a:rect l="l" t="t" r="r" b="b"/>
              <a:pathLst>
                <a:path w="12007" h="16239" extrusionOk="0">
                  <a:moveTo>
                    <a:pt x="1913" y="0"/>
                  </a:moveTo>
                  <a:cubicBezTo>
                    <a:pt x="1827" y="0"/>
                    <a:pt x="1741" y="8"/>
                    <a:pt x="1655" y="23"/>
                  </a:cubicBezTo>
                  <a:cubicBezTo>
                    <a:pt x="928" y="148"/>
                    <a:pt x="402" y="774"/>
                    <a:pt x="201" y="1476"/>
                  </a:cubicBezTo>
                  <a:cubicBezTo>
                    <a:pt x="1" y="2178"/>
                    <a:pt x="51" y="2905"/>
                    <a:pt x="126" y="3632"/>
                  </a:cubicBezTo>
                  <a:cubicBezTo>
                    <a:pt x="227" y="4308"/>
                    <a:pt x="327" y="5010"/>
                    <a:pt x="653" y="5637"/>
                  </a:cubicBezTo>
                  <a:cubicBezTo>
                    <a:pt x="953" y="6238"/>
                    <a:pt x="1404" y="6739"/>
                    <a:pt x="1755" y="7316"/>
                  </a:cubicBezTo>
                  <a:cubicBezTo>
                    <a:pt x="2056" y="7867"/>
                    <a:pt x="2232" y="8469"/>
                    <a:pt x="2507" y="9045"/>
                  </a:cubicBezTo>
                  <a:cubicBezTo>
                    <a:pt x="2983" y="10048"/>
                    <a:pt x="3811" y="10524"/>
                    <a:pt x="4738" y="10950"/>
                  </a:cubicBezTo>
                  <a:cubicBezTo>
                    <a:pt x="5039" y="11075"/>
                    <a:pt x="5364" y="11226"/>
                    <a:pt x="5690" y="11376"/>
                  </a:cubicBezTo>
                  <a:cubicBezTo>
                    <a:pt x="7144" y="12053"/>
                    <a:pt x="8547" y="12880"/>
                    <a:pt x="9826" y="13882"/>
                  </a:cubicBezTo>
                  <a:cubicBezTo>
                    <a:pt x="9450" y="14233"/>
                    <a:pt x="9099" y="14684"/>
                    <a:pt x="9074" y="15186"/>
                  </a:cubicBezTo>
                  <a:cubicBezTo>
                    <a:pt x="9049" y="15700"/>
                    <a:pt x="9432" y="16239"/>
                    <a:pt x="9918" y="16239"/>
                  </a:cubicBezTo>
                  <a:cubicBezTo>
                    <a:pt x="9929" y="16239"/>
                    <a:pt x="9940" y="16239"/>
                    <a:pt x="9951" y="16238"/>
                  </a:cubicBezTo>
                  <a:cubicBezTo>
                    <a:pt x="10252" y="15912"/>
                    <a:pt x="10302" y="15436"/>
                    <a:pt x="10502" y="15035"/>
                  </a:cubicBezTo>
                  <a:cubicBezTo>
                    <a:pt x="10778" y="14534"/>
                    <a:pt x="11630" y="14534"/>
                    <a:pt x="11806" y="14158"/>
                  </a:cubicBezTo>
                  <a:cubicBezTo>
                    <a:pt x="12006" y="13757"/>
                    <a:pt x="11555" y="13206"/>
                    <a:pt x="11329" y="12930"/>
                  </a:cubicBezTo>
                  <a:cubicBezTo>
                    <a:pt x="10703" y="12103"/>
                    <a:pt x="9700" y="11627"/>
                    <a:pt x="9049" y="10825"/>
                  </a:cubicBezTo>
                  <a:cubicBezTo>
                    <a:pt x="8823" y="10549"/>
                    <a:pt x="8673" y="10198"/>
                    <a:pt x="8472" y="9897"/>
                  </a:cubicBezTo>
                  <a:cubicBezTo>
                    <a:pt x="8121" y="9396"/>
                    <a:pt x="7695" y="8970"/>
                    <a:pt x="7194" y="8669"/>
                  </a:cubicBezTo>
                  <a:cubicBezTo>
                    <a:pt x="6217" y="8043"/>
                    <a:pt x="5866" y="7165"/>
                    <a:pt x="5389" y="6138"/>
                  </a:cubicBezTo>
                  <a:cubicBezTo>
                    <a:pt x="5239" y="5837"/>
                    <a:pt x="5089" y="5511"/>
                    <a:pt x="4988" y="5160"/>
                  </a:cubicBezTo>
                  <a:cubicBezTo>
                    <a:pt x="4888" y="4734"/>
                    <a:pt x="4888" y="4283"/>
                    <a:pt x="4838" y="3832"/>
                  </a:cubicBezTo>
                  <a:cubicBezTo>
                    <a:pt x="4738" y="3206"/>
                    <a:pt x="4487" y="2604"/>
                    <a:pt x="4212" y="2028"/>
                  </a:cubicBezTo>
                  <a:cubicBezTo>
                    <a:pt x="3961" y="1501"/>
                    <a:pt x="3660" y="975"/>
                    <a:pt x="3234" y="574"/>
                  </a:cubicBezTo>
                  <a:cubicBezTo>
                    <a:pt x="2872" y="233"/>
                    <a:pt x="2400" y="0"/>
                    <a:pt x="1913"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1">
              <a:extLst>
                <a:ext uri="{FF2B5EF4-FFF2-40B4-BE49-F238E27FC236}">
                  <a16:creationId xmlns:a16="http://schemas.microsoft.com/office/drawing/2014/main" id="{60E03CA0-843A-46D6-684F-FC93B1B2ECC2}"/>
                </a:ext>
              </a:extLst>
            </p:cNvPr>
            <p:cNvSpPr/>
            <p:nvPr/>
          </p:nvSpPr>
          <p:spPr>
            <a:xfrm>
              <a:off x="6026960" y="2233643"/>
              <a:ext cx="288413" cy="336041"/>
            </a:xfrm>
            <a:custGeom>
              <a:avLst/>
              <a:gdLst/>
              <a:ahLst/>
              <a:cxnLst/>
              <a:rect l="l" t="t" r="r" b="b"/>
              <a:pathLst>
                <a:path w="5565" h="6484" extrusionOk="0">
                  <a:moveTo>
                    <a:pt x="1772" y="1"/>
                  </a:moveTo>
                  <a:cubicBezTo>
                    <a:pt x="1596" y="1"/>
                    <a:pt x="1421" y="29"/>
                    <a:pt x="1253" y="93"/>
                  </a:cubicBezTo>
                  <a:cubicBezTo>
                    <a:pt x="1028" y="168"/>
                    <a:pt x="827" y="343"/>
                    <a:pt x="677" y="544"/>
                  </a:cubicBezTo>
                  <a:cubicBezTo>
                    <a:pt x="526" y="719"/>
                    <a:pt x="401" y="970"/>
                    <a:pt x="351" y="1195"/>
                  </a:cubicBezTo>
                  <a:cubicBezTo>
                    <a:pt x="0" y="2449"/>
                    <a:pt x="476" y="3977"/>
                    <a:pt x="1003" y="5105"/>
                  </a:cubicBezTo>
                  <a:cubicBezTo>
                    <a:pt x="1203" y="5506"/>
                    <a:pt x="1278" y="6208"/>
                    <a:pt x="1729" y="6434"/>
                  </a:cubicBezTo>
                  <a:cubicBezTo>
                    <a:pt x="1805" y="6469"/>
                    <a:pt x="1875" y="6483"/>
                    <a:pt x="1942" y="6483"/>
                  </a:cubicBezTo>
                  <a:cubicBezTo>
                    <a:pt x="2161" y="6483"/>
                    <a:pt x="2339" y="6323"/>
                    <a:pt x="2531" y="6208"/>
                  </a:cubicBezTo>
                  <a:cubicBezTo>
                    <a:pt x="2857" y="6058"/>
                    <a:pt x="3183" y="5932"/>
                    <a:pt x="3509" y="5757"/>
                  </a:cubicBezTo>
                  <a:cubicBezTo>
                    <a:pt x="4186" y="5406"/>
                    <a:pt x="4887" y="5005"/>
                    <a:pt x="5564" y="4604"/>
                  </a:cubicBezTo>
                  <a:cubicBezTo>
                    <a:pt x="5188" y="2900"/>
                    <a:pt x="4386" y="1170"/>
                    <a:pt x="2857" y="318"/>
                  </a:cubicBezTo>
                  <a:cubicBezTo>
                    <a:pt x="2533" y="130"/>
                    <a:pt x="2150" y="1"/>
                    <a:pt x="17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a:extLst>
                <a:ext uri="{FF2B5EF4-FFF2-40B4-BE49-F238E27FC236}">
                  <a16:creationId xmlns:a16="http://schemas.microsoft.com/office/drawing/2014/main" id="{A4D10506-7DCB-3441-A8CD-D39E30F775C9}"/>
                </a:ext>
              </a:extLst>
            </p:cNvPr>
            <p:cNvSpPr/>
            <p:nvPr/>
          </p:nvSpPr>
          <p:spPr>
            <a:xfrm>
              <a:off x="5919111" y="1982031"/>
              <a:ext cx="250735" cy="359207"/>
            </a:xfrm>
            <a:custGeom>
              <a:avLst/>
              <a:gdLst/>
              <a:ahLst/>
              <a:cxnLst/>
              <a:rect l="l" t="t" r="r" b="b"/>
              <a:pathLst>
                <a:path w="4838" h="6931" extrusionOk="0">
                  <a:moveTo>
                    <a:pt x="3339" y="0"/>
                  </a:moveTo>
                  <a:cubicBezTo>
                    <a:pt x="2575" y="0"/>
                    <a:pt x="1711" y="469"/>
                    <a:pt x="1429" y="1163"/>
                  </a:cubicBezTo>
                  <a:cubicBezTo>
                    <a:pt x="1229" y="1690"/>
                    <a:pt x="1229" y="2241"/>
                    <a:pt x="1179" y="2792"/>
                  </a:cubicBezTo>
                  <a:cubicBezTo>
                    <a:pt x="1129" y="3294"/>
                    <a:pt x="1028" y="3770"/>
                    <a:pt x="903" y="4196"/>
                  </a:cubicBezTo>
                  <a:cubicBezTo>
                    <a:pt x="728" y="4772"/>
                    <a:pt x="502" y="5299"/>
                    <a:pt x="277" y="5900"/>
                  </a:cubicBezTo>
                  <a:cubicBezTo>
                    <a:pt x="1" y="6702"/>
                    <a:pt x="978" y="6928"/>
                    <a:pt x="1605" y="6928"/>
                  </a:cubicBezTo>
                  <a:cubicBezTo>
                    <a:pt x="1647" y="6930"/>
                    <a:pt x="1688" y="6931"/>
                    <a:pt x="1730" y="6931"/>
                  </a:cubicBezTo>
                  <a:cubicBezTo>
                    <a:pt x="2161" y="6931"/>
                    <a:pt x="2574" y="6819"/>
                    <a:pt x="3008" y="6727"/>
                  </a:cubicBezTo>
                  <a:cubicBezTo>
                    <a:pt x="3084" y="6727"/>
                    <a:pt x="3184" y="6702"/>
                    <a:pt x="3259" y="6627"/>
                  </a:cubicBezTo>
                  <a:cubicBezTo>
                    <a:pt x="3284" y="6552"/>
                    <a:pt x="3309" y="6477"/>
                    <a:pt x="3309" y="6401"/>
                  </a:cubicBezTo>
                  <a:cubicBezTo>
                    <a:pt x="3359" y="5725"/>
                    <a:pt x="3409" y="4772"/>
                    <a:pt x="3785" y="4171"/>
                  </a:cubicBezTo>
                  <a:cubicBezTo>
                    <a:pt x="4011" y="3845"/>
                    <a:pt x="4337" y="3544"/>
                    <a:pt x="4387" y="3118"/>
                  </a:cubicBezTo>
                  <a:cubicBezTo>
                    <a:pt x="4487" y="2266"/>
                    <a:pt x="4838" y="311"/>
                    <a:pt x="3685" y="35"/>
                  </a:cubicBezTo>
                  <a:cubicBezTo>
                    <a:pt x="3574" y="12"/>
                    <a:pt x="3457" y="0"/>
                    <a:pt x="3339"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a:extLst>
                <a:ext uri="{FF2B5EF4-FFF2-40B4-BE49-F238E27FC236}">
                  <a16:creationId xmlns:a16="http://schemas.microsoft.com/office/drawing/2014/main" id="{9960759C-8AF1-2697-0DD3-7B16DF2346D1}"/>
                </a:ext>
              </a:extLst>
            </p:cNvPr>
            <p:cNvSpPr/>
            <p:nvPr/>
          </p:nvSpPr>
          <p:spPr>
            <a:xfrm>
              <a:off x="5955493" y="1910926"/>
              <a:ext cx="223474" cy="222127"/>
            </a:xfrm>
            <a:custGeom>
              <a:avLst/>
              <a:gdLst/>
              <a:ahLst/>
              <a:cxnLst/>
              <a:rect l="l" t="t" r="r" b="b"/>
              <a:pathLst>
                <a:path w="4312" h="4286" extrusionOk="0">
                  <a:moveTo>
                    <a:pt x="3254" y="0"/>
                  </a:moveTo>
                  <a:cubicBezTo>
                    <a:pt x="2939" y="0"/>
                    <a:pt x="2632" y="102"/>
                    <a:pt x="2407" y="305"/>
                  </a:cubicBezTo>
                  <a:cubicBezTo>
                    <a:pt x="2281" y="405"/>
                    <a:pt x="2181" y="530"/>
                    <a:pt x="2056" y="605"/>
                  </a:cubicBezTo>
                  <a:cubicBezTo>
                    <a:pt x="1981" y="630"/>
                    <a:pt x="1905" y="630"/>
                    <a:pt x="1830" y="655"/>
                  </a:cubicBezTo>
                  <a:cubicBezTo>
                    <a:pt x="1154" y="756"/>
                    <a:pt x="552" y="1182"/>
                    <a:pt x="176" y="1758"/>
                  </a:cubicBezTo>
                  <a:cubicBezTo>
                    <a:pt x="101" y="1884"/>
                    <a:pt x="26" y="2034"/>
                    <a:pt x="26" y="2184"/>
                  </a:cubicBezTo>
                  <a:cubicBezTo>
                    <a:pt x="1" y="2285"/>
                    <a:pt x="26" y="2410"/>
                    <a:pt x="26" y="2535"/>
                  </a:cubicBezTo>
                  <a:cubicBezTo>
                    <a:pt x="76" y="2811"/>
                    <a:pt x="126" y="3087"/>
                    <a:pt x="201" y="3362"/>
                  </a:cubicBezTo>
                  <a:cubicBezTo>
                    <a:pt x="226" y="3488"/>
                    <a:pt x="276" y="3613"/>
                    <a:pt x="276" y="3738"/>
                  </a:cubicBezTo>
                  <a:cubicBezTo>
                    <a:pt x="276" y="3838"/>
                    <a:pt x="251" y="3939"/>
                    <a:pt x="301" y="4039"/>
                  </a:cubicBezTo>
                  <a:cubicBezTo>
                    <a:pt x="354" y="4216"/>
                    <a:pt x="453" y="4285"/>
                    <a:pt x="565" y="4285"/>
                  </a:cubicBezTo>
                  <a:cubicBezTo>
                    <a:pt x="721" y="4285"/>
                    <a:pt x="901" y="4150"/>
                    <a:pt x="1003" y="3989"/>
                  </a:cubicBezTo>
                  <a:cubicBezTo>
                    <a:pt x="1128" y="3763"/>
                    <a:pt x="1229" y="3513"/>
                    <a:pt x="1304" y="3262"/>
                  </a:cubicBezTo>
                  <a:cubicBezTo>
                    <a:pt x="1429" y="2961"/>
                    <a:pt x="1580" y="2635"/>
                    <a:pt x="1855" y="2435"/>
                  </a:cubicBezTo>
                  <a:cubicBezTo>
                    <a:pt x="2106" y="2260"/>
                    <a:pt x="2432" y="2184"/>
                    <a:pt x="2758" y="2134"/>
                  </a:cubicBezTo>
                  <a:cubicBezTo>
                    <a:pt x="3108" y="2084"/>
                    <a:pt x="3585" y="2034"/>
                    <a:pt x="3810" y="1783"/>
                  </a:cubicBezTo>
                  <a:cubicBezTo>
                    <a:pt x="4086" y="1483"/>
                    <a:pt x="4311" y="1107"/>
                    <a:pt x="4261" y="706"/>
                  </a:cubicBezTo>
                  <a:cubicBezTo>
                    <a:pt x="4261" y="605"/>
                    <a:pt x="4236" y="505"/>
                    <a:pt x="4186" y="405"/>
                  </a:cubicBezTo>
                  <a:cubicBezTo>
                    <a:pt x="4136" y="330"/>
                    <a:pt x="4036" y="254"/>
                    <a:pt x="3961" y="179"/>
                  </a:cubicBezTo>
                  <a:cubicBezTo>
                    <a:pt x="3785" y="79"/>
                    <a:pt x="3560" y="4"/>
                    <a:pt x="3359" y="4"/>
                  </a:cubicBezTo>
                  <a:cubicBezTo>
                    <a:pt x="3324" y="1"/>
                    <a:pt x="3289" y="0"/>
                    <a:pt x="325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a:extLst>
                <a:ext uri="{FF2B5EF4-FFF2-40B4-BE49-F238E27FC236}">
                  <a16:creationId xmlns:a16="http://schemas.microsoft.com/office/drawing/2014/main" id="{F058D421-115F-C4D7-9BC0-CB06425FC654}"/>
                </a:ext>
              </a:extLst>
            </p:cNvPr>
            <p:cNvSpPr/>
            <p:nvPr/>
          </p:nvSpPr>
          <p:spPr>
            <a:xfrm>
              <a:off x="6013952" y="2883949"/>
              <a:ext cx="33842" cy="31614"/>
            </a:xfrm>
            <a:custGeom>
              <a:avLst/>
              <a:gdLst/>
              <a:ahLst/>
              <a:cxnLst/>
              <a:rect l="l" t="t" r="r" b="b"/>
              <a:pathLst>
                <a:path w="653" h="610" extrusionOk="0">
                  <a:moveTo>
                    <a:pt x="26" y="1"/>
                  </a:moveTo>
                  <a:cubicBezTo>
                    <a:pt x="0" y="101"/>
                    <a:pt x="0" y="201"/>
                    <a:pt x="26" y="277"/>
                  </a:cubicBezTo>
                  <a:cubicBezTo>
                    <a:pt x="51" y="427"/>
                    <a:pt x="176" y="527"/>
                    <a:pt x="326" y="577"/>
                  </a:cubicBezTo>
                  <a:cubicBezTo>
                    <a:pt x="351" y="602"/>
                    <a:pt x="376" y="602"/>
                    <a:pt x="401" y="602"/>
                  </a:cubicBezTo>
                  <a:cubicBezTo>
                    <a:pt x="420" y="607"/>
                    <a:pt x="437" y="609"/>
                    <a:pt x="454" y="609"/>
                  </a:cubicBezTo>
                  <a:cubicBezTo>
                    <a:pt x="529" y="609"/>
                    <a:pt x="591" y="568"/>
                    <a:pt x="652" y="527"/>
                  </a:cubicBezTo>
                  <a:lnTo>
                    <a:pt x="26" y="1"/>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a:extLst>
                <a:ext uri="{FF2B5EF4-FFF2-40B4-BE49-F238E27FC236}">
                  <a16:creationId xmlns:a16="http://schemas.microsoft.com/office/drawing/2014/main" id="{05102E47-A105-5908-F436-12FCAC6F58FD}"/>
                </a:ext>
              </a:extLst>
            </p:cNvPr>
            <p:cNvSpPr/>
            <p:nvPr/>
          </p:nvSpPr>
          <p:spPr>
            <a:xfrm>
              <a:off x="5810018" y="2382434"/>
              <a:ext cx="275404" cy="310646"/>
            </a:xfrm>
            <a:custGeom>
              <a:avLst/>
              <a:gdLst/>
              <a:ahLst/>
              <a:cxnLst/>
              <a:rect l="l" t="t" r="r" b="b"/>
              <a:pathLst>
                <a:path w="5314" h="5994" extrusionOk="0">
                  <a:moveTo>
                    <a:pt x="2594" y="1"/>
                  </a:moveTo>
                  <a:cubicBezTo>
                    <a:pt x="2492" y="1"/>
                    <a:pt x="2388" y="10"/>
                    <a:pt x="2281" y="29"/>
                  </a:cubicBezTo>
                  <a:cubicBezTo>
                    <a:pt x="1730" y="129"/>
                    <a:pt x="1279" y="505"/>
                    <a:pt x="878" y="906"/>
                  </a:cubicBezTo>
                  <a:cubicBezTo>
                    <a:pt x="427" y="1357"/>
                    <a:pt x="176" y="1808"/>
                    <a:pt x="51" y="2360"/>
                  </a:cubicBezTo>
                  <a:cubicBezTo>
                    <a:pt x="26" y="2585"/>
                    <a:pt x="1" y="2836"/>
                    <a:pt x="26" y="3086"/>
                  </a:cubicBezTo>
                  <a:cubicBezTo>
                    <a:pt x="51" y="4064"/>
                    <a:pt x="301" y="5041"/>
                    <a:pt x="527" y="5994"/>
                  </a:cubicBezTo>
                  <a:cubicBezTo>
                    <a:pt x="1053" y="5467"/>
                    <a:pt x="1805" y="5242"/>
                    <a:pt x="2507" y="5016"/>
                  </a:cubicBezTo>
                  <a:cubicBezTo>
                    <a:pt x="3284" y="4791"/>
                    <a:pt x="4036" y="4565"/>
                    <a:pt x="4788" y="4314"/>
                  </a:cubicBezTo>
                  <a:cubicBezTo>
                    <a:pt x="4988" y="4264"/>
                    <a:pt x="5239" y="4164"/>
                    <a:pt x="5289" y="3939"/>
                  </a:cubicBezTo>
                  <a:cubicBezTo>
                    <a:pt x="5314" y="3863"/>
                    <a:pt x="5314" y="3788"/>
                    <a:pt x="5314" y="3713"/>
                  </a:cubicBezTo>
                  <a:cubicBezTo>
                    <a:pt x="5172" y="2368"/>
                    <a:pt x="4231" y="1"/>
                    <a:pt x="25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a:extLst>
                <a:ext uri="{FF2B5EF4-FFF2-40B4-BE49-F238E27FC236}">
                  <a16:creationId xmlns:a16="http://schemas.microsoft.com/office/drawing/2014/main" id="{2046FB7D-76DD-A600-0333-6653387C069F}"/>
                </a:ext>
              </a:extLst>
            </p:cNvPr>
            <p:cNvSpPr/>
            <p:nvPr/>
          </p:nvSpPr>
          <p:spPr>
            <a:xfrm>
              <a:off x="6067228" y="2163109"/>
              <a:ext cx="69706" cy="97433"/>
            </a:xfrm>
            <a:custGeom>
              <a:avLst/>
              <a:gdLst/>
              <a:ahLst/>
              <a:cxnLst/>
              <a:rect l="l" t="t" r="r" b="b"/>
              <a:pathLst>
                <a:path w="1345" h="1880" extrusionOk="0">
                  <a:moveTo>
                    <a:pt x="1278" y="0"/>
                  </a:moveTo>
                  <a:cubicBezTo>
                    <a:pt x="1257" y="0"/>
                    <a:pt x="1225" y="15"/>
                    <a:pt x="1178" y="50"/>
                  </a:cubicBezTo>
                  <a:cubicBezTo>
                    <a:pt x="1078" y="150"/>
                    <a:pt x="952" y="175"/>
                    <a:pt x="802" y="201"/>
                  </a:cubicBezTo>
                  <a:cubicBezTo>
                    <a:pt x="744" y="212"/>
                    <a:pt x="684" y="217"/>
                    <a:pt x="624" y="217"/>
                  </a:cubicBezTo>
                  <a:cubicBezTo>
                    <a:pt x="423" y="217"/>
                    <a:pt x="212" y="164"/>
                    <a:pt x="0" y="125"/>
                  </a:cubicBezTo>
                  <a:lnTo>
                    <a:pt x="0" y="125"/>
                  </a:lnTo>
                  <a:cubicBezTo>
                    <a:pt x="0" y="125"/>
                    <a:pt x="0" y="125"/>
                    <a:pt x="25" y="150"/>
                  </a:cubicBezTo>
                  <a:cubicBezTo>
                    <a:pt x="50" y="201"/>
                    <a:pt x="100" y="276"/>
                    <a:pt x="100" y="301"/>
                  </a:cubicBezTo>
                  <a:cubicBezTo>
                    <a:pt x="150" y="401"/>
                    <a:pt x="201" y="501"/>
                    <a:pt x="226" y="602"/>
                  </a:cubicBezTo>
                  <a:cubicBezTo>
                    <a:pt x="369" y="1008"/>
                    <a:pt x="535" y="1415"/>
                    <a:pt x="529" y="1821"/>
                  </a:cubicBezTo>
                  <a:lnTo>
                    <a:pt x="529" y="1821"/>
                  </a:lnTo>
                  <a:cubicBezTo>
                    <a:pt x="549" y="1546"/>
                    <a:pt x="708" y="1310"/>
                    <a:pt x="802" y="1053"/>
                  </a:cubicBezTo>
                  <a:cubicBezTo>
                    <a:pt x="902" y="752"/>
                    <a:pt x="1078" y="501"/>
                    <a:pt x="1253" y="251"/>
                  </a:cubicBezTo>
                  <a:cubicBezTo>
                    <a:pt x="1292" y="155"/>
                    <a:pt x="1345" y="0"/>
                    <a:pt x="1278" y="0"/>
                  </a:cubicBezTo>
                  <a:close/>
                  <a:moveTo>
                    <a:pt x="529" y="1821"/>
                  </a:moveTo>
                  <a:cubicBezTo>
                    <a:pt x="527" y="1840"/>
                    <a:pt x="526" y="1860"/>
                    <a:pt x="526" y="1880"/>
                  </a:cubicBezTo>
                  <a:cubicBezTo>
                    <a:pt x="527" y="1860"/>
                    <a:pt x="528" y="1841"/>
                    <a:pt x="529" y="182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a:extLst>
                <a:ext uri="{FF2B5EF4-FFF2-40B4-BE49-F238E27FC236}">
                  <a16:creationId xmlns:a16="http://schemas.microsoft.com/office/drawing/2014/main" id="{F70FF82F-7044-DC54-A644-522A99031FB0}"/>
                </a:ext>
              </a:extLst>
            </p:cNvPr>
            <p:cNvSpPr/>
            <p:nvPr/>
          </p:nvSpPr>
          <p:spPr>
            <a:xfrm>
              <a:off x="6091897" y="2108536"/>
              <a:ext cx="39025" cy="20057"/>
            </a:xfrm>
            <a:custGeom>
              <a:avLst/>
              <a:gdLst/>
              <a:ahLst/>
              <a:cxnLst/>
              <a:rect l="l" t="t" r="r" b="b"/>
              <a:pathLst>
                <a:path w="753" h="387" extrusionOk="0">
                  <a:moveTo>
                    <a:pt x="0" y="0"/>
                  </a:moveTo>
                  <a:cubicBezTo>
                    <a:pt x="0" y="51"/>
                    <a:pt x="25" y="101"/>
                    <a:pt x="50" y="151"/>
                  </a:cubicBezTo>
                  <a:cubicBezTo>
                    <a:pt x="100" y="226"/>
                    <a:pt x="151" y="301"/>
                    <a:pt x="226" y="326"/>
                  </a:cubicBezTo>
                  <a:cubicBezTo>
                    <a:pt x="299" y="363"/>
                    <a:pt x="373" y="386"/>
                    <a:pt x="436" y="386"/>
                  </a:cubicBezTo>
                  <a:cubicBezTo>
                    <a:pt x="459" y="386"/>
                    <a:pt x="481" y="383"/>
                    <a:pt x="501" y="376"/>
                  </a:cubicBezTo>
                  <a:cubicBezTo>
                    <a:pt x="627" y="326"/>
                    <a:pt x="702" y="226"/>
                    <a:pt x="752" y="101"/>
                  </a:cubicBezTo>
                  <a:cubicBezTo>
                    <a:pt x="752" y="76"/>
                    <a:pt x="752" y="51"/>
                    <a:pt x="727" y="51"/>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75160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9">
          <a:extLst>
            <a:ext uri="{FF2B5EF4-FFF2-40B4-BE49-F238E27FC236}">
              <a16:creationId xmlns:a16="http://schemas.microsoft.com/office/drawing/2014/main" id="{7171F0D0-684B-10C0-BB5F-F1B29A250A7E}"/>
            </a:ext>
          </a:extLst>
        </p:cNvPr>
        <p:cNvGrpSpPr/>
        <p:nvPr/>
      </p:nvGrpSpPr>
      <p:grpSpPr>
        <a:xfrm>
          <a:off x="0" y="0"/>
          <a:ext cx="0" cy="0"/>
          <a:chOff x="0" y="0"/>
          <a:chExt cx="0" cy="0"/>
        </a:xfrm>
      </p:grpSpPr>
      <p:sp>
        <p:nvSpPr>
          <p:cNvPr id="901" name="Google Shape;901;p32">
            <a:extLst>
              <a:ext uri="{FF2B5EF4-FFF2-40B4-BE49-F238E27FC236}">
                <a16:creationId xmlns:a16="http://schemas.microsoft.com/office/drawing/2014/main" id="{5150BDE3-4DAD-13C2-982F-66E0E2517A19}"/>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chemeClr val="dk2"/>
                </a:solidFill>
              </a:rPr>
              <a:t>Real-Time</a:t>
            </a:r>
            <a:r>
              <a:rPr lang="en-IN" sz="3600" b="1" dirty="0">
                <a:latin typeface="Times New Roman" panose="02020603050405020304" pitchFamily="18" charset="0"/>
                <a:cs typeface="Times New Roman" panose="02020603050405020304" pitchFamily="18" charset="0"/>
              </a:rPr>
              <a:t> Data Integration</a:t>
            </a:r>
            <a:endParaRPr dirty="0"/>
          </a:p>
        </p:txBody>
      </p:sp>
      <p:sp>
        <p:nvSpPr>
          <p:cNvPr id="10" name="TextBox 9">
            <a:extLst>
              <a:ext uri="{FF2B5EF4-FFF2-40B4-BE49-F238E27FC236}">
                <a16:creationId xmlns:a16="http://schemas.microsoft.com/office/drawing/2014/main" id="{FC20478A-9BF3-4A6D-6449-D41B6B67BB4E}"/>
              </a:ext>
            </a:extLst>
          </p:cNvPr>
          <p:cNvSpPr txBox="1"/>
          <p:nvPr/>
        </p:nvSpPr>
        <p:spPr>
          <a:xfrm>
            <a:off x="594176" y="1546302"/>
            <a:ext cx="7359804" cy="2246769"/>
          </a:xfrm>
          <a:prstGeom prst="rect">
            <a:avLst/>
          </a:prstGeom>
          <a:noFill/>
        </p:spPr>
        <p:txBody>
          <a:bodyPr wrap="square" rtlCol="0">
            <a:spAutoFit/>
          </a:bodyPr>
          <a:lstStyle/>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Urban environments generate enormous data from sensors, IoT devices, and public platforms.</a:t>
            </a:r>
          </a:p>
          <a:p>
            <a:pPr algn="just">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AI struggles with processing dynamic, real-time data accurately.</a:t>
            </a:r>
          </a:p>
        </p:txBody>
      </p:sp>
      <p:cxnSp>
        <p:nvCxnSpPr>
          <p:cNvPr id="11" name="Google Shape;878;p31">
            <a:extLst>
              <a:ext uri="{FF2B5EF4-FFF2-40B4-BE49-F238E27FC236}">
                <a16:creationId xmlns:a16="http://schemas.microsoft.com/office/drawing/2014/main" id="{8B21EC95-4A8B-F5AD-2DC7-B9155F8AFFC5}"/>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214950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9">
          <a:extLst>
            <a:ext uri="{FF2B5EF4-FFF2-40B4-BE49-F238E27FC236}">
              <a16:creationId xmlns:a16="http://schemas.microsoft.com/office/drawing/2014/main" id="{01DC5150-4D17-BA52-4E76-A976074FCF5E}"/>
            </a:ext>
          </a:extLst>
        </p:cNvPr>
        <p:cNvGrpSpPr/>
        <p:nvPr/>
      </p:nvGrpSpPr>
      <p:grpSpPr>
        <a:xfrm>
          <a:off x="0" y="0"/>
          <a:ext cx="0" cy="0"/>
          <a:chOff x="0" y="0"/>
          <a:chExt cx="0" cy="0"/>
        </a:xfrm>
      </p:grpSpPr>
      <p:sp>
        <p:nvSpPr>
          <p:cNvPr id="901" name="Google Shape;901;p32">
            <a:extLst>
              <a:ext uri="{FF2B5EF4-FFF2-40B4-BE49-F238E27FC236}">
                <a16:creationId xmlns:a16="http://schemas.microsoft.com/office/drawing/2014/main" id="{0DC69DF2-0CA7-0010-A13C-3B57854D62DA}"/>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solidFill>
                  <a:schemeClr val="dk2"/>
                </a:solidFill>
              </a:rPr>
              <a:t>Scalability</a:t>
            </a:r>
            <a:endParaRPr dirty="0"/>
          </a:p>
        </p:txBody>
      </p:sp>
      <p:sp>
        <p:nvSpPr>
          <p:cNvPr id="10" name="TextBox 9">
            <a:extLst>
              <a:ext uri="{FF2B5EF4-FFF2-40B4-BE49-F238E27FC236}">
                <a16:creationId xmlns:a16="http://schemas.microsoft.com/office/drawing/2014/main" id="{26E5D46D-ADE3-D5C4-D9F8-0CC2D9E20CAD}"/>
              </a:ext>
            </a:extLst>
          </p:cNvPr>
          <p:cNvSpPr txBox="1"/>
          <p:nvPr/>
        </p:nvSpPr>
        <p:spPr>
          <a:xfrm>
            <a:off x="594176" y="1546302"/>
            <a:ext cx="7359804" cy="2246769"/>
          </a:xfrm>
          <a:prstGeom prst="rect">
            <a:avLst/>
          </a:prstGeom>
          <a:noFill/>
        </p:spPr>
        <p:txBody>
          <a:bodyPr wrap="square" rtlCol="0">
            <a:sp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As cities grow, managing increasingly large datasets becomes computationally intensive.</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AI systems need to scale efficiently without loss in performance.</a:t>
            </a:r>
            <a:endParaRPr lang="en-IN" sz="2800" dirty="0">
              <a:latin typeface="Times New Roman" panose="02020603050405020304" pitchFamily="18" charset="0"/>
              <a:cs typeface="Times New Roman" panose="02020603050405020304" pitchFamily="18" charset="0"/>
            </a:endParaRPr>
          </a:p>
        </p:txBody>
      </p:sp>
      <p:cxnSp>
        <p:nvCxnSpPr>
          <p:cNvPr id="11" name="Google Shape;878;p31">
            <a:extLst>
              <a:ext uri="{FF2B5EF4-FFF2-40B4-BE49-F238E27FC236}">
                <a16:creationId xmlns:a16="http://schemas.microsoft.com/office/drawing/2014/main" id="{4DD36FFC-7604-F1DF-0061-88583D69C170}"/>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413881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9">
          <a:extLst>
            <a:ext uri="{FF2B5EF4-FFF2-40B4-BE49-F238E27FC236}">
              <a16:creationId xmlns:a16="http://schemas.microsoft.com/office/drawing/2014/main" id="{F200A6C9-2031-C6D0-1EA7-4DAE2C922D98}"/>
            </a:ext>
          </a:extLst>
        </p:cNvPr>
        <p:cNvGrpSpPr/>
        <p:nvPr/>
      </p:nvGrpSpPr>
      <p:grpSpPr>
        <a:xfrm>
          <a:off x="0" y="0"/>
          <a:ext cx="0" cy="0"/>
          <a:chOff x="0" y="0"/>
          <a:chExt cx="0" cy="0"/>
        </a:xfrm>
      </p:grpSpPr>
      <p:sp>
        <p:nvSpPr>
          <p:cNvPr id="901" name="Google Shape;901;p32">
            <a:extLst>
              <a:ext uri="{FF2B5EF4-FFF2-40B4-BE49-F238E27FC236}">
                <a16:creationId xmlns:a16="http://schemas.microsoft.com/office/drawing/2014/main" id="{E71CF4FD-49DA-7045-26AF-F63CA8F2886A}"/>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US" dirty="0">
                <a:solidFill>
                  <a:schemeClr val="dk2"/>
                </a:solidFill>
              </a:rPr>
              <a:t>Human </a:t>
            </a:r>
            <a:r>
              <a:rPr lang="en-IN" b="1" dirty="0"/>
              <a:t>Oversight</a:t>
            </a:r>
            <a:br>
              <a:rPr lang="en-IN" dirty="0"/>
            </a:br>
            <a:endParaRPr dirty="0"/>
          </a:p>
        </p:txBody>
      </p:sp>
      <p:sp>
        <p:nvSpPr>
          <p:cNvPr id="10" name="TextBox 9">
            <a:extLst>
              <a:ext uri="{FF2B5EF4-FFF2-40B4-BE49-F238E27FC236}">
                <a16:creationId xmlns:a16="http://schemas.microsoft.com/office/drawing/2014/main" id="{97E58D87-DDD3-039F-C4DF-F3C521B971EE}"/>
              </a:ext>
            </a:extLst>
          </p:cNvPr>
          <p:cNvSpPr txBox="1"/>
          <p:nvPr/>
        </p:nvSpPr>
        <p:spPr>
          <a:xfrm>
            <a:off x="594176" y="1546302"/>
            <a:ext cx="7359804" cy="3108543"/>
          </a:xfrm>
          <a:prstGeom prst="rect">
            <a:avLst/>
          </a:prstGeom>
          <a:noFill/>
        </p:spPr>
        <p:txBody>
          <a:bodyPr wrap="square" rtlCol="0">
            <a:spAutoFit/>
          </a:bodyPr>
          <a:lstStyle/>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AI models might produce results that are technically efficient but socially or ethically problematic.</a:t>
            </a:r>
          </a:p>
          <a:p>
            <a:pPr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Requires human intervention to guide AI decision-making, especially in sensitive areas like housing or transportation.</a:t>
            </a:r>
            <a:endParaRPr lang="en-IN" sz="2800" dirty="0">
              <a:latin typeface="Times New Roman" panose="02020603050405020304" pitchFamily="18" charset="0"/>
              <a:cs typeface="Times New Roman" panose="02020603050405020304" pitchFamily="18" charset="0"/>
            </a:endParaRPr>
          </a:p>
        </p:txBody>
      </p:sp>
      <p:cxnSp>
        <p:nvCxnSpPr>
          <p:cNvPr id="11" name="Google Shape;878;p31">
            <a:extLst>
              <a:ext uri="{FF2B5EF4-FFF2-40B4-BE49-F238E27FC236}">
                <a16:creationId xmlns:a16="http://schemas.microsoft.com/office/drawing/2014/main" id="{97712A79-1429-66C0-3A06-A1DFA819A49D}"/>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361582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cxnSp>
        <p:nvCxnSpPr>
          <p:cNvPr id="977" name="Google Shape;977;p36"/>
          <p:cNvCxnSpPr/>
          <p:nvPr/>
        </p:nvCxnSpPr>
        <p:spPr>
          <a:xfrm>
            <a:off x="523925" y="4604000"/>
            <a:ext cx="3472500" cy="0"/>
          </a:xfrm>
          <a:prstGeom prst="straightConnector1">
            <a:avLst/>
          </a:prstGeom>
          <a:noFill/>
          <a:ln w="19050" cap="flat" cmpd="sng">
            <a:solidFill>
              <a:schemeClr val="dk1"/>
            </a:solidFill>
            <a:prstDash val="solid"/>
            <a:round/>
            <a:headEnd type="none" w="med" len="med"/>
            <a:tailEnd type="none" w="med" len="med"/>
          </a:ln>
        </p:spPr>
      </p:cxnSp>
      <p:grpSp>
        <p:nvGrpSpPr>
          <p:cNvPr id="980" name="Google Shape;980;p36"/>
          <p:cNvGrpSpPr/>
          <p:nvPr/>
        </p:nvGrpSpPr>
        <p:grpSpPr>
          <a:xfrm rot="5400000">
            <a:off x="8322971" y="-141834"/>
            <a:ext cx="374394" cy="962866"/>
            <a:chOff x="-720900" y="1958300"/>
            <a:chExt cx="462900" cy="1190488"/>
          </a:xfrm>
        </p:grpSpPr>
        <p:sp>
          <p:nvSpPr>
            <p:cNvPr id="981" name="Google Shape;981;p36"/>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6"/>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6"/>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6"/>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6"/>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6"/>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6"/>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6"/>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6"/>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6"/>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6"/>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6"/>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6"/>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6"/>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6"/>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36"/>
          <p:cNvGrpSpPr/>
          <p:nvPr/>
        </p:nvGrpSpPr>
        <p:grpSpPr>
          <a:xfrm>
            <a:off x="2032827" y="2624254"/>
            <a:ext cx="1028275" cy="1979878"/>
            <a:chOff x="2498921" y="1692268"/>
            <a:chExt cx="1312579" cy="2527289"/>
          </a:xfrm>
        </p:grpSpPr>
        <p:sp>
          <p:nvSpPr>
            <p:cNvPr id="997" name="Google Shape;997;p36"/>
            <p:cNvSpPr/>
            <p:nvPr/>
          </p:nvSpPr>
          <p:spPr>
            <a:xfrm>
              <a:off x="2498921" y="2306609"/>
              <a:ext cx="743093" cy="652503"/>
            </a:xfrm>
            <a:custGeom>
              <a:avLst/>
              <a:gdLst/>
              <a:ahLst/>
              <a:cxnLst/>
              <a:rect l="l" t="t" r="r" b="b"/>
              <a:pathLst>
                <a:path w="12657" h="11114" extrusionOk="0">
                  <a:moveTo>
                    <a:pt x="10647" y="1"/>
                  </a:moveTo>
                  <a:cubicBezTo>
                    <a:pt x="9855" y="1"/>
                    <a:pt x="9151" y="537"/>
                    <a:pt x="9198" y="1361"/>
                  </a:cubicBezTo>
                  <a:cubicBezTo>
                    <a:pt x="9273" y="2464"/>
                    <a:pt x="8922" y="3541"/>
                    <a:pt x="9148" y="4619"/>
                  </a:cubicBezTo>
                  <a:cubicBezTo>
                    <a:pt x="9173" y="4744"/>
                    <a:pt x="9223" y="4870"/>
                    <a:pt x="9223" y="5020"/>
                  </a:cubicBezTo>
                  <a:cubicBezTo>
                    <a:pt x="9223" y="5145"/>
                    <a:pt x="9173" y="5271"/>
                    <a:pt x="9148" y="5396"/>
                  </a:cubicBezTo>
                  <a:cubicBezTo>
                    <a:pt x="9073" y="5797"/>
                    <a:pt x="9073" y="6223"/>
                    <a:pt x="9073" y="6649"/>
                  </a:cubicBezTo>
                  <a:cubicBezTo>
                    <a:pt x="9073" y="6925"/>
                    <a:pt x="9098" y="7050"/>
                    <a:pt x="8847" y="7176"/>
                  </a:cubicBezTo>
                  <a:cubicBezTo>
                    <a:pt x="8597" y="7276"/>
                    <a:pt x="8196" y="7251"/>
                    <a:pt x="7920" y="7301"/>
                  </a:cubicBezTo>
                  <a:cubicBezTo>
                    <a:pt x="7318" y="7401"/>
                    <a:pt x="6717" y="7577"/>
                    <a:pt x="6191" y="7927"/>
                  </a:cubicBezTo>
                  <a:cubicBezTo>
                    <a:pt x="5288" y="8504"/>
                    <a:pt x="4236" y="8604"/>
                    <a:pt x="3308" y="9206"/>
                  </a:cubicBezTo>
                  <a:cubicBezTo>
                    <a:pt x="3133" y="9306"/>
                    <a:pt x="2982" y="9406"/>
                    <a:pt x="2807" y="9456"/>
                  </a:cubicBezTo>
                  <a:cubicBezTo>
                    <a:pt x="2694" y="9494"/>
                    <a:pt x="2581" y="9506"/>
                    <a:pt x="2469" y="9506"/>
                  </a:cubicBezTo>
                  <a:cubicBezTo>
                    <a:pt x="2356" y="9506"/>
                    <a:pt x="2243" y="9494"/>
                    <a:pt x="2130" y="9481"/>
                  </a:cubicBezTo>
                  <a:cubicBezTo>
                    <a:pt x="1454" y="9481"/>
                    <a:pt x="752" y="9632"/>
                    <a:pt x="276" y="10108"/>
                  </a:cubicBezTo>
                  <a:cubicBezTo>
                    <a:pt x="125" y="10258"/>
                    <a:pt x="0" y="10509"/>
                    <a:pt x="100" y="10709"/>
                  </a:cubicBezTo>
                  <a:cubicBezTo>
                    <a:pt x="150" y="10810"/>
                    <a:pt x="276" y="10885"/>
                    <a:pt x="376" y="10935"/>
                  </a:cubicBezTo>
                  <a:cubicBezTo>
                    <a:pt x="665" y="11062"/>
                    <a:pt x="962" y="11113"/>
                    <a:pt x="1259" y="11113"/>
                  </a:cubicBezTo>
                  <a:cubicBezTo>
                    <a:pt x="1787" y="11113"/>
                    <a:pt x="2320" y="10952"/>
                    <a:pt x="2832" y="10760"/>
                  </a:cubicBezTo>
                  <a:cubicBezTo>
                    <a:pt x="3484" y="10509"/>
                    <a:pt x="4286" y="10459"/>
                    <a:pt x="4988" y="10409"/>
                  </a:cubicBezTo>
                  <a:cubicBezTo>
                    <a:pt x="6165" y="10308"/>
                    <a:pt x="7343" y="10384"/>
                    <a:pt x="8496" y="10133"/>
                  </a:cubicBezTo>
                  <a:cubicBezTo>
                    <a:pt x="9123" y="10008"/>
                    <a:pt x="9749" y="9857"/>
                    <a:pt x="10301" y="9556"/>
                  </a:cubicBezTo>
                  <a:cubicBezTo>
                    <a:pt x="10827" y="9306"/>
                    <a:pt x="11479" y="9055"/>
                    <a:pt x="11729" y="8479"/>
                  </a:cubicBezTo>
                  <a:cubicBezTo>
                    <a:pt x="11780" y="8353"/>
                    <a:pt x="11805" y="8253"/>
                    <a:pt x="11830" y="8128"/>
                  </a:cubicBezTo>
                  <a:cubicBezTo>
                    <a:pt x="12055" y="7276"/>
                    <a:pt x="12256" y="6424"/>
                    <a:pt x="12481" y="5572"/>
                  </a:cubicBezTo>
                  <a:cubicBezTo>
                    <a:pt x="12657" y="4920"/>
                    <a:pt x="12632" y="4243"/>
                    <a:pt x="12607" y="3566"/>
                  </a:cubicBezTo>
                  <a:cubicBezTo>
                    <a:pt x="12607" y="2990"/>
                    <a:pt x="12506" y="2439"/>
                    <a:pt x="12331" y="1912"/>
                  </a:cubicBezTo>
                  <a:cubicBezTo>
                    <a:pt x="12181" y="1511"/>
                    <a:pt x="12055" y="1010"/>
                    <a:pt x="11830" y="659"/>
                  </a:cubicBezTo>
                  <a:cubicBezTo>
                    <a:pt x="11604" y="283"/>
                    <a:pt x="11203" y="58"/>
                    <a:pt x="10802" y="8"/>
                  </a:cubicBezTo>
                  <a:cubicBezTo>
                    <a:pt x="10750" y="3"/>
                    <a:pt x="10698" y="1"/>
                    <a:pt x="10647"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6"/>
            <p:cNvSpPr/>
            <p:nvPr/>
          </p:nvSpPr>
          <p:spPr>
            <a:xfrm>
              <a:off x="2822589" y="3689581"/>
              <a:ext cx="292904" cy="443848"/>
            </a:xfrm>
            <a:custGeom>
              <a:avLst/>
              <a:gdLst/>
              <a:ahLst/>
              <a:cxnLst/>
              <a:rect l="l" t="t" r="r" b="b"/>
              <a:pathLst>
                <a:path w="4989" h="7560" extrusionOk="0">
                  <a:moveTo>
                    <a:pt x="1160" y="1"/>
                  </a:moveTo>
                  <a:cubicBezTo>
                    <a:pt x="862" y="1"/>
                    <a:pt x="581" y="110"/>
                    <a:pt x="377" y="336"/>
                  </a:cubicBezTo>
                  <a:cubicBezTo>
                    <a:pt x="1" y="762"/>
                    <a:pt x="26" y="1489"/>
                    <a:pt x="427" y="2066"/>
                  </a:cubicBezTo>
                  <a:cubicBezTo>
                    <a:pt x="552" y="2241"/>
                    <a:pt x="678" y="2417"/>
                    <a:pt x="803" y="2592"/>
                  </a:cubicBezTo>
                  <a:cubicBezTo>
                    <a:pt x="1129" y="3093"/>
                    <a:pt x="1379" y="3595"/>
                    <a:pt x="1279" y="4271"/>
                  </a:cubicBezTo>
                  <a:cubicBezTo>
                    <a:pt x="1154" y="5249"/>
                    <a:pt x="352" y="5925"/>
                    <a:pt x="126" y="6878"/>
                  </a:cubicBezTo>
                  <a:cubicBezTo>
                    <a:pt x="101" y="6978"/>
                    <a:pt x="101" y="7053"/>
                    <a:pt x="126" y="7153"/>
                  </a:cubicBezTo>
                  <a:cubicBezTo>
                    <a:pt x="176" y="7329"/>
                    <a:pt x="352" y="7479"/>
                    <a:pt x="527" y="7529"/>
                  </a:cubicBezTo>
                  <a:cubicBezTo>
                    <a:pt x="603" y="7550"/>
                    <a:pt x="679" y="7560"/>
                    <a:pt x="753" y="7560"/>
                  </a:cubicBezTo>
                  <a:cubicBezTo>
                    <a:pt x="1588" y="7560"/>
                    <a:pt x="2325" y="6356"/>
                    <a:pt x="2808" y="5850"/>
                  </a:cubicBezTo>
                  <a:cubicBezTo>
                    <a:pt x="3485" y="5174"/>
                    <a:pt x="4136" y="4522"/>
                    <a:pt x="4813" y="3845"/>
                  </a:cubicBezTo>
                  <a:cubicBezTo>
                    <a:pt x="4988" y="3670"/>
                    <a:pt x="4963" y="3344"/>
                    <a:pt x="4763" y="3118"/>
                  </a:cubicBezTo>
                  <a:lnTo>
                    <a:pt x="2532" y="813"/>
                  </a:lnTo>
                  <a:lnTo>
                    <a:pt x="2206" y="462"/>
                  </a:lnTo>
                  <a:cubicBezTo>
                    <a:pt x="1905" y="160"/>
                    <a:pt x="1520" y="1"/>
                    <a:pt x="1160"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6"/>
            <p:cNvSpPr/>
            <p:nvPr/>
          </p:nvSpPr>
          <p:spPr>
            <a:xfrm>
              <a:off x="3308179" y="3295813"/>
              <a:ext cx="29472" cy="644577"/>
            </a:xfrm>
            <a:custGeom>
              <a:avLst/>
              <a:gdLst/>
              <a:ahLst/>
              <a:cxnLst/>
              <a:rect l="l" t="t" r="r" b="b"/>
              <a:pathLst>
                <a:path w="502" h="10979" extrusionOk="0">
                  <a:moveTo>
                    <a:pt x="1" y="1"/>
                  </a:moveTo>
                  <a:lnTo>
                    <a:pt x="1" y="10978"/>
                  </a:lnTo>
                  <a:lnTo>
                    <a:pt x="502" y="10978"/>
                  </a:lnTo>
                  <a:lnTo>
                    <a:pt x="50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6"/>
            <p:cNvSpPr/>
            <p:nvPr/>
          </p:nvSpPr>
          <p:spPr>
            <a:xfrm>
              <a:off x="3072752" y="3938864"/>
              <a:ext cx="504789" cy="135385"/>
            </a:xfrm>
            <a:custGeom>
              <a:avLst/>
              <a:gdLst/>
              <a:ahLst/>
              <a:cxnLst/>
              <a:rect l="l" t="t" r="r" b="b"/>
              <a:pathLst>
                <a:path w="8598" h="2306" fill="none" extrusionOk="0">
                  <a:moveTo>
                    <a:pt x="8597" y="2306"/>
                  </a:moveTo>
                  <a:cubicBezTo>
                    <a:pt x="8597" y="702"/>
                    <a:pt x="5740" y="25"/>
                    <a:pt x="4311" y="25"/>
                  </a:cubicBezTo>
                  <a:cubicBezTo>
                    <a:pt x="2607" y="0"/>
                    <a:pt x="1" y="652"/>
                    <a:pt x="1"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6"/>
            <p:cNvSpPr/>
            <p:nvPr/>
          </p:nvSpPr>
          <p:spPr>
            <a:xfrm>
              <a:off x="3322916" y="3941799"/>
              <a:ext cx="59" cy="158987"/>
            </a:xfrm>
            <a:custGeom>
              <a:avLst/>
              <a:gdLst/>
              <a:ahLst/>
              <a:cxnLst/>
              <a:rect l="l" t="t" r="r" b="b"/>
              <a:pathLst>
                <a:path w="1" h="2708" fill="none" extrusionOk="0">
                  <a:moveTo>
                    <a:pt x="0" y="2707"/>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6"/>
            <p:cNvSpPr/>
            <p:nvPr/>
          </p:nvSpPr>
          <p:spPr>
            <a:xfrm>
              <a:off x="3031538" y="4056577"/>
              <a:ext cx="82488" cy="82429"/>
            </a:xfrm>
            <a:custGeom>
              <a:avLst/>
              <a:gdLst/>
              <a:ahLst/>
              <a:cxnLst/>
              <a:rect l="l" t="t" r="r" b="b"/>
              <a:pathLst>
                <a:path w="1405" h="1404" extrusionOk="0">
                  <a:moveTo>
                    <a:pt x="703" y="0"/>
                  </a:moveTo>
                  <a:cubicBezTo>
                    <a:pt x="301" y="0"/>
                    <a:pt x="1" y="326"/>
                    <a:pt x="1" y="702"/>
                  </a:cubicBezTo>
                  <a:cubicBezTo>
                    <a:pt x="1" y="1103"/>
                    <a:pt x="301" y="1404"/>
                    <a:pt x="703" y="1404"/>
                  </a:cubicBezTo>
                  <a:cubicBezTo>
                    <a:pt x="1078" y="1404"/>
                    <a:pt x="1404" y="1103"/>
                    <a:pt x="1404" y="702"/>
                  </a:cubicBezTo>
                  <a:cubicBezTo>
                    <a:pt x="1404" y="326"/>
                    <a:pt x="1078"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6"/>
            <p:cNvSpPr/>
            <p:nvPr/>
          </p:nvSpPr>
          <p:spPr>
            <a:xfrm>
              <a:off x="3281701"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6"/>
            <p:cNvSpPr/>
            <p:nvPr/>
          </p:nvSpPr>
          <p:spPr>
            <a:xfrm>
              <a:off x="3531865"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6"/>
            <p:cNvSpPr/>
            <p:nvPr/>
          </p:nvSpPr>
          <p:spPr>
            <a:xfrm>
              <a:off x="2604834" y="3879919"/>
              <a:ext cx="366468" cy="339637"/>
            </a:xfrm>
            <a:custGeom>
              <a:avLst/>
              <a:gdLst/>
              <a:ahLst/>
              <a:cxnLst/>
              <a:rect l="l" t="t" r="r" b="b"/>
              <a:pathLst>
                <a:path w="6242" h="5785" extrusionOk="0">
                  <a:moveTo>
                    <a:pt x="5077" y="1"/>
                  </a:moveTo>
                  <a:cubicBezTo>
                    <a:pt x="5064" y="1"/>
                    <a:pt x="5051" y="1"/>
                    <a:pt x="5038" y="2"/>
                  </a:cubicBezTo>
                  <a:cubicBezTo>
                    <a:pt x="4462" y="52"/>
                    <a:pt x="3960" y="603"/>
                    <a:pt x="3860" y="1280"/>
                  </a:cubicBezTo>
                  <a:cubicBezTo>
                    <a:pt x="3810" y="1505"/>
                    <a:pt x="3785" y="1706"/>
                    <a:pt x="3735" y="1932"/>
                  </a:cubicBezTo>
                  <a:cubicBezTo>
                    <a:pt x="3635" y="2533"/>
                    <a:pt x="3484" y="3034"/>
                    <a:pt x="2933" y="3460"/>
                  </a:cubicBezTo>
                  <a:cubicBezTo>
                    <a:pt x="2156" y="4087"/>
                    <a:pt x="1103" y="3987"/>
                    <a:pt x="276" y="4538"/>
                  </a:cubicBezTo>
                  <a:cubicBezTo>
                    <a:pt x="201" y="4588"/>
                    <a:pt x="126" y="4638"/>
                    <a:pt x="101" y="4739"/>
                  </a:cubicBezTo>
                  <a:cubicBezTo>
                    <a:pt x="1" y="4889"/>
                    <a:pt x="26" y="5115"/>
                    <a:pt x="126" y="5265"/>
                  </a:cubicBezTo>
                  <a:cubicBezTo>
                    <a:pt x="376" y="5678"/>
                    <a:pt x="890" y="5785"/>
                    <a:pt x="1435" y="5785"/>
                  </a:cubicBezTo>
                  <a:cubicBezTo>
                    <a:pt x="1980" y="5785"/>
                    <a:pt x="2557" y="5678"/>
                    <a:pt x="2933" y="5666"/>
                  </a:cubicBezTo>
                  <a:lnTo>
                    <a:pt x="5765" y="5616"/>
                  </a:lnTo>
                  <a:cubicBezTo>
                    <a:pt x="6016" y="5616"/>
                    <a:pt x="6216" y="5365"/>
                    <a:pt x="6216" y="5064"/>
                  </a:cubicBezTo>
                  <a:lnTo>
                    <a:pt x="6216" y="1831"/>
                  </a:lnTo>
                  <a:lnTo>
                    <a:pt x="6241" y="1380"/>
                  </a:lnTo>
                  <a:cubicBezTo>
                    <a:pt x="6241" y="594"/>
                    <a:pt x="5712" y="1"/>
                    <a:pt x="5077"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6"/>
            <p:cNvSpPr/>
            <p:nvPr/>
          </p:nvSpPr>
          <p:spPr>
            <a:xfrm>
              <a:off x="3134574" y="2802884"/>
              <a:ext cx="59" cy="1526"/>
            </a:xfrm>
            <a:custGeom>
              <a:avLst/>
              <a:gdLst/>
              <a:ahLst/>
              <a:cxnLst/>
              <a:rect l="l" t="t" r="r" b="b"/>
              <a:pathLst>
                <a:path w="1" h="26" extrusionOk="0">
                  <a:moveTo>
                    <a:pt x="0" y="26"/>
                  </a:moveTo>
                  <a:lnTo>
                    <a:pt x="0" y="26"/>
                  </a:lnTo>
                  <a:cubicBezTo>
                    <a:pt x="0" y="26"/>
                    <a:pt x="0" y="1"/>
                    <a:pt x="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p:cNvSpPr/>
            <p:nvPr/>
          </p:nvSpPr>
          <p:spPr>
            <a:xfrm>
              <a:off x="3243422" y="2273203"/>
              <a:ext cx="1526" cy="10333"/>
            </a:xfrm>
            <a:custGeom>
              <a:avLst/>
              <a:gdLst/>
              <a:ahLst/>
              <a:cxnLst/>
              <a:rect l="l" t="t" r="r" b="b"/>
              <a:pathLst>
                <a:path w="26" h="176" extrusionOk="0">
                  <a:moveTo>
                    <a:pt x="26" y="0"/>
                  </a:moveTo>
                  <a:lnTo>
                    <a:pt x="1" y="176"/>
                  </a:lnTo>
                  <a:lnTo>
                    <a:pt x="1" y="176"/>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6"/>
            <p:cNvSpPr/>
            <p:nvPr/>
          </p:nvSpPr>
          <p:spPr>
            <a:xfrm>
              <a:off x="3134574" y="2795546"/>
              <a:ext cx="1526" cy="7397"/>
            </a:xfrm>
            <a:custGeom>
              <a:avLst/>
              <a:gdLst/>
              <a:ahLst/>
              <a:cxnLst/>
              <a:rect l="l" t="t" r="r" b="b"/>
              <a:pathLst>
                <a:path w="26" h="126" extrusionOk="0">
                  <a:moveTo>
                    <a:pt x="25" y="0"/>
                  </a:moveTo>
                  <a:lnTo>
                    <a:pt x="11" y="69"/>
                  </a:lnTo>
                  <a:lnTo>
                    <a:pt x="11" y="69"/>
                  </a:lnTo>
                  <a:cubicBezTo>
                    <a:pt x="18" y="52"/>
                    <a:pt x="25" y="39"/>
                    <a:pt x="25" y="25"/>
                  </a:cubicBezTo>
                  <a:cubicBezTo>
                    <a:pt x="25" y="0"/>
                    <a:pt x="25" y="0"/>
                    <a:pt x="25" y="0"/>
                  </a:cubicBezTo>
                  <a:close/>
                  <a:moveTo>
                    <a:pt x="11" y="69"/>
                  </a:moveTo>
                  <a:cubicBezTo>
                    <a:pt x="6" y="84"/>
                    <a:pt x="0" y="102"/>
                    <a:pt x="0" y="126"/>
                  </a:cubicBezTo>
                  <a:lnTo>
                    <a:pt x="11" y="69"/>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6"/>
            <p:cNvSpPr/>
            <p:nvPr/>
          </p:nvSpPr>
          <p:spPr>
            <a:xfrm>
              <a:off x="3024199" y="2245198"/>
              <a:ext cx="17730" cy="145777"/>
            </a:xfrm>
            <a:custGeom>
              <a:avLst/>
              <a:gdLst/>
              <a:ahLst/>
              <a:cxnLst/>
              <a:rect l="l" t="t" r="r" b="b"/>
              <a:pathLst>
                <a:path w="302" h="2483" extrusionOk="0">
                  <a:moveTo>
                    <a:pt x="0" y="2482"/>
                  </a:moveTo>
                  <a:lnTo>
                    <a:pt x="301" y="1"/>
                  </a:lnTo>
                  <a:lnTo>
                    <a:pt x="0" y="2482"/>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6"/>
            <p:cNvSpPr/>
            <p:nvPr/>
          </p:nvSpPr>
          <p:spPr>
            <a:xfrm>
              <a:off x="3024199" y="2115214"/>
              <a:ext cx="238421" cy="308110"/>
            </a:xfrm>
            <a:custGeom>
              <a:avLst/>
              <a:gdLst/>
              <a:ahLst/>
              <a:cxnLst/>
              <a:rect l="l" t="t" r="r" b="b"/>
              <a:pathLst>
                <a:path w="4061" h="5248" extrusionOk="0">
                  <a:moveTo>
                    <a:pt x="3873" y="0"/>
                  </a:moveTo>
                  <a:cubicBezTo>
                    <a:pt x="3851" y="0"/>
                    <a:pt x="3829" y="3"/>
                    <a:pt x="3810" y="9"/>
                  </a:cubicBezTo>
                  <a:cubicBezTo>
                    <a:pt x="3259" y="85"/>
                    <a:pt x="2732" y="260"/>
                    <a:pt x="2231" y="435"/>
                  </a:cubicBezTo>
                  <a:cubicBezTo>
                    <a:pt x="2031" y="486"/>
                    <a:pt x="1805" y="561"/>
                    <a:pt x="1630" y="661"/>
                  </a:cubicBezTo>
                  <a:cubicBezTo>
                    <a:pt x="978" y="987"/>
                    <a:pt x="602" y="1588"/>
                    <a:pt x="401" y="2240"/>
                  </a:cubicBezTo>
                  <a:cubicBezTo>
                    <a:pt x="126" y="3042"/>
                    <a:pt x="101" y="3869"/>
                    <a:pt x="0" y="4696"/>
                  </a:cubicBezTo>
                  <a:lnTo>
                    <a:pt x="3234" y="5248"/>
                  </a:lnTo>
                  <a:cubicBezTo>
                    <a:pt x="3234" y="5248"/>
                    <a:pt x="3509" y="3969"/>
                    <a:pt x="3534" y="3869"/>
                  </a:cubicBezTo>
                  <a:cubicBezTo>
                    <a:pt x="3534" y="3318"/>
                    <a:pt x="3835" y="2842"/>
                    <a:pt x="3760" y="2265"/>
                  </a:cubicBezTo>
                  <a:cubicBezTo>
                    <a:pt x="3735" y="1889"/>
                    <a:pt x="3810" y="1513"/>
                    <a:pt x="3910" y="1137"/>
                  </a:cubicBezTo>
                  <a:cubicBezTo>
                    <a:pt x="3960" y="962"/>
                    <a:pt x="4036" y="786"/>
                    <a:pt x="4061" y="611"/>
                  </a:cubicBezTo>
                  <a:cubicBezTo>
                    <a:pt x="4061" y="461"/>
                    <a:pt x="3985" y="335"/>
                    <a:pt x="4036" y="210"/>
                  </a:cubicBezTo>
                  <a:cubicBezTo>
                    <a:pt x="4036" y="160"/>
                    <a:pt x="4036" y="135"/>
                    <a:pt x="4036" y="85"/>
                  </a:cubicBezTo>
                  <a:cubicBezTo>
                    <a:pt x="4017" y="28"/>
                    <a:pt x="3942" y="0"/>
                    <a:pt x="387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p:cNvSpPr/>
            <p:nvPr/>
          </p:nvSpPr>
          <p:spPr>
            <a:xfrm>
              <a:off x="3040403" y="2455615"/>
              <a:ext cx="771097" cy="891746"/>
            </a:xfrm>
            <a:custGeom>
              <a:avLst/>
              <a:gdLst/>
              <a:ahLst/>
              <a:cxnLst/>
              <a:rect l="l" t="t" r="r" b="b"/>
              <a:pathLst>
                <a:path w="13134" h="15189" extrusionOk="0">
                  <a:moveTo>
                    <a:pt x="7820" y="1"/>
                  </a:moveTo>
                  <a:cubicBezTo>
                    <a:pt x="6416" y="1"/>
                    <a:pt x="5288" y="1129"/>
                    <a:pt x="5288" y="2532"/>
                  </a:cubicBezTo>
                  <a:lnTo>
                    <a:pt x="5288" y="10628"/>
                  </a:lnTo>
                  <a:cubicBezTo>
                    <a:pt x="5288" y="12683"/>
                    <a:pt x="3609" y="14337"/>
                    <a:pt x="1554" y="14337"/>
                  </a:cubicBezTo>
                  <a:lnTo>
                    <a:pt x="426" y="14337"/>
                  </a:lnTo>
                  <a:cubicBezTo>
                    <a:pt x="176" y="14337"/>
                    <a:pt x="0" y="14537"/>
                    <a:pt x="0" y="14763"/>
                  </a:cubicBezTo>
                  <a:cubicBezTo>
                    <a:pt x="0" y="15014"/>
                    <a:pt x="176" y="15189"/>
                    <a:pt x="426" y="15189"/>
                  </a:cubicBezTo>
                  <a:lnTo>
                    <a:pt x="9499" y="15189"/>
                  </a:lnTo>
                  <a:cubicBezTo>
                    <a:pt x="11504" y="15189"/>
                    <a:pt x="13133" y="13560"/>
                    <a:pt x="13133" y="11580"/>
                  </a:cubicBezTo>
                  <a:lnTo>
                    <a:pt x="13133" y="2532"/>
                  </a:lnTo>
                  <a:cubicBezTo>
                    <a:pt x="13133" y="1129"/>
                    <a:pt x="12005" y="1"/>
                    <a:pt x="106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p:cNvSpPr/>
            <p:nvPr/>
          </p:nvSpPr>
          <p:spPr>
            <a:xfrm>
              <a:off x="2572485" y="2949777"/>
              <a:ext cx="924096" cy="367936"/>
            </a:xfrm>
            <a:custGeom>
              <a:avLst/>
              <a:gdLst/>
              <a:ahLst/>
              <a:cxnLst/>
              <a:rect l="l" t="t" r="r" b="b"/>
              <a:pathLst>
                <a:path w="15740" h="6267" extrusionOk="0">
                  <a:moveTo>
                    <a:pt x="12769" y="0"/>
                  </a:moveTo>
                  <a:cubicBezTo>
                    <a:pt x="12724" y="0"/>
                    <a:pt x="12678" y="2"/>
                    <a:pt x="12632" y="5"/>
                  </a:cubicBezTo>
                  <a:cubicBezTo>
                    <a:pt x="11629" y="80"/>
                    <a:pt x="10777" y="932"/>
                    <a:pt x="9750" y="982"/>
                  </a:cubicBezTo>
                  <a:cubicBezTo>
                    <a:pt x="9349" y="982"/>
                    <a:pt x="8973" y="882"/>
                    <a:pt x="8597" y="857"/>
                  </a:cubicBezTo>
                  <a:cubicBezTo>
                    <a:pt x="8522" y="855"/>
                    <a:pt x="8447" y="853"/>
                    <a:pt x="8372" y="853"/>
                  </a:cubicBezTo>
                  <a:cubicBezTo>
                    <a:pt x="6941" y="853"/>
                    <a:pt x="5489" y="1286"/>
                    <a:pt x="4060" y="1333"/>
                  </a:cubicBezTo>
                  <a:cubicBezTo>
                    <a:pt x="3308" y="1358"/>
                    <a:pt x="2531" y="1333"/>
                    <a:pt x="1805" y="1559"/>
                  </a:cubicBezTo>
                  <a:cubicBezTo>
                    <a:pt x="1103" y="1759"/>
                    <a:pt x="401" y="2236"/>
                    <a:pt x="151" y="2962"/>
                  </a:cubicBezTo>
                  <a:cubicBezTo>
                    <a:pt x="25" y="3338"/>
                    <a:pt x="0" y="3689"/>
                    <a:pt x="50" y="4015"/>
                  </a:cubicBezTo>
                  <a:cubicBezTo>
                    <a:pt x="201" y="5419"/>
                    <a:pt x="1780" y="6120"/>
                    <a:pt x="3158" y="6246"/>
                  </a:cubicBezTo>
                  <a:cubicBezTo>
                    <a:pt x="3388" y="6261"/>
                    <a:pt x="3617" y="6267"/>
                    <a:pt x="3846" y="6267"/>
                  </a:cubicBezTo>
                  <a:cubicBezTo>
                    <a:pt x="4656" y="6267"/>
                    <a:pt x="5466" y="6193"/>
                    <a:pt x="6276" y="6193"/>
                  </a:cubicBezTo>
                  <a:cubicBezTo>
                    <a:pt x="6365" y="6193"/>
                    <a:pt x="6453" y="6194"/>
                    <a:pt x="6542" y="6196"/>
                  </a:cubicBezTo>
                  <a:cubicBezTo>
                    <a:pt x="8070" y="6196"/>
                    <a:pt x="9599" y="6221"/>
                    <a:pt x="11128" y="6221"/>
                  </a:cubicBezTo>
                  <a:cubicBezTo>
                    <a:pt x="11303" y="6227"/>
                    <a:pt x="11468" y="6232"/>
                    <a:pt x="11627" y="6232"/>
                  </a:cubicBezTo>
                  <a:cubicBezTo>
                    <a:pt x="12102" y="6232"/>
                    <a:pt x="12525" y="6189"/>
                    <a:pt x="13033" y="6020"/>
                  </a:cubicBezTo>
                  <a:cubicBezTo>
                    <a:pt x="13609" y="5845"/>
                    <a:pt x="14161" y="5594"/>
                    <a:pt x="14587" y="5143"/>
                  </a:cubicBezTo>
                  <a:cubicBezTo>
                    <a:pt x="14887" y="4842"/>
                    <a:pt x="15113" y="4441"/>
                    <a:pt x="15263" y="4040"/>
                  </a:cubicBezTo>
                  <a:cubicBezTo>
                    <a:pt x="15664" y="3038"/>
                    <a:pt x="15740" y="1784"/>
                    <a:pt x="15038" y="982"/>
                  </a:cubicBezTo>
                  <a:cubicBezTo>
                    <a:pt x="14687" y="556"/>
                    <a:pt x="14161" y="306"/>
                    <a:pt x="13634" y="155"/>
                  </a:cubicBezTo>
                  <a:cubicBezTo>
                    <a:pt x="13351" y="68"/>
                    <a:pt x="13068" y="0"/>
                    <a:pt x="127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p:cNvSpPr/>
            <p:nvPr/>
          </p:nvSpPr>
          <p:spPr>
            <a:xfrm>
              <a:off x="2559216" y="3033849"/>
              <a:ext cx="451774" cy="832978"/>
            </a:xfrm>
            <a:custGeom>
              <a:avLst/>
              <a:gdLst/>
              <a:ahLst/>
              <a:cxnLst/>
              <a:rect l="l" t="t" r="r" b="b"/>
              <a:pathLst>
                <a:path w="7695" h="14188" extrusionOk="0">
                  <a:moveTo>
                    <a:pt x="2704" y="0"/>
                  </a:moveTo>
                  <a:cubicBezTo>
                    <a:pt x="2217" y="0"/>
                    <a:pt x="1781" y="186"/>
                    <a:pt x="1404" y="478"/>
                  </a:cubicBezTo>
                  <a:cubicBezTo>
                    <a:pt x="402" y="1230"/>
                    <a:pt x="1" y="2282"/>
                    <a:pt x="251" y="3510"/>
                  </a:cubicBezTo>
                  <a:cubicBezTo>
                    <a:pt x="452" y="4613"/>
                    <a:pt x="828" y="5741"/>
                    <a:pt x="1254" y="6769"/>
                  </a:cubicBezTo>
                  <a:cubicBezTo>
                    <a:pt x="1630" y="7646"/>
                    <a:pt x="2081" y="8498"/>
                    <a:pt x="2382" y="9400"/>
                  </a:cubicBezTo>
                  <a:cubicBezTo>
                    <a:pt x="2858" y="11029"/>
                    <a:pt x="3585" y="12608"/>
                    <a:pt x="4186" y="14187"/>
                  </a:cubicBezTo>
                  <a:cubicBezTo>
                    <a:pt x="4161" y="14112"/>
                    <a:pt x="7319" y="13811"/>
                    <a:pt x="7519" y="13736"/>
                  </a:cubicBezTo>
                  <a:cubicBezTo>
                    <a:pt x="7695" y="13636"/>
                    <a:pt x="7118" y="10703"/>
                    <a:pt x="7068" y="10378"/>
                  </a:cubicBezTo>
                  <a:cubicBezTo>
                    <a:pt x="6893" y="9225"/>
                    <a:pt x="6692" y="8072"/>
                    <a:pt x="6442" y="6919"/>
                  </a:cubicBezTo>
                  <a:cubicBezTo>
                    <a:pt x="6041" y="4964"/>
                    <a:pt x="5765" y="2383"/>
                    <a:pt x="4412" y="829"/>
                  </a:cubicBezTo>
                  <a:cubicBezTo>
                    <a:pt x="4136" y="528"/>
                    <a:pt x="3785" y="277"/>
                    <a:pt x="3409" y="127"/>
                  </a:cubicBezTo>
                  <a:cubicBezTo>
                    <a:pt x="3164" y="40"/>
                    <a:pt x="2929" y="0"/>
                    <a:pt x="2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p:cNvSpPr/>
            <p:nvPr/>
          </p:nvSpPr>
          <p:spPr>
            <a:xfrm>
              <a:off x="3075688" y="2815801"/>
              <a:ext cx="603363" cy="502147"/>
            </a:xfrm>
            <a:custGeom>
              <a:avLst/>
              <a:gdLst/>
              <a:ahLst/>
              <a:cxnLst/>
              <a:rect l="l" t="t" r="r" b="b"/>
              <a:pathLst>
                <a:path w="10277" h="8553" extrusionOk="0">
                  <a:moveTo>
                    <a:pt x="4513" y="1"/>
                  </a:moveTo>
                  <a:cubicBezTo>
                    <a:pt x="4231" y="1"/>
                    <a:pt x="3952" y="15"/>
                    <a:pt x="3685" y="56"/>
                  </a:cubicBezTo>
                  <a:cubicBezTo>
                    <a:pt x="3108" y="132"/>
                    <a:pt x="3184" y="6"/>
                    <a:pt x="2933" y="583"/>
                  </a:cubicBezTo>
                  <a:cubicBezTo>
                    <a:pt x="2632" y="1285"/>
                    <a:pt x="2783" y="2412"/>
                    <a:pt x="2657" y="3189"/>
                  </a:cubicBezTo>
                  <a:cubicBezTo>
                    <a:pt x="2507" y="4192"/>
                    <a:pt x="2181" y="5169"/>
                    <a:pt x="1555" y="5946"/>
                  </a:cubicBezTo>
                  <a:cubicBezTo>
                    <a:pt x="1379" y="6122"/>
                    <a:pt x="1229" y="6297"/>
                    <a:pt x="1078" y="6498"/>
                  </a:cubicBezTo>
                  <a:cubicBezTo>
                    <a:pt x="1053" y="6548"/>
                    <a:pt x="1003" y="6598"/>
                    <a:pt x="978" y="6648"/>
                  </a:cubicBezTo>
                  <a:cubicBezTo>
                    <a:pt x="1" y="8177"/>
                    <a:pt x="2607" y="8553"/>
                    <a:pt x="3534" y="8553"/>
                  </a:cubicBezTo>
                  <a:lnTo>
                    <a:pt x="6818" y="8553"/>
                  </a:lnTo>
                  <a:cubicBezTo>
                    <a:pt x="8722" y="8553"/>
                    <a:pt x="10201" y="7600"/>
                    <a:pt x="10276" y="5721"/>
                  </a:cubicBezTo>
                  <a:cubicBezTo>
                    <a:pt x="10276" y="5721"/>
                    <a:pt x="10276" y="31"/>
                    <a:pt x="10276" y="31"/>
                  </a:cubicBezTo>
                  <a:cubicBezTo>
                    <a:pt x="8923" y="31"/>
                    <a:pt x="7545" y="56"/>
                    <a:pt x="6191" y="56"/>
                  </a:cubicBezTo>
                  <a:cubicBezTo>
                    <a:pt x="5656" y="56"/>
                    <a:pt x="5077" y="1"/>
                    <a:pt x="451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p:cNvSpPr/>
            <p:nvPr/>
          </p:nvSpPr>
          <p:spPr>
            <a:xfrm>
              <a:off x="2775504" y="2957820"/>
              <a:ext cx="924154" cy="621563"/>
            </a:xfrm>
            <a:custGeom>
              <a:avLst/>
              <a:gdLst/>
              <a:ahLst/>
              <a:cxnLst/>
              <a:rect l="l" t="t" r="r" b="b"/>
              <a:pathLst>
                <a:path w="15741" h="10587" extrusionOk="0">
                  <a:moveTo>
                    <a:pt x="11230" y="0"/>
                  </a:moveTo>
                  <a:cubicBezTo>
                    <a:pt x="10459" y="0"/>
                    <a:pt x="9698" y="151"/>
                    <a:pt x="8973" y="444"/>
                  </a:cubicBezTo>
                  <a:cubicBezTo>
                    <a:pt x="8347" y="670"/>
                    <a:pt x="7820" y="921"/>
                    <a:pt x="7269" y="1297"/>
                  </a:cubicBezTo>
                  <a:cubicBezTo>
                    <a:pt x="5991" y="2149"/>
                    <a:pt x="4637" y="2876"/>
                    <a:pt x="3234" y="3502"/>
                  </a:cubicBezTo>
                  <a:cubicBezTo>
                    <a:pt x="2783" y="3703"/>
                    <a:pt x="2357" y="3878"/>
                    <a:pt x="1956" y="4129"/>
                  </a:cubicBezTo>
                  <a:cubicBezTo>
                    <a:pt x="753" y="4906"/>
                    <a:pt x="1" y="6334"/>
                    <a:pt x="76" y="7763"/>
                  </a:cubicBezTo>
                  <a:cubicBezTo>
                    <a:pt x="126" y="8640"/>
                    <a:pt x="176" y="9868"/>
                    <a:pt x="878" y="10470"/>
                  </a:cubicBezTo>
                  <a:cubicBezTo>
                    <a:pt x="936" y="10528"/>
                    <a:pt x="1010" y="10586"/>
                    <a:pt x="1098" y="10586"/>
                  </a:cubicBezTo>
                  <a:cubicBezTo>
                    <a:pt x="1124" y="10586"/>
                    <a:pt x="1151" y="10581"/>
                    <a:pt x="1179" y="10570"/>
                  </a:cubicBezTo>
                  <a:cubicBezTo>
                    <a:pt x="1229" y="10570"/>
                    <a:pt x="1254" y="10520"/>
                    <a:pt x="1279" y="10495"/>
                  </a:cubicBezTo>
                  <a:cubicBezTo>
                    <a:pt x="1655" y="10069"/>
                    <a:pt x="1780" y="9517"/>
                    <a:pt x="2031" y="9041"/>
                  </a:cubicBezTo>
                  <a:cubicBezTo>
                    <a:pt x="2131" y="8866"/>
                    <a:pt x="2307" y="8465"/>
                    <a:pt x="2532" y="8414"/>
                  </a:cubicBezTo>
                  <a:cubicBezTo>
                    <a:pt x="2546" y="8411"/>
                    <a:pt x="2560" y="8410"/>
                    <a:pt x="2575" y="8410"/>
                  </a:cubicBezTo>
                  <a:cubicBezTo>
                    <a:pt x="2792" y="8410"/>
                    <a:pt x="3046" y="8745"/>
                    <a:pt x="3234" y="8815"/>
                  </a:cubicBezTo>
                  <a:cubicBezTo>
                    <a:pt x="3526" y="8919"/>
                    <a:pt x="3830" y="8986"/>
                    <a:pt x="4130" y="8986"/>
                  </a:cubicBezTo>
                  <a:cubicBezTo>
                    <a:pt x="4267" y="8986"/>
                    <a:pt x="4403" y="8972"/>
                    <a:pt x="4537" y="8941"/>
                  </a:cubicBezTo>
                  <a:cubicBezTo>
                    <a:pt x="4587" y="8941"/>
                    <a:pt x="4637" y="8916"/>
                    <a:pt x="4688" y="8916"/>
                  </a:cubicBezTo>
                  <a:cubicBezTo>
                    <a:pt x="4713" y="8891"/>
                    <a:pt x="4738" y="8891"/>
                    <a:pt x="4763" y="8891"/>
                  </a:cubicBezTo>
                  <a:lnTo>
                    <a:pt x="14086" y="5758"/>
                  </a:lnTo>
                  <a:cubicBezTo>
                    <a:pt x="14111" y="5758"/>
                    <a:pt x="14136" y="5758"/>
                    <a:pt x="14161" y="5733"/>
                  </a:cubicBezTo>
                  <a:cubicBezTo>
                    <a:pt x="15164" y="5382"/>
                    <a:pt x="15740" y="4003"/>
                    <a:pt x="15414" y="2500"/>
                  </a:cubicBezTo>
                  <a:cubicBezTo>
                    <a:pt x="14988" y="570"/>
                    <a:pt x="13635" y="294"/>
                    <a:pt x="12282" y="94"/>
                  </a:cubicBezTo>
                  <a:cubicBezTo>
                    <a:pt x="11930" y="31"/>
                    <a:pt x="11579" y="0"/>
                    <a:pt x="112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p:cNvSpPr/>
            <p:nvPr/>
          </p:nvSpPr>
          <p:spPr>
            <a:xfrm>
              <a:off x="3124241" y="2107876"/>
              <a:ext cx="598959" cy="889339"/>
            </a:xfrm>
            <a:custGeom>
              <a:avLst/>
              <a:gdLst/>
              <a:ahLst/>
              <a:cxnLst/>
              <a:rect l="l" t="t" r="r" b="b"/>
              <a:pathLst>
                <a:path w="10202" h="15148" extrusionOk="0">
                  <a:moveTo>
                    <a:pt x="4622" y="0"/>
                  </a:moveTo>
                  <a:cubicBezTo>
                    <a:pt x="4453" y="0"/>
                    <a:pt x="4283" y="3"/>
                    <a:pt x="4111" y="9"/>
                  </a:cubicBezTo>
                  <a:cubicBezTo>
                    <a:pt x="3008" y="34"/>
                    <a:pt x="1655" y="9"/>
                    <a:pt x="778" y="811"/>
                  </a:cubicBezTo>
                  <a:cubicBezTo>
                    <a:pt x="627" y="987"/>
                    <a:pt x="502" y="1187"/>
                    <a:pt x="402" y="1388"/>
                  </a:cubicBezTo>
                  <a:cubicBezTo>
                    <a:pt x="276" y="1713"/>
                    <a:pt x="226" y="2039"/>
                    <a:pt x="151" y="2365"/>
                  </a:cubicBezTo>
                  <a:cubicBezTo>
                    <a:pt x="1" y="3067"/>
                    <a:pt x="51" y="3819"/>
                    <a:pt x="201" y="4545"/>
                  </a:cubicBezTo>
                  <a:cubicBezTo>
                    <a:pt x="402" y="5573"/>
                    <a:pt x="803" y="6576"/>
                    <a:pt x="1028" y="7603"/>
                  </a:cubicBezTo>
                  <a:cubicBezTo>
                    <a:pt x="1279" y="8781"/>
                    <a:pt x="1329" y="9959"/>
                    <a:pt x="1404" y="11137"/>
                  </a:cubicBezTo>
                  <a:cubicBezTo>
                    <a:pt x="1454" y="11613"/>
                    <a:pt x="1555" y="12064"/>
                    <a:pt x="1605" y="12515"/>
                  </a:cubicBezTo>
                  <a:cubicBezTo>
                    <a:pt x="1655" y="12941"/>
                    <a:pt x="1680" y="13368"/>
                    <a:pt x="1705" y="13769"/>
                  </a:cubicBezTo>
                  <a:cubicBezTo>
                    <a:pt x="1705" y="13894"/>
                    <a:pt x="1680" y="14270"/>
                    <a:pt x="1730" y="14345"/>
                  </a:cubicBezTo>
                  <a:cubicBezTo>
                    <a:pt x="1830" y="14470"/>
                    <a:pt x="1956" y="14395"/>
                    <a:pt x="2081" y="14495"/>
                  </a:cubicBezTo>
                  <a:cubicBezTo>
                    <a:pt x="2357" y="14646"/>
                    <a:pt x="2306" y="14821"/>
                    <a:pt x="2707" y="14871"/>
                  </a:cubicBezTo>
                  <a:cubicBezTo>
                    <a:pt x="2883" y="14884"/>
                    <a:pt x="3058" y="14884"/>
                    <a:pt x="3231" y="14884"/>
                  </a:cubicBezTo>
                  <a:cubicBezTo>
                    <a:pt x="3403" y="14884"/>
                    <a:pt x="3572" y="14884"/>
                    <a:pt x="3735" y="14896"/>
                  </a:cubicBezTo>
                  <a:cubicBezTo>
                    <a:pt x="4387" y="14947"/>
                    <a:pt x="5013" y="14997"/>
                    <a:pt x="5665" y="15022"/>
                  </a:cubicBezTo>
                  <a:cubicBezTo>
                    <a:pt x="6918" y="15072"/>
                    <a:pt x="8171" y="15097"/>
                    <a:pt x="9424" y="15147"/>
                  </a:cubicBezTo>
                  <a:cubicBezTo>
                    <a:pt x="9374" y="15147"/>
                    <a:pt x="10201" y="5222"/>
                    <a:pt x="10201" y="4245"/>
                  </a:cubicBezTo>
                  <a:cubicBezTo>
                    <a:pt x="10176" y="3267"/>
                    <a:pt x="10026" y="2215"/>
                    <a:pt x="9324" y="1538"/>
                  </a:cubicBezTo>
                  <a:cubicBezTo>
                    <a:pt x="9023" y="1237"/>
                    <a:pt x="8622" y="1062"/>
                    <a:pt x="8246" y="861"/>
                  </a:cubicBezTo>
                  <a:cubicBezTo>
                    <a:pt x="7595" y="535"/>
                    <a:pt x="7018" y="235"/>
                    <a:pt x="6266" y="109"/>
                  </a:cubicBezTo>
                  <a:cubicBezTo>
                    <a:pt x="5711" y="33"/>
                    <a:pt x="5171" y="0"/>
                    <a:pt x="462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6"/>
            <p:cNvSpPr/>
            <p:nvPr/>
          </p:nvSpPr>
          <p:spPr>
            <a:xfrm>
              <a:off x="3211073" y="1786145"/>
              <a:ext cx="251690" cy="439621"/>
            </a:xfrm>
            <a:custGeom>
              <a:avLst/>
              <a:gdLst/>
              <a:ahLst/>
              <a:cxnLst/>
              <a:rect l="l" t="t" r="r" b="b"/>
              <a:pathLst>
                <a:path w="4287" h="7488" extrusionOk="0">
                  <a:moveTo>
                    <a:pt x="577" y="0"/>
                  </a:moveTo>
                  <a:lnTo>
                    <a:pt x="151" y="2657"/>
                  </a:lnTo>
                  <a:cubicBezTo>
                    <a:pt x="0" y="3334"/>
                    <a:pt x="226" y="4010"/>
                    <a:pt x="727" y="4436"/>
                  </a:cubicBezTo>
                  <a:lnTo>
                    <a:pt x="1003" y="6291"/>
                  </a:lnTo>
                  <a:cubicBezTo>
                    <a:pt x="1093" y="6991"/>
                    <a:pt x="1692" y="7488"/>
                    <a:pt x="2378" y="7488"/>
                  </a:cubicBezTo>
                  <a:cubicBezTo>
                    <a:pt x="2453" y="7488"/>
                    <a:pt x="2530" y="7481"/>
                    <a:pt x="2607" y="7469"/>
                  </a:cubicBezTo>
                  <a:cubicBezTo>
                    <a:pt x="3359" y="7319"/>
                    <a:pt x="3860" y="6567"/>
                    <a:pt x="3685" y="5815"/>
                  </a:cubicBezTo>
                  <a:lnTo>
                    <a:pt x="3509" y="3910"/>
                  </a:lnTo>
                  <a:cubicBezTo>
                    <a:pt x="3660" y="3710"/>
                    <a:pt x="3609" y="3760"/>
                    <a:pt x="3685" y="3484"/>
                  </a:cubicBezTo>
                  <a:lnTo>
                    <a:pt x="4286" y="852"/>
                  </a:lnTo>
                  <a:lnTo>
                    <a:pt x="577"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6"/>
            <p:cNvSpPr/>
            <p:nvPr/>
          </p:nvSpPr>
          <p:spPr>
            <a:xfrm>
              <a:off x="3246358" y="2034136"/>
              <a:ext cx="79552" cy="38983"/>
            </a:xfrm>
            <a:custGeom>
              <a:avLst/>
              <a:gdLst/>
              <a:ahLst/>
              <a:cxnLst/>
              <a:rect l="l" t="t" r="r" b="b"/>
              <a:pathLst>
                <a:path w="1355" h="664" extrusionOk="0">
                  <a:moveTo>
                    <a:pt x="1354" y="12"/>
                  </a:moveTo>
                  <a:cubicBezTo>
                    <a:pt x="1354" y="14"/>
                    <a:pt x="1353" y="17"/>
                    <a:pt x="1352" y="19"/>
                  </a:cubicBezTo>
                  <a:lnTo>
                    <a:pt x="1352" y="19"/>
                  </a:lnTo>
                  <a:cubicBezTo>
                    <a:pt x="1354" y="17"/>
                    <a:pt x="1354" y="14"/>
                    <a:pt x="1354" y="12"/>
                  </a:cubicBezTo>
                  <a:close/>
                  <a:moveTo>
                    <a:pt x="95" y="1"/>
                  </a:moveTo>
                  <a:cubicBezTo>
                    <a:pt x="90" y="1"/>
                    <a:pt x="84" y="4"/>
                    <a:pt x="76" y="12"/>
                  </a:cubicBezTo>
                  <a:cubicBezTo>
                    <a:pt x="76" y="12"/>
                    <a:pt x="51" y="12"/>
                    <a:pt x="51" y="37"/>
                  </a:cubicBezTo>
                  <a:cubicBezTo>
                    <a:pt x="1" y="87"/>
                    <a:pt x="26" y="212"/>
                    <a:pt x="76" y="263"/>
                  </a:cubicBezTo>
                  <a:cubicBezTo>
                    <a:pt x="126" y="313"/>
                    <a:pt x="176" y="338"/>
                    <a:pt x="176" y="413"/>
                  </a:cubicBezTo>
                  <a:cubicBezTo>
                    <a:pt x="201" y="488"/>
                    <a:pt x="201" y="563"/>
                    <a:pt x="226" y="613"/>
                  </a:cubicBezTo>
                  <a:cubicBezTo>
                    <a:pt x="226" y="639"/>
                    <a:pt x="277" y="664"/>
                    <a:pt x="327" y="664"/>
                  </a:cubicBezTo>
                  <a:cubicBezTo>
                    <a:pt x="775" y="664"/>
                    <a:pt x="1224" y="465"/>
                    <a:pt x="1352" y="19"/>
                  </a:cubicBezTo>
                  <a:lnTo>
                    <a:pt x="1352" y="19"/>
                  </a:lnTo>
                  <a:cubicBezTo>
                    <a:pt x="1340" y="42"/>
                    <a:pt x="1277" y="62"/>
                    <a:pt x="1254" y="62"/>
                  </a:cubicBezTo>
                  <a:cubicBezTo>
                    <a:pt x="1104" y="129"/>
                    <a:pt x="942" y="140"/>
                    <a:pt x="784" y="140"/>
                  </a:cubicBezTo>
                  <a:cubicBezTo>
                    <a:pt x="705" y="140"/>
                    <a:pt x="627" y="137"/>
                    <a:pt x="552" y="137"/>
                  </a:cubicBezTo>
                  <a:cubicBezTo>
                    <a:pt x="402" y="112"/>
                    <a:pt x="252" y="87"/>
                    <a:pt x="126" y="12"/>
                  </a:cubicBezTo>
                  <a:cubicBezTo>
                    <a:pt x="110" y="12"/>
                    <a:pt x="104" y="1"/>
                    <a:pt x="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6"/>
            <p:cNvSpPr/>
            <p:nvPr/>
          </p:nvSpPr>
          <p:spPr>
            <a:xfrm>
              <a:off x="3190466" y="1692268"/>
              <a:ext cx="286975" cy="323022"/>
            </a:xfrm>
            <a:custGeom>
              <a:avLst/>
              <a:gdLst/>
              <a:ahLst/>
              <a:cxnLst/>
              <a:rect l="l" t="t" r="r" b="b"/>
              <a:pathLst>
                <a:path w="4888" h="5502" extrusionOk="0">
                  <a:moveTo>
                    <a:pt x="2171" y="1"/>
                  </a:moveTo>
                  <a:cubicBezTo>
                    <a:pt x="1951" y="1"/>
                    <a:pt x="1728" y="74"/>
                    <a:pt x="1554" y="196"/>
                  </a:cubicBezTo>
                  <a:cubicBezTo>
                    <a:pt x="1479" y="271"/>
                    <a:pt x="1404" y="346"/>
                    <a:pt x="1329" y="371"/>
                  </a:cubicBezTo>
                  <a:cubicBezTo>
                    <a:pt x="1265" y="392"/>
                    <a:pt x="1202" y="400"/>
                    <a:pt x="1138" y="400"/>
                  </a:cubicBezTo>
                  <a:cubicBezTo>
                    <a:pt x="1051" y="400"/>
                    <a:pt x="965" y="386"/>
                    <a:pt x="878" y="371"/>
                  </a:cubicBezTo>
                  <a:cubicBezTo>
                    <a:pt x="652" y="371"/>
                    <a:pt x="402" y="421"/>
                    <a:pt x="251" y="572"/>
                  </a:cubicBezTo>
                  <a:cubicBezTo>
                    <a:pt x="76" y="722"/>
                    <a:pt x="1" y="973"/>
                    <a:pt x="101" y="1198"/>
                  </a:cubicBezTo>
                  <a:cubicBezTo>
                    <a:pt x="151" y="1299"/>
                    <a:pt x="251" y="1399"/>
                    <a:pt x="301" y="1524"/>
                  </a:cubicBezTo>
                  <a:cubicBezTo>
                    <a:pt x="427" y="1800"/>
                    <a:pt x="376" y="2025"/>
                    <a:pt x="677" y="2151"/>
                  </a:cubicBezTo>
                  <a:lnTo>
                    <a:pt x="752" y="2151"/>
                  </a:lnTo>
                  <a:cubicBezTo>
                    <a:pt x="1003" y="2251"/>
                    <a:pt x="1279" y="2301"/>
                    <a:pt x="1554" y="2376"/>
                  </a:cubicBezTo>
                  <a:cubicBezTo>
                    <a:pt x="1930" y="2477"/>
                    <a:pt x="2306" y="2552"/>
                    <a:pt x="2682" y="2652"/>
                  </a:cubicBezTo>
                  <a:cubicBezTo>
                    <a:pt x="3710" y="2953"/>
                    <a:pt x="3484" y="3955"/>
                    <a:pt x="3484" y="4807"/>
                  </a:cubicBezTo>
                  <a:cubicBezTo>
                    <a:pt x="3484" y="5033"/>
                    <a:pt x="3484" y="5309"/>
                    <a:pt x="3685" y="5434"/>
                  </a:cubicBezTo>
                  <a:cubicBezTo>
                    <a:pt x="3755" y="5480"/>
                    <a:pt x="3817" y="5501"/>
                    <a:pt x="3874" y="5501"/>
                  </a:cubicBezTo>
                  <a:cubicBezTo>
                    <a:pt x="4245" y="5501"/>
                    <a:pt x="4356" y="4624"/>
                    <a:pt x="4487" y="4406"/>
                  </a:cubicBezTo>
                  <a:cubicBezTo>
                    <a:pt x="4537" y="4256"/>
                    <a:pt x="4662" y="4131"/>
                    <a:pt x="4712" y="3980"/>
                  </a:cubicBezTo>
                  <a:cubicBezTo>
                    <a:pt x="4838" y="3680"/>
                    <a:pt x="4712" y="3354"/>
                    <a:pt x="4762" y="3028"/>
                  </a:cubicBezTo>
                  <a:cubicBezTo>
                    <a:pt x="4788" y="2878"/>
                    <a:pt x="4838" y="2752"/>
                    <a:pt x="4838" y="2602"/>
                  </a:cubicBezTo>
                  <a:cubicBezTo>
                    <a:pt x="4888" y="1975"/>
                    <a:pt x="4336" y="1424"/>
                    <a:pt x="3835" y="1173"/>
                  </a:cubicBezTo>
                  <a:cubicBezTo>
                    <a:pt x="3434" y="973"/>
                    <a:pt x="3008" y="697"/>
                    <a:pt x="2757" y="321"/>
                  </a:cubicBezTo>
                  <a:cubicBezTo>
                    <a:pt x="2707" y="246"/>
                    <a:pt x="2682" y="171"/>
                    <a:pt x="2607" y="146"/>
                  </a:cubicBezTo>
                  <a:cubicBezTo>
                    <a:pt x="2582" y="96"/>
                    <a:pt x="2507" y="71"/>
                    <a:pt x="2457" y="45"/>
                  </a:cubicBezTo>
                  <a:cubicBezTo>
                    <a:pt x="2365" y="15"/>
                    <a:pt x="2268" y="1"/>
                    <a:pt x="217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6"/>
            <p:cNvSpPr/>
            <p:nvPr/>
          </p:nvSpPr>
          <p:spPr>
            <a:xfrm>
              <a:off x="3368533" y="1932685"/>
              <a:ext cx="50080" cy="46909"/>
            </a:xfrm>
            <a:custGeom>
              <a:avLst/>
              <a:gdLst/>
              <a:ahLst/>
              <a:cxnLst/>
              <a:rect l="l" t="t" r="r" b="b"/>
              <a:pathLst>
                <a:path w="853" h="799" extrusionOk="0">
                  <a:moveTo>
                    <a:pt x="439" y="1"/>
                  </a:moveTo>
                  <a:cubicBezTo>
                    <a:pt x="251" y="1"/>
                    <a:pt x="94" y="137"/>
                    <a:pt x="50" y="311"/>
                  </a:cubicBezTo>
                  <a:cubicBezTo>
                    <a:pt x="0" y="512"/>
                    <a:pt x="125" y="737"/>
                    <a:pt x="351" y="788"/>
                  </a:cubicBezTo>
                  <a:cubicBezTo>
                    <a:pt x="381" y="795"/>
                    <a:pt x="411" y="799"/>
                    <a:pt x="441" y="799"/>
                  </a:cubicBezTo>
                  <a:cubicBezTo>
                    <a:pt x="614" y="799"/>
                    <a:pt x="784" y="679"/>
                    <a:pt x="827" y="487"/>
                  </a:cubicBezTo>
                  <a:cubicBezTo>
                    <a:pt x="852" y="286"/>
                    <a:pt x="727" y="61"/>
                    <a:pt x="526" y="11"/>
                  </a:cubicBezTo>
                  <a:cubicBezTo>
                    <a:pt x="497" y="4"/>
                    <a:pt x="468" y="1"/>
                    <a:pt x="4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6"/>
            <p:cNvSpPr/>
            <p:nvPr/>
          </p:nvSpPr>
          <p:spPr>
            <a:xfrm>
              <a:off x="2785837" y="3152855"/>
              <a:ext cx="343512" cy="877186"/>
            </a:xfrm>
            <a:custGeom>
              <a:avLst/>
              <a:gdLst/>
              <a:ahLst/>
              <a:cxnLst/>
              <a:rect l="l" t="t" r="r" b="b"/>
              <a:pathLst>
                <a:path w="5851" h="14941" extrusionOk="0">
                  <a:moveTo>
                    <a:pt x="4317" y="1"/>
                  </a:moveTo>
                  <a:cubicBezTo>
                    <a:pt x="3422" y="1"/>
                    <a:pt x="2345" y="431"/>
                    <a:pt x="1805" y="907"/>
                  </a:cubicBezTo>
                  <a:cubicBezTo>
                    <a:pt x="1579" y="1133"/>
                    <a:pt x="1379" y="1383"/>
                    <a:pt x="1203" y="1634"/>
                  </a:cubicBezTo>
                  <a:cubicBezTo>
                    <a:pt x="852" y="2185"/>
                    <a:pt x="652" y="2812"/>
                    <a:pt x="502" y="3438"/>
                  </a:cubicBezTo>
                  <a:cubicBezTo>
                    <a:pt x="251" y="4416"/>
                    <a:pt x="0" y="5443"/>
                    <a:pt x="151" y="6446"/>
                  </a:cubicBezTo>
                  <a:cubicBezTo>
                    <a:pt x="201" y="6722"/>
                    <a:pt x="276" y="7022"/>
                    <a:pt x="276" y="7323"/>
                  </a:cubicBezTo>
                  <a:cubicBezTo>
                    <a:pt x="326" y="7849"/>
                    <a:pt x="151" y="8376"/>
                    <a:pt x="151" y="8902"/>
                  </a:cubicBezTo>
                  <a:cubicBezTo>
                    <a:pt x="151" y="9278"/>
                    <a:pt x="251" y="9654"/>
                    <a:pt x="326" y="10030"/>
                  </a:cubicBezTo>
                  <a:cubicBezTo>
                    <a:pt x="527" y="10957"/>
                    <a:pt x="577" y="11859"/>
                    <a:pt x="552" y="12787"/>
                  </a:cubicBezTo>
                  <a:cubicBezTo>
                    <a:pt x="527" y="13087"/>
                    <a:pt x="527" y="13413"/>
                    <a:pt x="502" y="13714"/>
                  </a:cubicBezTo>
                  <a:cubicBezTo>
                    <a:pt x="476" y="13940"/>
                    <a:pt x="527" y="14290"/>
                    <a:pt x="401" y="14516"/>
                  </a:cubicBezTo>
                  <a:cubicBezTo>
                    <a:pt x="777" y="14566"/>
                    <a:pt x="1128" y="14591"/>
                    <a:pt x="1479" y="14641"/>
                  </a:cubicBezTo>
                  <a:cubicBezTo>
                    <a:pt x="2156" y="14742"/>
                    <a:pt x="2832" y="14842"/>
                    <a:pt x="3509" y="14892"/>
                  </a:cubicBezTo>
                  <a:cubicBezTo>
                    <a:pt x="3634" y="14892"/>
                    <a:pt x="3858" y="14941"/>
                    <a:pt x="4050" y="14941"/>
                  </a:cubicBezTo>
                  <a:cubicBezTo>
                    <a:pt x="4166" y="14941"/>
                    <a:pt x="4270" y="14923"/>
                    <a:pt x="4336" y="14867"/>
                  </a:cubicBezTo>
                  <a:cubicBezTo>
                    <a:pt x="4486" y="14767"/>
                    <a:pt x="4512" y="14391"/>
                    <a:pt x="4562" y="14240"/>
                  </a:cubicBezTo>
                  <a:cubicBezTo>
                    <a:pt x="4862" y="12987"/>
                    <a:pt x="5138" y="11709"/>
                    <a:pt x="4888" y="10431"/>
                  </a:cubicBezTo>
                  <a:cubicBezTo>
                    <a:pt x="4837" y="10205"/>
                    <a:pt x="4762" y="9980"/>
                    <a:pt x="4737" y="9729"/>
                  </a:cubicBezTo>
                  <a:cubicBezTo>
                    <a:pt x="4712" y="9453"/>
                    <a:pt x="4737" y="9153"/>
                    <a:pt x="4787" y="8877"/>
                  </a:cubicBezTo>
                  <a:cubicBezTo>
                    <a:pt x="4938" y="7674"/>
                    <a:pt x="5238" y="6496"/>
                    <a:pt x="5389" y="5293"/>
                  </a:cubicBezTo>
                  <a:cubicBezTo>
                    <a:pt x="5564" y="4040"/>
                    <a:pt x="5664" y="2762"/>
                    <a:pt x="5765" y="1483"/>
                  </a:cubicBezTo>
                  <a:cubicBezTo>
                    <a:pt x="5850" y="386"/>
                    <a:pt x="5165" y="1"/>
                    <a:pt x="4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6"/>
            <p:cNvSpPr/>
            <p:nvPr/>
          </p:nvSpPr>
          <p:spPr>
            <a:xfrm>
              <a:off x="2806444" y="1937558"/>
              <a:ext cx="759297" cy="591327"/>
            </a:xfrm>
            <a:custGeom>
              <a:avLst/>
              <a:gdLst/>
              <a:ahLst/>
              <a:cxnLst/>
              <a:rect l="l" t="t" r="r" b="b"/>
              <a:pathLst>
                <a:path w="12933" h="10072" extrusionOk="0">
                  <a:moveTo>
                    <a:pt x="568" y="0"/>
                  </a:moveTo>
                  <a:cubicBezTo>
                    <a:pt x="474" y="0"/>
                    <a:pt x="368" y="45"/>
                    <a:pt x="251" y="153"/>
                  </a:cubicBezTo>
                  <a:cubicBezTo>
                    <a:pt x="0" y="379"/>
                    <a:pt x="100" y="855"/>
                    <a:pt x="151" y="1181"/>
                  </a:cubicBezTo>
                  <a:cubicBezTo>
                    <a:pt x="226" y="1632"/>
                    <a:pt x="326" y="2108"/>
                    <a:pt x="426" y="2559"/>
                  </a:cubicBezTo>
                  <a:cubicBezTo>
                    <a:pt x="577" y="3236"/>
                    <a:pt x="652" y="3461"/>
                    <a:pt x="1253" y="3787"/>
                  </a:cubicBezTo>
                  <a:cubicBezTo>
                    <a:pt x="1855" y="4138"/>
                    <a:pt x="2456" y="4539"/>
                    <a:pt x="2932" y="5040"/>
                  </a:cubicBezTo>
                  <a:cubicBezTo>
                    <a:pt x="3233" y="5366"/>
                    <a:pt x="3484" y="5742"/>
                    <a:pt x="3785" y="6093"/>
                  </a:cubicBezTo>
                  <a:cubicBezTo>
                    <a:pt x="4812" y="7271"/>
                    <a:pt x="6341" y="7948"/>
                    <a:pt x="7469" y="9025"/>
                  </a:cubicBezTo>
                  <a:cubicBezTo>
                    <a:pt x="7947" y="9482"/>
                    <a:pt x="8464" y="10071"/>
                    <a:pt x="9133" y="10071"/>
                  </a:cubicBezTo>
                  <a:cubicBezTo>
                    <a:pt x="9234" y="10071"/>
                    <a:pt x="9340" y="10058"/>
                    <a:pt x="9449" y="10028"/>
                  </a:cubicBezTo>
                  <a:cubicBezTo>
                    <a:pt x="9724" y="9953"/>
                    <a:pt x="12933" y="9101"/>
                    <a:pt x="12832" y="8925"/>
                  </a:cubicBezTo>
                  <a:cubicBezTo>
                    <a:pt x="12431" y="8223"/>
                    <a:pt x="12156" y="7572"/>
                    <a:pt x="11880" y="6845"/>
                  </a:cubicBezTo>
                  <a:cubicBezTo>
                    <a:pt x="11704" y="6419"/>
                    <a:pt x="11454" y="5993"/>
                    <a:pt x="11303" y="5542"/>
                  </a:cubicBezTo>
                  <a:cubicBezTo>
                    <a:pt x="10902" y="5918"/>
                    <a:pt x="10276" y="6218"/>
                    <a:pt x="9825" y="6519"/>
                  </a:cubicBezTo>
                  <a:cubicBezTo>
                    <a:pt x="9424" y="6168"/>
                    <a:pt x="8948" y="5893"/>
                    <a:pt x="8421" y="5742"/>
                  </a:cubicBezTo>
                  <a:cubicBezTo>
                    <a:pt x="8120" y="5642"/>
                    <a:pt x="7820" y="5592"/>
                    <a:pt x="7544" y="5492"/>
                  </a:cubicBezTo>
                  <a:cubicBezTo>
                    <a:pt x="6266" y="5015"/>
                    <a:pt x="5263" y="4063"/>
                    <a:pt x="3960" y="3637"/>
                  </a:cubicBezTo>
                  <a:cubicBezTo>
                    <a:pt x="3283" y="3411"/>
                    <a:pt x="2557" y="3261"/>
                    <a:pt x="2080" y="2735"/>
                  </a:cubicBezTo>
                  <a:cubicBezTo>
                    <a:pt x="1529" y="2083"/>
                    <a:pt x="1429" y="1106"/>
                    <a:pt x="1003" y="379"/>
                  </a:cubicBezTo>
                  <a:cubicBezTo>
                    <a:pt x="902" y="178"/>
                    <a:pt x="758" y="0"/>
                    <a:pt x="56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6"/>
            <p:cNvSpPr/>
            <p:nvPr/>
          </p:nvSpPr>
          <p:spPr>
            <a:xfrm>
              <a:off x="3559810" y="2377648"/>
              <a:ext cx="116305" cy="89826"/>
            </a:xfrm>
            <a:custGeom>
              <a:avLst/>
              <a:gdLst/>
              <a:ahLst/>
              <a:cxnLst/>
              <a:rect l="l" t="t" r="r" b="b"/>
              <a:pathLst>
                <a:path w="1981" h="1530" extrusionOk="0">
                  <a:moveTo>
                    <a:pt x="1980" y="1"/>
                  </a:moveTo>
                  <a:lnTo>
                    <a:pt x="0" y="1529"/>
                  </a:lnTo>
                  <a:cubicBezTo>
                    <a:pt x="827" y="1279"/>
                    <a:pt x="1529" y="727"/>
                    <a:pt x="1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p:cNvSpPr/>
            <p:nvPr/>
          </p:nvSpPr>
          <p:spPr>
            <a:xfrm>
              <a:off x="3559810" y="2377648"/>
              <a:ext cx="116305" cy="89826"/>
            </a:xfrm>
            <a:custGeom>
              <a:avLst/>
              <a:gdLst/>
              <a:ahLst/>
              <a:cxnLst/>
              <a:rect l="l" t="t" r="r" b="b"/>
              <a:pathLst>
                <a:path w="1981" h="1530" fill="none" extrusionOk="0">
                  <a:moveTo>
                    <a:pt x="1980" y="1"/>
                  </a:moveTo>
                  <a:cubicBezTo>
                    <a:pt x="1529" y="727"/>
                    <a:pt x="827" y="1279"/>
                    <a:pt x="0" y="1529"/>
                  </a:cubicBezTo>
                </a:path>
              </a:pathLst>
            </a:custGeom>
            <a:solidFill>
              <a:schemeClr val="accent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6"/>
            <p:cNvSpPr/>
            <p:nvPr/>
          </p:nvSpPr>
          <p:spPr>
            <a:xfrm>
              <a:off x="3125709" y="2776406"/>
              <a:ext cx="33934" cy="50080"/>
            </a:xfrm>
            <a:custGeom>
              <a:avLst/>
              <a:gdLst/>
              <a:ahLst/>
              <a:cxnLst/>
              <a:rect l="l" t="t" r="r" b="b"/>
              <a:pathLst>
                <a:path w="578" h="853" extrusionOk="0">
                  <a:moveTo>
                    <a:pt x="552" y="1"/>
                  </a:moveTo>
                  <a:lnTo>
                    <a:pt x="1" y="853"/>
                  </a:lnTo>
                  <a:cubicBezTo>
                    <a:pt x="151" y="828"/>
                    <a:pt x="302" y="778"/>
                    <a:pt x="402" y="702"/>
                  </a:cubicBezTo>
                  <a:cubicBezTo>
                    <a:pt x="577" y="527"/>
                    <a:pt x="577" y="251"/>
                    <a:pt x="5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p:cNvSpPr/>
            <p:nvPr/>
          </p:nvSpPr>
          <p:spPr>
            <a:xfrm>
              <a:off x="3316986" y="2468883"/>
              <a:ext cx="50138" cy="22427"/>
            </a:xfrm>
            <a:custGeom>
              <a:avLst/>
              <a:gdLst/>
              <a:ahLst/>
              <a:cxnLst/>
              <a:rect l="l" t="t" r="r" b="b"/>
              <a:pathLst>
                <a:path w="854" h="382" extrusionOk="0">
                  <a:moveTo>
                    <a:pt x="1" y="0"/>
                  </a:moveTo>
                  <a:lnTo>
                    <a:pt x="1" y="0"/>
                  </a:lnTo>
                  <a:cubicBezTo>
                    <a:pt x="26" y="176"/>
                    <a:pt x="176" y="326"/>
                    <a:pt x="352" y="376"/>
                  </a:cubicBezTo>
                  <a:cubicBezTo>
                    <a:pt x="374" y="380"/>
                    <a:pt x="397" y="381"/>
                    <a:pt x="420" y="381"/>
                  </a:cubicBezTo>
                  <a:cubicBezTo>
                    <a:pt x="577" y="381"/>
                    <a:pt x="744" y="307"/>
                    <a:pt x="853" y="176"/>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p:cNvSpPr/>
            <p:nvPr/>
          </p:nvSpPr>
          <p:spPr>
            <a:xfrm>
              <a:off x="3396479" y="1946541"/>
              <a:ext cx="10333" cy="20666"/>
            </a:xfrm>
            <a:custGeom>
              <a:avLst/>
              <a:gdLst/>
              <a:ahLst/>
              <a:cxnLst/>
              <a:rect l="l" t="t" r="r" b="b"/>
              <a:pathLst>
                <a:path w="176" h="352" extrusionOk="0">
                  <a:moveTo>
                    <a:pt x="0" y="0"/>
                  </a:moveTo>
                  <a:lnTo>
                    <a:pt x="0" y="351"/>
                  </a:lnTo>
                  <a:lnTo>
                    <a:pt x="25" y="351"/>
                  </a:lnTo>
                  <a:cubicBezTo>
                    <a:pt x="76" y="326"/>
                    <a:pt x="126" y="301"/>
                    <a:pt x="151" y="251"/>
                  </a:cubicBezTo>
                  <a:cubicBezTo>
                    <a:pt x="176" y="201"/>
                    <a:pt x="176" y="126"/>
                    <a:pt x="151" y="75"/>
                  </a:cubicBezTo>
                  <a:cubicBezTo>
                    <a:pt x="126" y="25"/>
                    <a:pt x="5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p:cNvSpPr/>
            <p:nvPr/>
          </p:nvSpPr>
          <p:spPr>
            <a:xfrm>
              <a:off x="3236084" y="1970083"/>
              <a:ext cx="47144" cy="21370"/>
            </a:xfrm>
            <a:custGeom>
              <a:avLst/>
              <a:gdLst/>
              <a:ahLst/>
              <a:cxnLst/>
              <a:rect l="l" t="t" r="r" b="b"/>
              <a:pathLst>
                <a:path w="803" h="364" extrusionOk="0">
                  <a:moveTo>
                    <a:pt x="26" y="0"/>
                  </a:moveTo>
                  <a:lnTo>
                    <a:pt x="26" y="0"/>
                  </a:lnTo>
                  <a:cubicBezTo>
                    <a:pt x="0" y="50"/>
                    <a:pt x="26" y="100"/>
                    <a:pt x="76" y="151"/>
                  </a:cubicBezTo>
                  <a:cubicBezTo>
                    <a:pt x="126" y="226"/>
                    <a:pt x="176" y="301"/>
                    <a:pt x="251" y="326"/>
                  </a:cubicBezTo>
                  <a:cubicBezTo>
                    <a:pt x="301" y="351"/>
                    <a:pt x="358" y="364"/>
                    <a:pt x="414" y="364"/>
                  </a:cubicBezTo>
                  <a:cubicBezTo>
                    <a:pt x="470" y="364"/>
                    <a:pt x="527" y="351"/>
                    <a:pt x="577" y="326"/>
                  </a:cubicBezTo>
                  <a:cubicBezTo>
                    <a:pt x="677" y="276"/>
                    <a:pt x="752" y="201"/>
                    <a:pt x="802" y="100"/>
                  </a:cubicBezTo>
                  <a:lnTo>
                    <a:pt x="777" y="100"/>
                  </a:lnTo>
                  <a:lnTo>
                    <a:pt x="26"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36"/>
          <p:cNvGrpSpPr/>
          <p:nvPr/>
        </p:nvGrpSpPr>
        <p:grpSpPr>
          <a:xfrm>
            <a:off x="713233" y="2624150"/>
            <a:ext cx="1363909" cy="1979754"/>
            <a:chOff x="-2164348" y="3003119"/>
            <a:chExt cx="1255670" cy="1822643"/>
          </a:xfrm>
        </p:grpSpPr>
        <p:sp>
          <p:nvSpPr>
            <p:cNvPr id="1030" name="Google Shape;1030;p36"/>
            <p:cNvSpPr/>
            <p:nvPr/>
          </p:nvSpPr>
          <p:spPr>
            <a:xfrm>
              <a:off x="-1598696" y="4557942"/>
              <a:ext cx="252735" cy="170744"/>
            </a:xfrm>
            <a:custGeom>
              <a:avLst/>
              <a:gdLst/>
              <a:ahLst/>
              <a:cxnLst/>
              <a:rect l="l" t="t" r="r" b="b"/>
              <a:pathLst>
                <a:path w="6316" h="4267" extrusionOk="0">
                  <a:moveTo>
                    <a:pt x="927" y="1"/>
                  </a:moveTo>
                  <a:cubicBezTo>
                    <a:pt x="877" y="1"/>
                    <a:pt x="827" y="1"/>
                    <a:pt x="777" y="26"/>
                  </a:cubicBezTo>
                  <a:cubicBezTo>
                    <a:pt x="702" y="51"/>
                    <a:pt x="677" y="151"/>
                    <a:pt x="652" y="226"/>
                  </a:cubicBezTo>
                  <a:cubicBezTo>
                    <a:pt x="577" y="527"/>
                    <a:pt x="501" y="803"/>
                    <a:pt x="426" y="1104"/>
                  </a:cubicBezTo>
                  <a:cubicBezTo>
                    <a:pt x="326" y="1530"/>
                    <a:pt x="201" y="1981"/>
                    <a:pt x="150" y="2432"/>
                  </a:cubicBezTo>
                  <a:cubicBezTo>
                    <a:pt x="100" y="2758"/>
                    <a:pt x="100" y="3084"/>
                    <a:pt x="75" y="3409"/>
                  </a:cubicBezTo>
                  <a:cubicBezTo>
                    <a:pt x="50" y="3610"/>
                    <a:pt x="0" y="3810"/>
                    <a:pt x="150" y="3986"/>
                  </a:cubicBezTo>
                  <a:cubicBezTo>
                    <a:pt x="301" y="4161"/>
                    <a:pt x="577" y="4211"/>
                    <a:pt x="852" y="4236"/>
                  </a:cubicBezTo>
                  <a:cubicBezTo>
                    <a:pt x="1053" y="4236"/>
                    <a:pt x="1278" y="4211"/>
                    <a:pt x="1429" y="4186"/>
                  </a:cubicBezTo>
                  <a:cubicBezTo>
                    <a:pt x="1668" y="4151"/>
                    <a:pt x="1906" y="4138"/>
                    <a:pt x="2143" y="4138"/>
                  </a:cubicBezTo>
                  <a:cubicBezTo>
                    <a:pt x="2748" y="4138"/>
                    <a:pt x="3348" y="4225"/>
                    <a:pt x="3960" y="4261"/>
                  </a:cubicBezTo>
                  <a:cubicBezTo>
                    <a:pt x="4016" y="4265"/>
                    <a:pt x="4072" y="4267"/>
                    <a:pt x="4128" y="4267"/>
                  </a:cubicBezTo>
                  <a:cubicBezTo>
                    <a:pt x="4473" y="4267"/>
                    <a:pt x="4818" y="4208"/>
                    <a:pt x="5163" y="4186"/>
                  </a:cubicBezTo>
                  <a:cubicBezTo>
                    <a:pt x="5222" y="4186"/>
                    <a:pt x="5281" y="4187"/>
                    <a:pt x="5338" y="4187"/>
                  </a:cubicBezTo>
                  <a:cubicBezTo>
                    <a:pt x="5597" y="4187"/>
                    <a:pt x="5840" y="4170"/>
                    <a:pt x="6065" y="3986"/>
                  </a:cubicBezTo>
                  <a:cubicBezTo>
                    <a:pt x="6216" y="3860"/>
                    <a:pt x="6316" y="3660"/>
                    <a:pt x="6266" y="3459"/>
                  </a:cubicBezTo>
                  <a:cubicBezTo>
                    <a:pt x="6166" y="3184"/>
                    <a:pt x="5865" y="3109"/>
                    <a:pt x="5589" y="3033"/>
                  </a:cubicBezTo>
                  <a:cubicBezTo>
                    <a:pt x="4912" y="2908"/>
                    <a:pt x="4236" y="2758"/>
                    <a:pt x="3559" y="2632"/>
                  </a:cubicBezTo>
                  <a:cubicBezTo>
                    <a:pt x="3308" y="2557"/>
                    <a:pt x="2782" y="2457"/>
                    <a:pt x="2707" y="2131"/>
                  </a:cubicBezTo>
                  <a:cubicBezTo>
                    <a:pt x="2682" y="1956"/>
                    <a:pt x="2782" y="1680"/>
                    <a:pt x="2782" y="1505"/>
                  </a:cubicBezTo>
                  <a:cubicBezTo>
                    <a:pt x="2807" y="1304"/>
                    <a:pt x="2832" y="1079"/>
                    <a:pt x="2832" y="878"/>
                  </a:cubicBezTo>
                  <a:cubicBezTo>
                    <a:pt x="2857" y="477"/>
                    <a:pt x="2983" y="101"/>
                    <a:pt x="2481" y="76"/>
                  </a:cubicBezTo>
                  <a:lnTo>
                    <a:pt x="927"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6"/>
            <p:cNvSpPr/>
            <p:nvPr/>
          </p:nvSpPr>
          <p:spPr>
            <a:xfrm>
              <a:off x="-1413187" y="4645334"/>
              <a:ext cx="257777" cy="172785"/>
            </a:xfrm>
            <a:custGeom>
              <a:avLst/>
              <a:gdLst/>
              <a:ahLst/>
              <a:cxnLst/>
              <a:rect l="l" t="t" r="r" b="b"/>
              <a:pathLst>
                <a:path w="6442" h="4318" extrusionOk="0">
                  <a:moveTo>
                    <a:pt x="2967" y="1"/>
                  </a:moveTo>
                  <a:cubicBezTo>
                    <a:pt x="2271" y="1"/>
                    <a:pt x="1581" y="112"/>
                    <a:pt x="878" y="223"/>
                  </a:cubicBezTo>
                  <a:cubicBezTo>
                    <a:pt x="828" y="248"/>
                    <a:pt x="778" y="248"/>
                    <a:pt x="728" y="298"/>
                  </a:cubicBezTo>
                  <a:cubicBezTo>
                    <a:pt x="702" y="323"/>
                    <a:pt x="677" y="373"/>
                    <a:pt x="677" y="423"/>
                  </a:cubicBezTo>
                  <a:cubicBezTo>
                    <a:pt x="527" y="1050"/>
                    <a:pt x="602" y="1626"/>
                    <a:pt x="402" y="2228"/>
                  </a:cubicBezTo>
                  <a:cubicBezTo>
                    <a:pt x="301" y="2504"/>
                    <a:pt x="1" y="3331"/>
                    <a:pt x="101" y="3807"/>
                  </a:cubicBezTo>
                  <a:cubicBezTo>
                    <a:pt x="126" y="3932"/>
                    <a:pt x="201" y="4032"/>
                    <a:pt x="301" y="4083"/>
                  </a:cubicBezTo>
                  <a:cubicBezTo>
                    <a:pt x="502" y="4183"/>
                    <a:pt x="878" y="4183"/>
                    <a:pt x="1104" y="4208"/>
                  </a:cubicBezTo>
                  <a:cubicBezTo>
                    <a:pt x="1374" y="4262"/>
                    <a:pt x="1645" y="4303"/>
                    <a:pt x="1916" y="4303"/>
                  </a:cubicBezTo>
                  <a:cubicBezTo>
                    <a:pt x="2021" y="4303"/>
                    <a:pt x="2126" y="4297"/>
                    <a:pt x="2231" y="4283"/>
                  </a:cubicBezTo>
                  <a:cubicBezTo>
                    <a:pt x="2532" y="4258"/>
                    <a:pt x="2808" y="4208"/>
                    <a:pt x="3083" y="4183"/>
                  </a:cubicBezTo>
                  <a:cubicBezTo>
                    <a:pt x="3116" y="4182"/>
                    <a:pt x="3149" y="4181"/>
                    <a:pt x="3181" y="4181"/>
                  </a:cubicBezTo>
                  <a:cubicBezTo>
                    <a:pt x="3731" y="4181"/>
                    <a:pt x="4291" y="4317"/>
                    <a:pt x="4846" y="4317"/>
                  </a:cubicBezTo>
                  <a:cubicBezTo>
                    <a:pt x="5070" y="4317"/>
                    <a:pt x="5293" y="4295"/>
                    <a:pt x="5515" y="4233"/>
                  </a:cubicBezTo>
                  <a:cubicBezTo>
                    <a:pt x="5790" y="4158"/>
                    <a:pt x="6266" y="3982"/>
                    <a:pt x="6342" y="3656"/>
                  </a:cubicBezTo>
                  <a:cubicBezTo>
                    <a:pt x="6442" y="3255"/>
                    <a:pt x="6091" y="2980"/>
                    <a:pt x="5740" y="2905"/>
                  </a:cubicBezTo>
                  <a:cubicBezTo>
                    <a:pt x="5314" y="2779"/>
                    <a:pt x="4838" y="2704"/>
                    <a:pt x="4387" y="2704"/>
                  </a:cubicBezTo>
                  <a:cubicBezTo>
                    <a:pt x="4211" y="2704"/>
                    <a:pt x="4011" y="2704"/>
                    <a:pt x="3835" y="2654"/>
                  </a:cubicBezTo>
                  <a:cubicBezTo>
                    <a:pt x="3384" y="2554"/>
                    <a:pt x="3209" y="2178"/>
                    <a:pt x="3309" y="1752"/>
                  </a:cubicBezTo>
                  <a:cubicBezTo>
                    <a:pt x="3434" y="1200"/>
                    <a:pt x="3560" y="624"/>
                    <a:pt x="3710" y="47"/>
                  </a:cubicBezTo>
                  <a:cubicBezTo>
                    <a:pt x="3461" y="15"/>
                    <a:pt x="3214" y="1"/>
                    <a:pt x="296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6"/>
            <p:cNvSpPr/>
            <p:nvPr/>
          </p:nvSpPr>
          <p:spPr>
            <a:xfrm>
              <a:off x="-1789248" y="3971362"/>
              <a:ext cx="440285" cy="666170"/>
            </a:xfrm>
            <a:custGeom>
              <a:avLst/>
              <a:gdLst/>
              <a:ahLst/>
              <a:cxnLst/>
              <a:rect l="l" t="t" r="r" b="b"/>
              <a:pathLst>
                <a:path w="11003" h="16648" extrusionOk="0">
                  <a:moveTo>
                    <a:pt x="2014" y="1"/>
                  </a:moveTo>
                  <a:cubicBezTo>
                    <a:pt x="1825" y="1"/>
                    <a:pt x="1638" y="31"/>
                    <a:pt x="1479" y="123"/>
                  </a:cubicBezTo>
                  <a:cubicBezTo>
                    <a:pt x="1303" y="249"/>
                    <a:pt x="1178" y="399"/>
                    <a:pt x="1078" y="575"/>
                  </a:cubicBezTo>
                  <a:cubicBezTo>
                    <a:pt x="627" y="1226"/>
                    <a:pt x="226" y="1928"/>
                    <a:pt x="126" y="2680"/>
                  </a:cubicBezTo>
                  <a:cubicBezTo>
                    <a:pt x="0" y="3432"/>
                    <a:pt x="176" y="4234"/>
                    <a:pt x="727" y="4710"/>
                  </a:cubicBezTo>
                  <a:cubicBezTo>
                    <a:pt x="1228" y="5161"/>
                    <a:pt x="1955" y="5261"/>
                    <a:pt x="2632" y="5362"/>
                  </a:cubicBezTo>
                  <a:cubicBezTo>
                    <a:pt x="3058" y="5412"/>
                    <a:pt x="3459" y="5512"/>
                    <a:pt x="3860" y="5587"/>
                  </a:cubicBezTo>
                  <a:cubicBezTo>
                    <a:pt x="4110" y="5612"/>
                    <a:pt x="4336" y="5587"/>
                    <a:pt x="4537" y="5712"/>
                  </a:cubicBezTo>
                  <a:cubicBezTo>
                    <a:pt x="5138" y="6113"/>
                    <a:pt x="4963" y="7066"/>
                    <a:pt x="4812" y="7692"/>
                  </a:cubicBezTo>
                  <a:cubicBezTo>
                    <a:pt x="4662" y="8269"/>
                    <a:pt x="4461" y="8895"/>
                    <a:pt x="4612" y="9447"/>
                  </a:cubicBezTo>
                  <a:cubicBezTo>
                    <a:pt x="4662" y="9597"/>
                    <a:pt x="4737" y="9748"/>
                    <a:pt x="4762" y="9898"/>
                  </a:cubicBezTo>
                  <a:cubicBezTo>
                    <a:pt x="4787" y="10098"/>
                    <a:pt x="4737" y="10299"/>
                    <a:pt x="4712" y="10499"/>
                  </a:cubicBezTo>
                  <a:cubicBezTo>
                    <a:pt x="4511" y="11552"/>
                    <a:pt x="4161" y="12680"/>
                    <a:pt x="4562" y="13682"/>
                  </a:cubicBezTo>
                  <a:cubicBezTo>
                    <a:pt x="4612" y="13783"/>
                    <a:pt x="4662" y="13908"/>
                    <a:pt x="4687" y="14033"/>
                  </a:cubicBezTo>
                  <a:cubicBezTo>
                    <a:pt x="4712" y="14134"/>
                    <a:pt x="4687" y="14234"/>
                    <a:pt x="4687" y="14359"/>
                  </a:cubicBezTo>
                  <a:cubicBezTo>
                    <a:pt x="4587" y="15061"/>
                    <a:pt x="4511" y="15788"/>
                    <a:pt x="4436" y="16489"/>
                  </a:cubicBezTo>
                  <a:cubicBezTo>
                    <a:pt x="4436" y="16489"/>
                    <a:pt x="6867" y="16615"/>
                    <a:pt x="7068" y="16615"/>
                  </a:cubicBezTo>
                  <a:cubicBezTo>
                    <a:pt x="7225" y="16615"/>
                    <a:pt x="7498" y="16647"/>
                    <a:pt x="7749" y="16647"/>
                  </a:cubicBezTo>
                  <a:cubicBezTo>
                    <a:pt x="7937" y="16647"/>
                    <a:pt x="8113" y="16629"/>
                    <a:pt x="8221" y="16565"/>
                  </a:cubicBezTo>
                  <a:cubicBezTo>
                    <a:pt x="8622" y="16314"/>
                    <a:pt x="8697" y="15136"/>
                    <a:pt x="8772" y="14710"/>
                  </a:cubicBezTo>
                  <a:cubicBezTo>
                    <a:pt x="8847" y="14083"/>
                    <a:pt x="8897" y="13457"/>
                    <a:pt x="9023" y="12855"/>
                  </a:cubicBezTo>
                  <a:cubicBezTo>
                    <a:pt x="9223" y="11753"/>
                    <a:pt x="9699" y="10700"/>
                    <a:pt x="9900" y="9597"/>
                  </a:cubicBezTo>
                  <a:cubicBezTo>
                    <a:pt x="10000" y="9046"/>
                    <a:pt x="9950" y="8444"/>
                    <a:pt x="10075" y="7918"/>
                  </a:cubicBezTo>
                  <a:cubicBezTo>
                    <a:pt x="10151" y="7442"/>
                    <a:pt x="10276" y="6991"/>
                    <a:pt x="10351" y="6514"/>
                  </a:cubicBezTo>
                  <a:cubicBezTo>
                    <a:pt x="10552" y="5387"/>
                    <a:pt x="10727" y="4284"/>
                    <a:pt x="10928" y="3156"/>
                  </a:cubicBezTo>
                  <a:cubicBezTo>
                    <a:pt x="10953" y="2880"/>
                    <a:pt x="11003" y="2630"/>
                    <a:pt x="10978" y="2379"/>
                  </a:cubicBezTo>
                  <a:cubicBezTo>
                    <a:pt x="10953" y="2354"/>
                    <a:pt x="10953" y="2329"/>
                    <a:pt x="10953" y="2304"/>
                  </a:cubicBezTo>
                  <a:cubicBezTo>
                    <a:pt x="10677" y="925"/>
                    <a:pt x="8196" y="1026"/>
                    <a:pt x="7068" y="850"/>
                  </a:cubicBezTo>
                  <a:cubicBezTo>
                    <a:pt x="5539" y="575"/>
                    <a:pt x="4035" y="324"/>
                    <a:pt x="2506" y="48"/>
                  </a:cubicBezTo>
                  <a:cubicBezTo>
                    <a:pt x="2353" y="25"/>
                    <a:pt x="2183" y="1"/>
                    <a:pt x="201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p:cNvSpPr/>
            <p:nvPr/>
          </p:nvSpPr>
          <p:spPr>
            <a:xfrm>
              <a:off x="-1771201" y="3836351"/>
              <a:ext cx="668971" cy="886732"/>
            </a:xfrm>
            <a:custGeom>
              <a:avLst/>
              <a:gdLst/>
              <a:ahLst/>
              <a:cxnLst/>
              <a:rect l="l" t="t" r="r" b="b"/>
              <a:pathLst>
                <a:path w="16718" h="22160" extrusionOk="0">
                  <a:moveTo>
                    <a:pt x="2784" y="1"/>
                  </a:moveTo>
                  <a:cubicBezTo>
                    <a:pt x="2489" y="1"/>
                    <a:pt x="2209" y="40"/>
                    <a:pt x="1980" y="114"/>
                  </a:cubicBezTo>
                  <a:cubicBezTo>
                    <a:pt x="727" y="515"/>
                    <a:pt x="326" y="2069"/>
                    <a:pt x="201" y="3372"/>
                  </a:cubicBezTo>
                  <a:cubicBezTo>
                    <a:pt x="76" y="4450"/>
                    <a:pt x="0" y="5527"/>
                    <a:pt x="301" y="6580"/>
                  </a:cubicBezTo>
                  <a:cubicBezTo>
                    <a:pt x="777" y="8109"/>
                    <a:pt x="2055" y="9287"/>
                    <a:pt x="3509" y="9939"/>
                  </a:cubicBezTo>
                  <a:cubicBezTo>
                    <a:pt x="4662" y="10440"/>
                    <a:pt x="5915" y="10640"/>
                    <a:pt x="7168" y="10715"/>
                  </a:cubicBezTo>
                  <a:cubicBezTo>
                    <a:pt x="7282" y="10721"/>
                    <a:pt x="7397" y="10724"/>
                    <a:pt x="7511" y="10724"/>
                  </a:cubicBezTo>
                  <a:cubicBezTo>
                    <a:pt x="8349" y="10724"/>
                    <a:pt x="9187" y="10575"/>
                    <a:pt x="10025" y="10465"/>
                  </a:cubicBezTo>
                  <a:cubicBezTo>
                    <a:pt x="10113" y="10455"/>
                    <a:pt x="10186" y="10450"/>
                    <a:pt x="10248" y="10450"/>
                  </a:cubicBezTo>
                  <a:cubicBezTo>
                    <a:pt x="10648" y="10450"/>
                    <a:pt x="10550" y="10664"/>
                    <a:pt x="10376" y="11142"/>
                  </a:cubicBezTo>
                  <a:cubicBezTo>
                    <a:pt x="10251" y="11442"/>
                    <a:pt x="10151" y="11743"/>
                    <a:pt x="10025" y="12019"/>
                  </a:cubicBezTo>
                  <a:cubicBezTo>
                    <a:pt x="9950" y="12219"/>
                    <a:pt x="9875" y="12395"/>
                    <a:pt x="9825" y="12595"/>
                  </a:cubicBezTo>
                  <a:cubicBezTo>
                    <a:pt x="9624" y="13046"/>
                    <a:pt x="9449" y="13548"/>
                    <a:pt x="9424" y="14049"/>
                  </a:cubicBezTo>
                  <a:cubicBezTo>
                    <a:pt x="9399" y="14550"/>
                    <a:pt x="9524" y="15051"/>
                    <a:pt x="9549" y="15553"/>
                  </a:cubicBezTo>
                  <a:cubicBezTo>
                    <a:pt x="9574" y="16405"/>
                    <a:pt x="9123" y="17157"/>
                    <a:pt x="9123" y="18009"/>
                  </a:cubicBezTo>
                  <a:cubicBezTo>
                    <a:pt x="9123" y="18310"/>
                    <a:pt x="9198" y="18610"/>
                    <a:pt x="9223" y="18936"/>
                  </a:cubicBezTo>
                  <a:cubicBezTo>
                    <a:pt x="9248" y="19237"/>
                    <a:pt x="9198" y="19563"/>
                    <a:pt x="9173" y="19863"/>
                  </a:cubicBezTo>
                  <a:lnTo>
                    <a:pt x="8948" y="21392"/>
                  </a:lnTo>
                  <a:cubicBezTo>
                    <a:pt x="8898" y="21793"/>
                    <a:pt x="8772" y="22069"/>
                    <a:pt x="9248" y="22119"/>
                  </a:cubicBezTo>
                  <a:cubicBezTo>
                    <a:pt x="9535" y="22148"/>
                    <a:pt x="9818" y="22159"/>
                    <a:pt x="10101" y="22159"/>
                  </a:cubicBezTo>
                  <a:cubicBezTo>
                    <a:pt x="11054" y="22159"/>
                    <a:pt x="11991" y="22027"/>
                    <a:pt x="12958" y="21969"/>
                  </a:cubicBezTo>
                  <a:cubicBezTo>
                    <a:pt x="13008" y="21969"/>
                    <a:pt x="13058" y="21969"/>
                    <a:pt x="13108" y="21919"/>
                  </a:cubicBezTo>
                  <a:cubicBezTo>
                    <a:pt x="13133" y="21893"/>
                    <a:pt x="13133" y="21868"/>
                    <a:pt x="13158" y="21818"/>
                  </a:cubicBezTo>
                  <a:cubicBezTo>
                    <a:pt x="13609" y="20064"/>
                    <a:pt x="14035" y="18385"/>
                    <a:pt x="14261" y="16580"/>
                  </a:cubicBezTo>
                  <a:cubicBezTo>
                    <a:pt x="14261" y="16405"/>
                    <a:pt x="14286" y="16254"/>
                    <a:pt x="14361" y="16104"/>
                  </a:cubicBezTo>
                  <a:cubicBezTo>
                    <a:pt x="14436" y="15929"/>
                    <a:pt x="14587" y="15778"/>
                    <a:pt x="14737" y="15628"/>
                  </a:cubicBezTo>
                  <a:cubicBezTo>
                    <a:pt x="15038" y="15227"/>
                    <a:pt x="15063" y="14801"/>
                    <a:pt x="15188" y="14350"/>
                  </a:cubicBezTo>
                  <a:cubicBezTo>
                    <a:pt x="15339" y="13898"/>
                    <a:pt x="15489" y="13472"/>
                    <a:pt x="15589" y="12996"/>
                  </a:cubicBezTo>
                  <a:cubicBezTo>
                    <a:pt x="15815" y="11893"/>
                    <a:pt x="16066" y="10791"/>
                    <a:pt x="16291" y="9688"/>
                  </a:cubicBezTo>
                  <a:cubicBezTo>
                    <a:pt x="16492" y="8786"/>
                    <a:pt x="16717" y="7959"/>
                    <a:pt x="16241" y="7081"/>
                  </a:cubicBezTo>
                  <a:cubicBezTo>
                    <a:pt x="16066" y="6806"/>
                    <a:pt x="15815" y="6580"/>
                    <a:pt x="15564" y="6380"/>
                  </a:cubicBezTo>
                  <a:cubicBezTo>
                    <a:pt x="13384" y="4600"/>
                    <a:pt x="10602" y="3573"/>
                    <a:pt x="7795" y="3472"/>
                  </a:cubicBezTo>
                  <a:cubicBezTo>
                    <a:pt x="6742" y="3447"/>
                    <a:pt x="5414" y="3372"/>
                    <a:pt x="5013" y="2395"/>
                  </a:cubicBezTo>
                  <a:cubicBezTo>
                    <a:pt x="4863" y="2044"/>
                    <a:pt x="4913" y="1618"/>
                    <a:pt x="4863" y="1217"/>
                  </a:cubicBezTo>
                  <a:cubicBezTo>
                    <a:pt x="4730" y="367"/>
                    <a:pt x="3687" y="1"/>
                    <a:pt x="278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6"/>
            <p:cNvSpPr/>
            <p:nvPr/>
          </p:nvSpPr>
          <p:spPr>
            <a:xfrm>
              <a:off x="-1847430" y="3089072"/>
              <a:ext cx="149456" cy="319760"/>
            </a:xfrm>
            <a:custGeom>
              <a:avLst/>
              <a:gdLst/>
              <a:ahLst/>
              <a:cxnLst/>
              <a:rect l="l" t="t" r="r" b="b"/>
              <a:pathLst>
                <a:path w="3735" h="7991" extrusionOk="0">
                  <a:moveTo>
                    <a:pt x="2378" y="1"/>
                  </a:moveTo>
                  <a:cubicBezTo>
                    <a:pt x="2161" y="1"/>
                    <a:pt x="1935" y="82"/>
                    <a:pt x="1755" y="217"/>
                  </a:cubicBezTo>
                  <a:cubicBezTo>
                    <a:pt x="1454" y="443"/>
                    <a:pt x="1204" y="869"/>
                    <a:pt x="978" y="1195"/>
                  </a:cubicBezTo>
                  <a:cubicBezTo>
                    <a:pt x="677" y="1646"/>
                    <a:pt x="502" y="2247"/>
                    <a:pt x="376" y="2774"/>
                  </a:cubicBezTo>
                  <a:cubicBezTo>
                    <a:pt x="1" y="4177"/>
                    <a:pt x="326" y="5656"/>
                    <a:pt x="652" y="7060"/>
                  </a:cubicBezTo>
                  <a:cubicBezTo>
                    <a:pt x="677" y="7235"/>
                    <a:pt x="727" y="7435"/>
                    <a:pt x="853" y="7586"/>
                  </a:cubicBezTo>
                  <a:cubicBezTo>
                    <a:pt x="1078" y="7912"/>
                    <a:pt x="1529" y="7962"/>
                    <a:pt x="1930" y="7987"/>
                  </a:cubicBezTo>
                  <a:cubicBezTo>
                    <a:pt x="1963" y="7989"/>
                    <a:pt x="1996" y="7991"/>
                    <a:pt x="2028" y="7991"/>
                  </a:cubicBezTo>
                  <a:cubicBezTo>
                    <a:pt x="2632" y="7991"/>
                    <a:pt x="3085" y="7550"/>
                    <a:pt x="3108" y="6884"/>
                  </a:cubicBezTo>
                  <a:cubicBezTo>
                    <a:pt x="3133" y="6533"/>
                    <a:pt x="2983" y="6207"/>
                    <a:pt x="2958" y="5857"/>
                  </a:cubicBezTo>
                  <a:cubicBezTo>
                    <a:pt x="2933" y="5531"/>
                    <a:pt x="2933" y="5230"/>
                    <a:pt x="2883" y="4879"/>
                  </a:cubicBezTo>
                  <a:cubicBezTo>
                    <a:pt x="2833" y="4603"/>
                    <a:pt x="2858" y="4278"/>
                    <a:pt x="3058" y="4077"/>
                  </a:cubicBezTo>
                  <a:cubicBezTo>
                    <a:pt x="3184" y="3927"/>
                    <a:pt x="3384" y="3852"/>
                    <a:pt x="3509" y="3701"/>
                  </a:cubicBezTo>
                  <a:cubicBezTo>
                    <a:pt x="3735" y="3450"/>
                    <a:pt x="3685" y="3075"/>
                    <a:pt x="3635" y="2749"/>
                  </a:cubicBezTo>
                  <a:cubicBezTo>
                    <a:pt x="3610" y="2573"/>
                    <a:pt x="3585" y="2423"/>
                    <a:pt x="3534" y="2247"/>
                  </a:cubicBezTo>
                  <a:cubicBezTo>
                    <a:pt x="3434" y="1746"/>
                    <a:pt x="3309" y="1245"/>
                    <a:pt x="3133" y="744"/>
                  </a:cubicBezTo>
                  <a:cubicBezTo>
                    <a:pt x="3058" y="518"/>
                    <a:pt x="2958" y="268"/>
                    <a:pt x="2783" y="117"/>
                  </a:cubicBezTo>
                  <a:cubicBezTo>
                    <a:pt x="2662" y="37"/>
                    <a:pt x="2522" y="1"/>
                    <a:pt x="2378"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6"/>
            <p:cNvSpPr/>
            <p:nvPr/>
          </p:nvSpPr>
          <p:spPr>
            <a:xfrm>
              <a:off x="-1569646" y="3004480"/>
              <a:ext cx="660968" cy="480300"/>
            </a:xfrm>
            <a:custGeom>
              <a:avLst/>
              <a:gdLst/>
              <a:ahLst/>
              <a:cxnLst/>
              <a:rect l="l" t="t" r="r" b="b"/>
              <a:pathLst>
                <a:path w="16518" h="12003" extrusionOk="0">
                  <a:moveTo>
                    <a:pt x="15858" y="0"/>
                  </a:moveTo>
                  <a:cubicBezTo>
                    <a:pt x="15678" y="0"/>
                    <a:pt x="15514" y="237"/>
                    <a:pt x="15415" y="452"/>
                  </a:cubicBezTo>
                  <a:cubicBezTo>
                    <a:pt x="15064" y="1254"/>
                    <a:pt x="15289" y="2382"/>
                    <a:pt x="14537" y="2958"/>
                  </a:cubicBezTo>
                  <a:cubicBezTo>
                    <a:pt x="13635" y="3635"/>
                    <a:pt x="12658" y="4136"/>
                    <a:pt x="11630" y="4612"/>
                  </a:cubicBezTo>
                  <a:cubicBezTo>
                    <a:pt x="10126" y="5314"/>
                    <a:pt x="8623" y="6066"/>
                    <a:pt x="7094" y="6692"/>
                  </a:cubicBezTo>
                  <a:cubicBezTo>
                    <a:pt x="5690" y="7269"/>
                    <a:pt x="4211" y="7570"/>
                    <a:pt x="2783" y="8071"/>
                  </a:cubicBezTo>
                  <a:cubicBezTo>
                    <a:pt x="2708" y="8096"/>
                    <a:pt x="2633" y="8121"/>
                    <a:pt x="2557" y="8146"/>
                  </a:cubicBezTo>
                  <a:cubicBezTo>
                    <a:pt x="2031" y="8346"/>
                    <a:pt x="1505" y="8647"/>
                    <a:pt x="1029" y="8923"/>
                  </a:cubicBezTo>
                  <a:cubicBezTo>
                    <a:pt x="552" y="9199"/>
                    <a:pt x="277" y="9700"/>
                    <a:pt x="176" y="10201"/>
                  </a:cubicBezTo>
                  <a:cubicBezTo>
                    <a:pt x="1" y="11279"/>
                    <a:pt x="1104" y="11880"/>
                    <a:pt x="2031" y="11981"/>
                  </a:cubicBezTo>
                  <a:cubicBezTo>
                    <a:pt x="2169" y="11995"/>
                    <a:pt x="2305" y="12002"/>
                    <a:pt x="2439" y="12002"/>
                  </a:cubicBezTo>
                  <a:cubicBezTo>
                    <a:pt x="3446" y="12002"/>
                    <a:pt x="4344" y="11619"/>
                    <a:pt x="5339" y="11354"/>
                  </a:cubicBezTo>
                  <a:cubicBezTo>
                    <a:pt x="5339" y="11354"/>
                    <a:pt x="5364" y="11354"/>
                    <a:pt x="5389" y="11329"/>
                  </a:cubicBezTo>
                  <a:cubicBezTo>
                    <a:pt x="6492" y="11053"/>
                    <a:pt x="7595" y="10502"/>
                    <a:pt x="8572" y="9875"/>
                  </a:cubicBezTo>
                  <a:cubicBezTo>
                    <a:pt x="9575" y="9224"/>
                    <a:pt x="10377" y="8422"/>
                    <a:pt x="11254" y="7620"/>
                  </a:cubicBezTo>
                  <a:cubicBezTo>
                    <a:pt x="12131" y="6818"/>
                    <a:pt x="13059" y="6041"/>
                    <a:pt x="14011" y="5314"/>
                  </a:cubicBezTo>
                  <a:cubicBezTo>
                    <a:pt x="14312" y="5088"/>
                    <a:pt x="14587" y="4813"/>
                    <a:pt x="14888" y="4562"/>
                  </a:cubicBezTo>
                  <a:cubicBezTo>
                    <a:pt x="15139" y="4336"/>
                    <a:pt x="15389" y="4111"/>
                    <a:pt x="15640" y="3885"/>
                  </a:cubicBezTo>
                  <a:cubicBezTo>
                    <a:pt x="15891" y="3635"/>
                    <a:pt x="16166" y="3409"/>
                    <a:pt x="16292" y="3083"/>
                  </a:cubicBezTo>
                  <a:cubicBezTo>
                    <a:pt x="16517" y="2632"/>
                    <a:pt x="16442" y="2156"/>
                    <a:pt x="16392" y="1680"/>
                  </a:cubicBezTo>
                  <a:cubicBezTo>
                    <a:pt x="16317" y="1204"/>
                    <a:pt x="16392" y="652"/>
                    <a:pt x="16141" y="226"/>
                  </a:cubicBezTo>
                  <a:cubicBezTo>
                    <a:pt x="16047" y="64"/>
                    <a:pt x="15950" y="0"/>
                    <a:pt x="1585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6"/>
            <p:cNvSpPr/>
            <p:nvPr/>
          </p:nvSpPr>
          <p:spPr>
            <a:xfrm>
              <a:off x="-2002888" y="3316397"/>
              <a:ext cx="587740" cy="567893"/>
            </a:xfrm>
            <a:custGeom>
              <a:avLst/>
              <a:gdLst/>
              <a:ahLst/>
              <a:cxnLst/>
              <a:rect l="l" t="t" r="r" b="b"/>
              <a:pathLst>
                <a:path w="14688" h="14192" extrusionOk="0">
                  <a:moveTo>
                    <a:pt x="13460" y="0"/>
                  </a:moveTo>
                  <a:cubicBezTo>
                    <a:pt x="11755" y="451"/>
                    <a:pt x="10001" y="677"/>
                    <a:pt x="8221" y="702"/>
                  </a:cubicBezTo>
                  <a:cubicBezTo>
                    <a:pt x="6041" y="727"/>
                    <a:pt x="4988" y="852"/>
                    <a:pt x="3485" y="2406"/>
                  </a:cubicBezTo>
                  <a:cubicBezTo>
                    <a:pt x="2081" y="3910"/>
                    <a:pt x="853" y="5514"/>
                    <a:pt x="1" y="7394"/>
                  </a:cubicBezTo>
                  <a:cubicBezTo>
                    <a:pt x="452" y="7694"/>
                    <a:pt x="928" y="7995"/>
                    <a:pt x="1379" y="8271"/>
                  </a:cubicBezTo>
                  <a:cubicBezTo>
                    <a:pt x="2056" y="8697"/>
                    <a:pt x="3234" y="8973"/>
                    <a:pt x="3284" y="9900"/>
                  </a:cubicBezTo>
                  <a:cubicBezTo>
                    <a:pt x="3334" y="11053"/>
                    <a:pt x="3409" y="12206"/>
                    <a:pt x="3459" y="13333"/>
                  </a:cubicBezTo>
                  <a:cubicBezTo>
                    <a:pt x="3485" y="13509"/>
                    <a:pt x="3485" y="13684"/>
                    <a:pt x="3610" y="13785"/>
                  </a:cubicBezTo>
                  <a:cubicBezTo>
                    <a:pt x="3693" y="13868"/>
                    <a:pt x="3804" y="13895"/>
                    <a:pt x="3924" y="13895"/>
                  </a:cubicBezTo>
                  <a:cubicBezTo>
                    <a:pt x="4059" y="13895"/>
                    <a:pt x="4205" y="13861"/>
                    <a:pt x="4337" y="13835"/>
                  </a:cubicBezTo>
                  <a:cubicBezTo>
                    <a:pt x="4375" y="13828"/>
                    <a:pt x="4411" y="13824"/>
                    <a:pt x="4446" y="13824"/>
                  </a:cubicBezTo>
                  <a:cubicBezTo>
                    <a:pt x="4768" y="13824"/>
                    <a:pt x="4919" y="14115"/>
                    <a:pt x="5214" y="14161"/>
                  </a:cubicBezTo>
                  <a:cubicBezTo>
                    <a:pt x="5335" y="14183"/>
                    <a:pt x="5462" y="14191"/>
                    <a:pt x="5594" y="14191"/>
                  </a:cubicBezTo>
                  <a:cubicBezTo>
                    <a:pt x="6065" y="14191"/>
                    <a:pt x="6588" y="14080"/>
                    <a:pt x="7018" y="14060"/>
                  </a:cubicBezTo>
                  <a:cubicBezTo>
                    <a:pt x="7294" y="14035"/>
                    <a:pt x="10327" y="13885"/>
                    <a:pt x="10327" y="13860"/>
                  </a:cubicBezTo>
                  <a:cubicBezTo>
                    <a:pt x="10352" y="11579"/>
                    <a:pt x="10377" y="9298"/>
                    <a:pt x="10377" y="6993"/>
                  </a:cubicBezTo>
                  <a:cubicBezTo>
                    <a:pt x="10402" y="6742"/>
                    <a:pt x="10402" y="6441"/>
                    <a:pt x="10527" y="6216"/>
                  </a:cubicBezTo>
                  <a:cubicBezTo>
                    <a:pt x="10703" y="5915"/>
                    <a:pt x="11054" y="5765"/>
                    <a:pt x="11379" y="5664"/>
                  </a:cubicBezTo>
                  <a:cubicBezTo>
                    <a:pt x="12457" y="5288"/>
                    <a:pt x="13685" y="4887"/>
                    <a:pt x="14688" y="4361"/>
                  </a:cubicBezTo>
                  <a:cubicBezTo>
                    <a:pt x="14287" y="2907"/>
                    <a:pt x="13861" y="1454"/>
                    <a:pt x="134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6"/>
            <p:cNvSpPr/>
            <p:nvPr/>
          </p:nvSpPr>
          <p:spPr>
            <a:xfrm>
              <a:off x="-1714060" y="3983286"/>
              <a:ext cx="306955" cy="282866"/>
            </a:xfrm>
            <a:custGeom>
              <a:avLst/>
              <a:gdLst/>
              <a:ahLst/>
              <a:cxnLst/>
              <a:rect l="l" t="t" r="r" b="b"/>
              <a:pathLst>
                <a:path w="7671" h="7069" fill="none" extrusionOk="0">
                  <a:moveTo>
                    <a:pt x="1" y="1"/>
                  </a:moveTo>
                  <a:cubicBezTo>
                    <a:pt x="828" y="101"/>
                    <a:pt x="1630" y="201"/>
                    <a:pt x="2457" y="302"/>
                  </a:cubicBezTo>
                  <a:cubicBezTo>
                    <a:pt x="3911" y="477"/>
                    <a:pt x="5515" y="703"/>
                    <a:pt x="6542" y="1780"/>
                  </a:cubicBezTo>
                  <a:cubicBezTo>
                    <a:pt x="7169" y="2457"/>
                    <a:pt x="7470" y="3384"/>
                    <a:pt x="7570" y="4287"/>
                  </a:cubicBezTo>
                  <a:cubicBezTo>
                    <a:pt x="7670" y="5214"/>
                    <a:pt x="7570" y="6141"/>
                    <a:pt x="7470" y="7069"/>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6"/>
            <p:cNvSpPr/>
            <p:nvPr/>
          </p:nvSpPr>
          <p:spPr>
            <a:xfrm>
              <a:off x="-1801292" y="4251067"/>
              <a:ext cx="20088" cy="439325"/>
            </a:xfrm>
            <a:custGeom>
              <a:avLst/>
              <a:gdLst/>
              <a:ahLst/>
              <a:cxnLst/>
              <a:rect l="l" t="t" r="r" b="b"/>
              <a:pathLst>
                <a:path w="502" h="10979" extrusionOk="0">
                  <a:moveTo>
                    <a:pt x="0" y="1"/>
                  </a:moveTo>
                  <a:lnTo>
                    <a:pt x="0" y="10978"/>
                  </a:lnTo>
                  <a:lnTo>
                    <a:pt x="502" y="10978"/>
                  </a:lnTo>
                  <a:lnTo>
                    <a:pt x="50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6"/>
            <p:cNvSpPr/>
            <p:nvPr/>
          </p:nvSpPr>
          <p:spPr>
            <a:xfrm>
              <a:off x="-1965754" y="4690351"/>
              <a:ext cx="344009" cy="92275"/>
            </a:xfrm>
            <a:custGeom>
              <a:avLst/>
              <a:gdLst/>
              <a:ahLst/>
              <a:cxnLst/>
              <a:rect l="l" t="t" r="r" b="b"/>
              <a:pathLst>
                <a:path w="8597" h="2306" fill="none" extrusionOk="0">
                  <a:moveTo>
                    <a:pt x="0" y="2306"/>
                  </a:moveTo>
                  <a:cubicBezTo>
                    <a:pt x="0" y="677"/>
                    <a:pt x="2882" y="0"/>
                    <a:pt x="4311" y="0"/>
                  </a:cubicBezTo>
                  <a:cubicBezTo>
                    <a:pt x="6015" y="0"/>
                    <a:pt x="8597" y="627"/>
                    <a:pt x="8597"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6"/>
            <p:cNvSpPr/>
            <p:nvPr/>
          </p:nvSpPr>
          <p:spPr>
            <a:xfrm>
              <a:off x="-1791249" y="4692352"/>
              <a:ext cx="40" cy="107320"/>
            </a:xfrm>
            <a:custGeom>
              <a:avLst/>
              <a:gdLst/>
              <a:ahLst/>
              <a:cxnLst/>
              <a:rect l="l" t="t" r="r" b="b"/>
              <a:pathLst>
                <a:path w="1" h="2682" fill="none" extrusionOk="0">
                  <a:moveTo>
                    <a:pt x="0" y="2682"/>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6"/>
            <p:cNvSpPr/>
            <p:nvPr/>
          </p:nvSpPr>
          <p:spPr>
            <a:xfrm>
              <a:off x="-1649876" y="4769581"/>
              <a:ext cx="57221" cy="56181"/>
            </a:xfrm>
            <a:custGeom>
              <a:avLst/>
              <a:gdLst/>
              <a:ahLst/>
              <a:cxnLst/>
              <a:rect l="l" t="t" r="r" b="b"/>
              <a:pathLst>
                <a:path w="1430" h="1404" extrusionOk="0">
                  <a:moveTo>
                    <a:pt x="703" y="0"/>
                  </a:moveTo>
                  <a:cubicBezTo>
                    <a:pt x="327" y="0"/>
                    <a:pt x="1" y="326"/>
                    <a:pt x="1" y="702"/>
                  </a:cubicBezTo>
                  <a:cubicBezTo>
                    <a:pt x="1" y="1103"/>
                    <a:pt x="327" y="1404"/>
                    <a:pt x="703" y="1404"/>
                  </a:cubicBezTo>
                  <a:cubicBezTo>
                    <a:pt x="1104" y="1404"/>
                    <a:pt x="1429" y="1103"/>
                    <a:pt x="1429" y="702"/>
                  </a:cubicBezTo>
                  <a:cubicBezTo>
                    <a:pt x="1429" y="326"/>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6"/>
            <p:cNvSpPr/>
            <p:nvPr/>
          </p:nvSpPr>
          <p:spPr>
            <a:xfrm>
              <a:off x="-1820339" y="4769581"/>
              <a:ext cx="56181" cy="56181"/>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6"/>
            <p:cNvSpPr/>
            <p:nvPr/>
          </p:nvSpPr>
          <p:spPr>
            <a:xfrm>
              <a:off x="-1990843" y="4769581"/>
              <a:ext cx="56221" cy="56181"/>
            </a:xfrm>
            <a:custGeom>
              <a:avLst/>
              <a:gdLst/>
              <a:ahLst/>
              <a:cxnLst/>
              <a:rect l="l" t="t" r="r" b="b"/>
              <a:pathLst>
                <a:path w="1405" h="1404" extrusionOk="0">
                  <a:moveTo>
                    <a:pt x="702" y="0"/>
                  </a:moveTo>
                  <a:cubicBezTo>
                    <a:pt x="301" y="0"/>
                    <a:pt x="1" y="326"/>
                    <a:pt x="1" y="702"/>
                  </a:cubicBezTo>
                  <a:cubicBezTo>
                    <a:pt x="1" y="1103"/>
                    <a:pt x="301"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6"/>
            <p:cNvSpPr/>
            <p:nvPr/>
          </p:nvSpPr>
          <p:spPr>
            <a:xfrm>
              <a:off x="-2071073" y="3590179"/>
              <a:ext cx="694020" cy="709066"/>
            </a:xfrm>
            <a:custGeom>
              <a:avLst/>
              <a:gdLst/>
              <a:ahLst/>
              <a:cxnLst/>
              <a:rect l="l" t="t" r="r" b="b"/>
              <a:pathLst>
                <a:path w="17344" h="17720" extrusionOk="0">
                  <a:moveTo>
                    <a:pt x="3334" y="0"/>
                  </a:moveTo>
                  <a:cubicBezTo>
                    <a:pt x="1504" y="0"/>
                    <a:pt x="1" y="1329"/>
                    <a:pt x="1" y="2958"/>
                  </a:cubicBezTo>
                  <a:lnTo>
                    <a:pt x="1" y="13484"/>
                  </a:lnTo>
                  <a:cubicBezTo>
                    <a:pt x="1" y="15815"/>
                    <a:pt x="2156" y="17720"/>
                    <a:pt x="4788" y="17720"/>
                  </a:cubicBezTo>
                  <a:lnTo>
                    <a:pt x="16793" y="17720"/>
                  </a:lnTo>
                  <a:cubicBezTo>
                    <a:pt x="17093" y="17720"/>
                    <a:pt x="17344" y="17494"/>
                    <a:pt x="17344" y="17218"/>
                  </a:cubicBezTo>
                  <a:cubicBezTo>
                    <a:pt x="17344" y="16943"/>
                    <a:pt x="17093" y="16717"/>
                    <a:pt x="16793" y="16717"/>
                  </a:cubicBezTo>
                  <a:lnTo>
                    <a:pt x="15289" y="16717"/>
                  </a:lnTo>
                  <a:cubicBezTo>
                    <a:pt x="12557" y="16717"/>
                    <a:pt x="10351" y="14787"/>
                    <a:pt x="10351" y="12381"/>
                  </a:cubicBezTo>
                  <a:lnTo>
                    <a:pt x="10351" y="2958"/>
                  </a:lnTo>
                  <a:cubicBezTo>
                    <a:pt x="10351" y="1329"/>
                    <a:pt x="8873" y="0"/>
                    <a:pt x="701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6"/>
            <p:cNvSpPr/>
            <p:nvPr/>
          </p:nvSpPr>
          <p:spPr>
            <a:xfrm>
              <a:off x="-2164348" y="3003119"/>
              <a:ext cx="479420" cy="487503"/>
            </a:xfrm>
            <a:custGeom>
              <a:avLst/>
              <a:gdLst/>
              <a:ahLst/>
              <a:cxnLst/>
              <a:rect l="l" t="t" r="r" b="b"/>
              <a:pathLst>
                <a:path w="11981" h="12183" extrusionOk="0">
                  <a:moveTo>
                    <a:pt x="10174" y="0"/>
                  </a:moveTo>
                  <a:cubicBezTo>
                    <a:pt x="9983" y="0"/>
                    <a:pt x="9791" y="33"/>
                    <a:pt x="9600" y="110"/>
                  </a:cubicBezTo>
                  <a:cubicBezTo>
                    <a:pt x="9023" y="360"/>
                    <a:pt x="8723" y="962"/>
                    <a:pt x="8196" y="1313"/>
                  </a:cubicBezTo>
                  <a:cubicBezTo>
                    <a:pt x="7670" y="1689"/>
                    <a:pt x="6993" y="1714"/>
                    <a:pt x="6317" y="1764"/>
                  </a:cubicBezTo>
                  <a:cubicBezTo>
                    <a:pt x="5815" y="1789"/>
                    <a:pt x="5314" y="1814"/>
                    <a:pt x="4863" y="1964"/>
                  </a:cubicBezTo>
                  <a:cubicBezTo>
                    <a:pt x="3961" y="2290"/>
                    <a:pt x="3535" y="2992"/>
                    <a:pt x="3058" y="3744"/>
                  </a:cubicBezTo>
                  <a:cubicBezTo>
                    <a:pt x="2607" y="4496"/>
                    <a:pt x="1830" y="4972"/>
                    <a:pt x="1229" y="5624"/>
                  </a:cubicBezTo>
                  <a:cubicBezTo>
                    <a:pt x="151" y="6852"/>
                    <a:pt x="1" y="8807"/>
                    <a:pt x="903" y="10185"/>
                  </a:cubicBezTo>
                  <a:cubicBezTo>
                    <a:pt x="1204" y="10636"/>
                    <a:pt x="1580" y="11012"/>
                    <a:pt x="2006" y="11338"/>
                  </a:cubicBezTo>
                  <a:cubicBezTo>
                    <a:pt x="2784" y="11921"/>
                    <a:pt x="3716" y="12182"/>
                    <a:pt x="4669" y="12182"/>
                  </a:cubicBezTo>
                  <a:cubicBezTo>
                    <a:pt x="6664" y="12182"/>
                    <a:pt x="8750" y="11038"/>
                    <a:pt x="9700" y="9308"/>
                  </a:cubicBezTo>
                  <a:cubicBezTo>
                    <a:pt x="10427" y="7979"/>
                    <a:pt x="10151" y="6325"/>
                    <a:pt x="9850" y="4822"/>
                  </a:cubicBezTo>
                  <a:cubicBezTo>
                    <a:pt x="9700" y="3994"/>
                    <a:pt x="9775" y="3368"/>
                    <a:pt x="10627" y="2942"/>
                  </a:cubicBezTo>
                  <a:cubicBezTo>
                    <a:pt x="10853" y="2817"/>
                    <a:pt x="11104" y="2741"/>
                    <a:pt x="11304" y="2616"/>
                  </a:cubicBezTo>
                  <a:cubicBezTo>
                    <a:pt x="11805" y="2290"/>
                    <a:pt x="11981" y="1563"/>
                    <a:pt x="11755" y="1012"/>
                  </a:cubicBezTo>
                  <a:cubicBezTo>
                    <a:pt x="11530" y="461"/>
                    <a:pt x="10953" y="85"/>
                    <a:pt x="10352" y="9"/>
                  </a:cubicBezTo>
                  <a:cubicBezTo>
                    <a:pt x="10292" y="4"/>
                    <a:pt x="10233" y="0"/>
                    <a:pt x="101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6"/>
            <p:cNvSpPr/>
            <p:nvPr/>
          </p:nvSpPr>
          <p:spPr>
            <a:xfrm>
              <a:off x="-1281818" y="3383582"/>
              <a:ext cx="42176" cy="13085"/>
            </a:xfrm>
            <a:custGeom>
              <a:avLst/>
              <a:gdLst/>
              <a:ahLst/>
              <a:cxnLst/>
              <a:rect l="l" t="t" r="r" b="b"/>
              <a:pathLst>
                <a:path w="1054" h="327" extrusionOk="0">
                  <a:moveTo>
                    <a:pt x="26" y="0"/>
                  </a:moveTo>
                  <a:cubicBezTo>
                    <a:pt x="1" y="25"/>
                    <a:pt x="1" y="50"/>
                    <a:pt x="26" y="75"/>
                  </a:cubicBezTo>
                  <a:cubicBezTo>
                    <a:pt x="126" y="251"/>
                    <a:pt x="327" y="326"/>
                    <a:pt x="527" y="326"/>
                  </a:cubicBezTo>
                  <a:cubicBezTo>
                    <a:pt x="728" y="301"/>
                    <a:pt x="903" y="201"/>
                    <a:pt x="1054" y="75"/>
                  </a:cubicBezTo>
                  <a:lnTo>
                    <a:pt x="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36"/>
          <p:cNvGrpSpPr/>
          <p:nvPr/>
        </p:nvGrpSpPr>
        <p:grpSpPr>
          <a:xfrm>
            <a:off x="3130830" y="3708736"/>
            <a:ext cx="614415" cy="895101"/>
            <a:chOff x="4393218" y="3866890"/>
            <a:chExt cx="567799" cy="827189"/>
          </a:xfrm>
        </p:grpSpPr>
        <p:sp>
          <p:nvSpPr>
            <p:cNvPr id="1048" name="Google Shape;1048;p36"/>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831;p31">
            <a:extLst>
              <a:ext uri="{FF2B5EF4-FFF2-40B4-BE49-F238E27FC236}">
                <a16:creationId xmlns:a16="http://schemas.microsoft.com/office/drawing/2014/main" id="{42E50646-19C7-D19F-DFC8-47A966E8E7B4}"/>
              </a:ext>
            </a:extLst>
          </p:cNvPr>
          <p:cNvSpPr txBox="1">
            <a:spLocks/>
          </p:cNvSpPr>
          <p:nvPr/>
        </p:nvSpPr>
        <p:spPr>
          <a:xfrm>
            <a:off x="818325" y="6579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1" name="Google Shape;831;p31">
            <a:extLst>
              <a:ext uri="{FF2B5EF4-FFF2-40B4-BE49-F238E27FC236}">
                <a16:creationId xmlns:a16="http://schemas.microsoft.com/office/drawing/2014/main" id="{35C9720A-7C8C-C061-29CA-BFEF8B296735}"/>
              </a:ext>
            </a:extLst>
          </p:cNvPr>
          <p:cNvSpPr txBox="1">
            <a:spLocks/>
          </p:cNvSpPr>
          <p:nvPr/>
        </p:nvSpPr>
        <p:spPr>
          <a:xfrm>
            <a:off x="970725" y="8103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4" name="TextBox 13">
            <a:extLst>
              <a:ext uri="{FF2B5EF4-FFF2-40B4-BE49-F238E27FC236}">
                <a16:creationId xmlns:a16="http://schemas.microsoft.com/office/drawing/2014/main" id="{0A2C438A-BE07-53C1-4DA3-6457E9A7339F}"/>
              </a:ext>
            </a:extLst>
          </p:cNvPr>
          <p:cNvSpPr txBox="1"/>
          <p:nvPr/>
        </p:nvSpPr>
        <p:spPr>
          <a:xfrm>
            <a:off x="5534376" y="605469"/>
            <a:ext cx="1948464" cy="1631216"/>
          </a:xfrm>
          <a:prstGeom prst="rect">
            <a:avLst/>
          </a:prstGeom>
          <a:noFill/>
        </p:spPr>
        <p:txBody>
          <a:bodyPr wrap="square" rtlCol="0">
            <a:spAutoFit/>
          </a:bodyPr>
          <a:lstStyle/>
          <a:p>
            <a:r>
              <a:rPr lang="en-US" sz="10000" dirty="0">
                <a:solidFill>
                  <a:schemeClr val="bg2"/>
                </a:solidFill>
              </a:rPr>
              <a:t>05</a:t>
            </a:r>
            <a:endParaRPr lang="en-IN" sz="10000" dirty="0">
              <a:solidFill>
                <a:schemeClr val="bg2"/>
              </a:solidFill>
            </a:endParaRPr>
          </a:p>
        </p:txBody>
      </p:sp>
      <p:cxnSp>
        <p:nvCxnSpPr>
          <p:cNvPr id="15" name="Google Shape;878;p31">
            <a:extLst>
              <a:ext uri="{FF2B5EF4-FFF2-40B4-BE49-F238E27FC236}">
                <a16:creationId xmlns:a16="http://schemas.microsoft.com/office/drawing/2014/main" id="{D03B8D52-4A3B-79E6-EF07-22EA49CE9176}"/>
              </a:ext>
            </a:extLst>
          </p:cNvPr>
          <p:cNvCxnSpPr/>
          <p:nvPr/>
        </p:nvCxnSpPr>
        <p:spPr>
          <a:xfrm>
            <a:off x="5442417" y="2300460"/>
            <a:ext cx="1732800" cy="0"/>
          </a:xfrm>
          <a:prstGeom prst="straightConnector1">
            <a:avLst/>
          </a:prstGeom>
          <a:noFill/>
          <a:ln w="19050" cap="flat" cmpd="sng">
            <a:solidFill>
              <a:schemeClr val="dk1"/>
            </a:solidFill>
            <a:prstDash val="solid"/>
            <a:round/>
            <a:headEnd type="none" w="med" len="med"/>
            <a:tailEnd type="none" w="med" len="med"/>
          </a:ln>
        </p:spPr>
      </p:cxnSp>
      <p:sp>
        <p:nvSpPr>
          <p:cNvPr id="16" name="TextBox 15">
            <a:extLst>
              <a:ext uri="{FF2B5EF4-FFF2-40B4-BE49-F238E27FC236}">
                <a16:creationId xmlns:a16="http://schemas.microsoft.com/office/drawing/2014/main" id="{5506912E-6CE0-457B-F2A9-83DFFDF4FDC6}"/>
              </a:ext>
            </a:extLst>
          </p:cNvPr>
          <p:cNvSpPr txBox="1"/>
          <p:nvPr/>
        </p:nvSpPr>
        <p:spPr>
          <a:xfrm>
            <a:off x="3854022" y="2391900"/>
            <a:ext cx="4149709" cy="2246769"/>
          </a:xfrm>
          <a:prstGeom prst="rect">
            <a:avLst/>
          </a:prstGeom>
          <a:noFill/>
        </p:spPr>
        <p:txBody>
          <a:bodyPr wrap="square" rtlCol="0">
            <a:spAutoFit/>
          </a:bodyPr>
          <a:lstStyle/>
          <a:p>
            <a:pPr algn="r"/>
            <a:r>
              <a:rPr lang="en-US" sz="2800" b="1" dirty="0"/>
              <a:t>Future Integration of Generative AI with IoT, Public Data, and Environmental Planning</a:t>
            </a:r>
            <a:endParaRPr lang="en-IN" sz="28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cxnSp>
        <p:nvCxnSpPr>
          <p:cNvPr id="1066" name="Google Shape;1066;p37"/>
          <p:cNvCxnSpPr>
            <a:cxnSpLocks/>
          </p:cNvCxnSpPr>
          <p:nvPr/>
        </p:nvCxnSpPr>
        <p:spPr>
          <a:xfrm>
            <a:off x="1206257" y="1340410"/>
            <a:ext cx="7217742" cy="0"/>
          </a:xfrm>
          <a:prstGeom prst="straightConnector1">
            <a:avLst/>
          </a:prstGeom>
          <a:noFill/>
          <a:ln w="19050" cap="flat" cmpd="sng">
            <a:solidFill>
              <a:schemeClr val="dk1"/>
            </a:solidFill>
            <a:prstDash val="solid"/>
            <a:round/>
            <a:headEnd type="none" w="med" len="med"/>
            <a:tailEnd type="none" w="med" len="med"/>
          </a:ln>
        </p:spPr>
      </p:cxnSp>
      <p:grpSp>
        <p:nvGrpSpPr>
          <p:cNvPr id="1111" name="Google Shape;1111;p37"/>
          <p:cNvGrpSpPr/>
          <p:nvPr/>
        </p:nvGrpSpPr>
        <p:grpSpPr>
          <a:xfrm>
            <a:off x="669650" y="0"/>
            <a:ext cx="422503" cy="1832059"/>
            <a:chOff x="7093138" y="727500"/>
            <a:chExt cx="422503" cy="1832059"/>
          </a:xfrm>
        </p:grpSpPr>
        <p:sp>
          <p:nvSpPr>
            <p:cNvPr id="1112" name="Google Shape;1112;p37"/>
            <p:cNvSpPr/>
            <p:nvPr/>
          </p:nvSpPr>
          <p:spPr>
            <a:xfrm>
              <a:off x="7246525" y="2440303"/>
              <a:ext cx="119221" cy="119256"/>
            </a:xfrm>
            <a:custGeom>
              <a:avLst/>
              <a:gdLst/>
              <a:ahLst/>
              <a:cxnLst/>
              <a:rect l="l" t="t" r="r" b="b"/>
              <a:pathLst>
                <a:path w="3409" h="3410" extrusionOk="0">
                  <a:moveTo>
                    <a:pt x="1705" y="1"/>
                  </a:moveTo>
                  <a:cubicBezTo>
                    <a:pt x="777" y="1"/>
                    <a:pt x="0" y="752"/>
                    <a:pt x="0" y="1705"/>
                  </a:cubicBezTo>
                  <a:cubicBezTo>
                    <a:pt x="0" y="2657"/>
                    <a:pt x="777" y="3409"/>
                    <a:pt x="1705" y="3409"/>
                  </a:cubicBezTo>
                  <a:cubicBezTo>
                    <a:pt x="2657" y="3409"/>
                    <a:pt x="3409" y="2657"/>
                    <a:pt x="3409" y="1705"/>
                  </a:cubicBezTo>
                  <a:cubicBezTo>
                    <a:pt x="3409" y="752"/>
                    <a:pt x="2657"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p:cNvSpPr/>
            <p:nvPr/>
          </p:nvSpPr>
          <p:spPr>
            <a:xfrm>
              <a:off x="7093138" y="2264989"/>
              <a:ext cx="422503" cy="213052"/>
            </a:xfrm>
            <a:custGeom>
              <a:avLst/>
              <a:gdLst/>
              <a:ahLst/>
              <a:cxnLst/>
              <a:rect l="l" t="t" r="r" b="b"/>
              <a:pathLst>
                <a:path w="12081" h="6092" extrusionOk="0">
                  <a:moveTo>
                    <a:pt x="6040" y="1"/>
                  </a:moveTo>
                  <a:cubicBezTo>
                    <a:pt x="2707" y="1"/>
                    <a:pt x="0" y="2708"/>
                    <a:pt x="0" y="6041"/>
                  </a:cubicBezTo>
                  <a:lnTo>
                    <a:pt x="0" y="6091"/>
                  </a:lnTo>
                  <a:lnTo>
                    <a:pt x="12081" y="6091"/>
                  </a:lnTo>
                  <a:lnTo>
                    <a:pt x="12081" y="6041"/>
                  </a:lnTo>
                  <a:cubicBezTo>
                    <a:pt x="12081" y="2708"/>
                    <a:pt x="9374" y="1"/>
                    <a:pt x="6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37"/>
            <p:cNvCxnSpPr/>
            <p:nvPr/>
          </p:nvCxnSpPr>
          <p:spPr>
            <a:xfrm rot="10800000">
              <a:off x="7304385" y="727500"/>
              <a:ext cx="0" cy="1537500"/>
            </a:xfrm>
            <a:prstGeom prst="straightConnector1">
              <a:avLst/>
            </a:prstGeom>
            <a:noFill/>
            <a:ln w="19050" cap="flat" cmpd="sng">
              <a:solidFill>
                <a:schemeClr val="dk1"/>
              </a:solidFill>
              <a:prstDash val="solid"/>
              <a:round/>
              <a:headEnd type="none" w="med" len="med"/>
              <a:tailEnd type="none" w="med" len="med"/>
            </a:ln>
          </p:spPr>
        </p:cxnSp>
      </p:grpSp>
      <p:grpSp>
        <p:nvGrpSpPr>
          <p:cNvPr id="1115" name="Google Shape;1115;p37"/>
          <p:cNvGrpSpPr/>
          <p:nvPr/>
        </p:nvGrpSpPr>
        <p:grpSpPr>
          <a:xfrm>
            <a:off x="8541491" y="0"/>
            <a:ext cx="422503" cy="1286059"/>
            <a:chOff x="7856998" y="456300"/>
            <a:chExt cx="422503" cy="1286059"/>
          </a:xfrm>
        </p:grpSpPr>
        <p:sp>
          <p:nvSpPr>
            <p:cNvPr id="1116" name="Google Shape;1116;p37"/>
            <p:cNvSpPr/>
            <p:nvPr/>
          </p:nvSpPr>
          <p:spPr>
            <a:xfrm>
              <a:off x="8011260" y="1623103"/>
              <a:ext cx="119256" cy="119256"/>
            </a:xfrm>
            <a:custGeom>
              <a:avLst/>
              <a:gdLst/>
              <a:ahLst/>
              <a:cxnLst/>
              <a:rect l="l" t="t" r="r" b="b"/>
              <a:pathLst>
                <a:path w="3410" h="3410" extrusionOk="0">
                  <a:moveTo>
                    <a:pt x="1705" y="1"/>
                  </a:moveTo>
                  <a:cubicBezTo>
                    <a:pt x="752" y="1"/>
                    <a:pt x="1" y="752"/>
                    <a:pt x="1" y="1705"/>
                  </a:cubicBezTo>
                  <a:cubicBezTo>
                    <a:pt x="1" y="2657"/>
                    <a:pt x="752" y="3409"/>
                    <a:pt x="1705" y="3409"/>
                  </a:cubicBezTo>
                  <a:cubicBezTo>
                    <a:pt x="2632" y="3409"/>
                    <a:pt x="3409" y="2657"/>
                    <a:pt x="3409" y="1705"/>
                  </a:cubicBezTo>
                  <a:cubicBezTo>
                    <a:pt x="3409" y="752"/>
                    <a:pt x="2632"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p:cNvSpPr/>
            <p:nvPr/>
          </p:nvSpPr>
          <p:spPr>
            <a:xfrm>
              <a:off x="7856998" y="1447789"/>
              <a:ext cx="422503" cy="213052"/>
            </a:xfrm>
            <a:custGeom>
              <a:avLst/>
              <a:gdLst/>
              <a:ahLst/>
              <a:cxnLst/>
              <a:rect l="l" t="t" r="r" b="b"/>
              <a:pathLst>
                <a:path w="12081" h="6092" extrusionOk="0">
                  <a:moveTo>
                    <a:pt x="6041" y="1"/>
                  </a:moveTo>
                  <a:cubicBezTo>
                    <a:pt x="2707" y="1"/>
                    <a:pt x="1" y="2708"/>
                    <a:pt x="1" y="6041"/>
                  </a:cubicBezTo>
                  <a:lnTo>
                    <a:pt x="1"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37"/>
            <p:cNvCxnSpPr/>
            <p:nvPr/>
          </p:nvCxnSpPr>
          <p:spPr>
            <a:xfrm rot="10800000">
              <a:off x="8068260" y="456300"/>
              <a:ext cx="0" cy="991500"/>
            </a:xfrm>
            <a:prstGeom prst="straightConnector1">
              <a:avLst/>
            </a:prstGeom>
            <a:noFill/>
            <a:ln w="19050" cap="flat" cmpd="sng">
              <a:solidFill>
                <a:schemeClr val="dk1"/>
              </a:solidFill>
              <a:prstDash val="solid"/>
              <a:round/>
              <a:headEnd type="none" w="med" len="med"/>
              <a:tailEnd type="none" w="med" len="med"/>
            </a:ln>
          </p:spPr>
        </p:cxnSp>
      </p:grpSp>
      <p:sp>
        <p:nvSpPr>
          <p:cNvPr id="12" name="TextBox 11">
            <a:extLst>
              <a:ext uri="{FF2B5EF4-FFF2-40B4-BE49-F238E27FC236}">
                <a16:creationId xmlns:a16="http://schemas.microsoft.com/office/drawing/2014/main" id="{90168B33-A084-4551-0274-987A182013B2}"/>
              </a:ext>
            </a:extLst>
          </p:cNvPr>
          <p:cNvSpPr txBox="1"/>
          <p:nvPr/>
        </p:nvSpPr>
        <p:spPr>
          <a:xfrm>
            <a:off x="2312020" y="1286059"/>
            <a:ext cx="1873404" cy="1367931"/>
          </a:xfrm>
          <a:prstGeom prst="rect">
            <a:avLst/>
          </a:prstGeom>
          <a:noFill/>
        </p:spPr>
        <p:txBody>
          <a:bodyPr wrap="square" rtlCol="0">
            <a:spAutoFit/>
          </a:bodyPr>
          <a:lstStyle/>
          <a:p>
            <a:endParaRPr lang="en-IN" dirty="0"/>
          </a:p>
        </p:txBody>
      </p:sp>
      <p:sp>
        <p:nvSpPr>
          <p:cNvPr id="13" name="Google Shape;901;p32">
            <a:extLst>
              <a:ext uri="{FF2B5EF4-FFF2-40B4-BE49-F238E27FC236}">
                <a16:creationId xmlns:a16="http://schemas.microsoft.com/office/drawing/2014/main" id="{9BC547D8-FEEA-1A09-FA2F-9251D88FE00A}"/>
              </a:ext>
            </a:extLst>
          </p:cNvPr>
          <p:cNvSpPr txBox="1">
            <a:spLocks noGrp="1"/>
          </p:cNvSpPr>
          <p:nvPr>
            <p:ph type="title"/>
          </p:nvPr>
        </p:nvSpPr>
        <p:spPr>
          <a:xfrm>
            <a:off x="1092142" y="539500"/>
            <a:ext cx="7331857" cy="572700"/>
          </a:xfrm>
          <a:prstGeom prst="rect">
            <a:avLst/>
          </a:prstGeom>
        </p:spPr>
        <p:txBody>
          <a:bodyPr spcFirstLastPara="1" wrap="square" lIns="91425" tIns="91425" rIns="91425" bIns="91425" anchor="t" anchorCtr="0">
            <a:noAutofit/>
          </a:bodyPr>
          <a:lstStyle/>
          <a:p>
            <a:r>
              <a:rPr lang="en-US" dirty="0">
                <a:solidFill>
                  <a:schemeClr val="dk2"/>
                </a:solidFill>
              </a:rPr>
              <a:t>IoT</a:t>
            </a:r>
            <a:r>
              <a:rPr lang="en-IN" b="1" dirty="0"/>
              <a:t> and AI Synergy</a:t>
            </a:r>
            <a:br>
              <a:rPr lang="en-IN" dirty="0"/>
            </a:br>
            <a:br>
              <a:rPr lang="en-IN" dirty="0"/>
            </a:br>
            <a:endParaRPr dirty="0"/>
          </a:p>
        </p:txBody>
      </p:sp>
      <p:sp>
        <p:nvSpPr>
          <p:cNvPr id="17" name="TextBox 16">
            <a:extLst>
              <a:ext uri="{FF2B5EF4-FFF2-40B4-BE49-F238E27FC236}">
                <a16:creationId xmlns:a16="http://schemas.microsoft.com/office/drawing/2014/main" id="{0E06904A-8BE2-F4FF-5ABB-949A04A9B6E0}"/>
              </a:ext>
            </a:extLst>
          </p:cNvPr>
          <p:cNvSpPr txBox="1"/>
          <p:nvPr/>
        </p:nvSpPr>
        <p:spPr>
          <a:xfrm>
            <a:off x="1245540" y="1750541"/>
            <a:ext cx="6668428" cy="2308324"/>
          </a:xfrm>
          <a:prstGeom prst="rect">
            <a:avLst/>
          </a:prstGeom>
          <a:noFill/>
        </p:spPr>
        <p:txBody>
          <a:bodyPr wrap="square" rtlCol="0">
            <a:sp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IoT devices provide real-time data on traffic, air quality, and energy usage.</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Analyze data for better decision-making in city operations.</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6">
          <a:extLst>
            <a:ext uri="{FF2B5EF4-FFF2-40B4-BE49-F238E27FC236}">
              <a16:creationId xmlns:a16="http://schemas.microsoft.com/office/drawing/2014/main" id="{96D31FEF-6E14-4B11-4F3A-54163973005E}"/>
            </a:ext>
          </a:extLst>
        </p:cNvPr>
        <p:cNvGrpSpPr/>
        <p:nvPr/>
      </p:nvGrpSpPr>
      <p:grpSpPr>
        <a:xfrm>
          <a:off x="0" y="0"/>
          <a:ext cx="0" cy="0"/>
          <a:chOff x="0" y="0"/>
          <a:chExt cx="0" cy="0"/>
        </a:xfrm>
      </p:grpSpPr>
      <p:cxnSp>
        <p:nvCxnSpPr>
          <p:cNvPr id="1066" name="Google Shape;1066;p37">
            <a:extLst>
              <a:ext uri="{FF2B5EF4-FFF2-40B4-BE49-F238E27FC236}">
                <a16:creationId xmlns:a16="http://schemas.microsoft.com/office/drawing/2014/main" id="{9463F465-EA03-0DCF-361D-1ED90FE96BF1}"/>
              </a:ext>
            </a:extLst>
          </p:cNvPr>
          <p:cNvCxnSpPr>
            <a:cxnSpLocks/>
          </p:cNvCxnSpPr>
          <p:nvPr/>
        </p:nvCxnSpPr>
        <p:spPr>
          <a:xfrm>
            <a:off x="1206257" y="1340410"/>
            <a:ext cx="7217742" cy="0"/>
          </a:xfrm>
          <a:prstGeom prst="straightConnector1">
            <a:avLst/>
          </a:prstGeom>
          <a:noFill/>
          <a:ln w="19050" cap="flat" cmpd="sng">
            <a:solidFill>
              <a:schemeClr val="dk1"/>
            </a:solidFill>
            <a:prstDash val="solid"/>
            <a:round/>
            <a:headEnd type="none" w="med" len="med"/>
            <a:tailEnd type="none" w="med" len="med"/>
          </a:ln>
        </p:spPr>
      </p:cxnSp>
      <p:grpSp>
        <p:nvGrpSpPr>
          <p:cNvPr id="1111" name="Google Shape;1111;p37">
            <a:extLst>
              <a:ext uri="{FF2B5EF4-FFF2-40B4-BE49-F238E27FC236}">
                <a16:creationId xmlns:a16="http://schemas.microsoft.com/office/drawing/2014/main" id="{DFD25B7F-524F-B2E5-7B90-5A4C5EFF79CB}"/>
              </a:ext>
            </a:extLst>
          </p:cNvPr>
          <p:cNvGrpSpPr/>
          <p:nvPr/>
        </p:nvGrpSpPr>
        <p:grpSpPr>
          <a:xfrm>
            <a:off x="669650" y="0"/>
            <a:ext cx="422503" cy="1832059"/>
            <a:chOff x="7093138" y="727500"/>
            <a:chExt cx="422503" cy="1832059"/>
          </a:xfrm>
        </p:grpSpPr>
        <p:sp>
          <p:nvSpPr>
            <p:cNvPr id="1112" name="Google Shape;1112;p37">
              <a:extLst>
                <a:ext uri="{FF2B5EF4-FFF2-40B4-BE49-F238E27FC236}">
                  <a16:creationId xmlns:a16="http://schemas.microsoft.com/office/drawing/2014/main" id="{662952CD-8D69-6876-E2A5-D3FDEABD0A64}"/>
                </a:ext>
              </a:extLst>
            </p:cNvPr>
            <p:cNvSpPr/>
            <p:nvPr/>
          </p:nvSpPr>
          <p:spPr>
            <a:xfrm>
              <a:off x="7246525" y="2440303"/>
              <a:ext cx="119221" cy="119256"/>
            </a:xfrm>
            <a:custGeom>
              <a:avLst/>
              <a:gdLst/>
              <a:ahLst/>
              <a:cxnLst/>
              <a:rect l="l" t="t" r="r" b="b"/>
              <a:pathLst>
                <a:path w="3409" h="3410" extrusionOk="0">
                  <a:moveTo>
                    <a:pt x="1705" y="1"/>
                  </a:moveTo>
                  <a:cubicBezTo>
                    <a:pt x="777" y="1"/>
                    <a:pt x="0" y="752"/>
                    <a:pt x="0" y="1705"/>
                  </a:cubicBezTo>
                  <a:cubicBezTo>
                    <a:pt x="0" y="2657"/>
                    <a:pt x="777" y="3409"/>
                    <a:pt x="1705" y="3409"/>
                  </a:cubicBezTo>
                  <a:cubicBezTo>
                    <a:pt x="2657" y="3409"/>
                    <a:pt x="3409" y="2657"/>
                    <a:pt x="3409" y="1705"/>
                  </a:cubicBezTo>
                  <a:cubicBezTo>
                    <a:pt x="3409" y="752"/>
                    <a:pt x="2657"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a:extLst>
                <a:ext uri="{FF2B5EF4-FFF2-40B4-BE49-F238E27FC236}">
                  <a16:creationId xmlns:a16="http://schemas.microsoft.com/office/drawing/2014/main" id="{04EA3E77-57E5-8207-919E-F0E2BF3D0ADA}"/>
                </a:ext>
              </a:extLst>
            </p:cNvPr>
            <p:cNvSpPr/>
            <p:nvPr/>
          </p:nvSpPr>
          <p:spPr>
            <a:xfrm>
              <a:off x="7093138" y="2264989"/>
              <a:ext cx="422503" cy="213052"/>
            </a:xfrm>
            <a:custGeom>
              <a:avLst/>
              <a:gdLst/>
              <a:ahLst/>
              <a:cxnLst/>
              <a:rect l="l" t="t" r="r" b="b"/>
              <a:pathLst>
                <a:path w="12081" h="6092" extrusionOk="0">
                  <a:moveTo>
                    <a:pt x="6040" y="1"/>
                  </a:moveTo>
                  <a:cubicBezTo>
                    <a:pt x="2707" y="1"/>
                    <a:pt x="0" y="2708"/>
                    <a:pt x="0" y="6041"/>
                  </a:cubicBezTo>
                  <a:lnTo>
                    <a:pt x="0" y="6091"/>
                  </a:lnTo>
                  <a:lnTo>
                    <a:pt x="12081" y="6091"/>
                  </a:lnTo>
                  <a:lnTo>
                    <a:pt x="12081" y="6041"/>
                  </a:lnTo>
                  <a:cubicBezTo>
                    <a:pt x="12081" y="2708"/>
                    <a:pt x="9374" y="1"/>
                    <a:pt x="6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37">
              <a:extLst>
                <a:ext uri="{FF2B5EF4-FFF2-40B4-BE49-F238E27FC236}">
                  <a16:creationId xmlns:a16="http://schemas.microsoft.com/office/drawing/2014/main" id="{6386EF8B-D686-659D-D005-E9281C50E6C4}"/>
                </a:ext>
              </a:extLst>
            </p:cNvPr>
            <p:cNvCxnSpPr/>
            <p:nvPr/>
          </p:nvCxnSpPr>
          <p:spPr>
            <a:xfrm rot="10800000">
              <a:off x="7304385" y="727500"/>
              <a:ext cx="0" cy="1537500"/>
            </a:xfrm>
            <a:prstGeom prst="straightConnector1">
              <a:avLst/>
            </a:prstGeom>
            <a:noFill/>
            <a:ln w="19050" cap="flat" cmpd="sng">
              <a:solidFill>
                <a:schemeClr val="dk1"/>
              </a:solidFill>
              <a:prstDash val="solid"/>
              <a:round/>
              <a:headEnd type="none" w="med" len="med"/>
              <a:tailEnd type="none" w="med" len="med"/>
            </a:ln>
          </p:spPr>
        </p:cxnSp>
      </p:grpSp>
      <p:grpSp>
        <p:nvGrpSpPr>
          <p:cNvPr id="1115" name="Google Shape;1115;p37">
            <a:extLst>
              <a:ext uri="{FF2B5EF4-FFF2-40B4-BE49-F238E27FC236}">
                <a16:creationId xmlns:a16="http://schemas.microsoft.com/office/drawing/2014/main" id="{7FAE9E46-5744-DFF4-0AC5-F1B4A0765ACC}"/>
              </a:ext>
            </a:extLst>
          </p:cNvPr>
          <p:cNvGrpSpPr/>
          <p:nvPr/>
        </p:nvGrpSpPr>
        <p:grpSpPr>
          <a:xfrm>
            <a:off x="8541491" y="0"/>
            <a:ext cx="422503" cy="1286059"/>
            <a:chOff x="7856998" y="456300"/>
            <a:chExt cx="422503" cy="1286059"/>
          </a:xfrm>
        </p:grpSpPr>
        <p:sp>
          <p:nvSpPr>
            <p:cNvPr id="1116" name="Google Shape;1116;p37">
              <a:extLst>
                <a:ext uri="{FF2B5EF4-FFF2-40B4-BE49-F238E27FC236}">
                  <a16:creationId xmlns:a16="http://schemas.microsoft.com/office/drawing/2014/main" id="{406319E2-9E22-A85B-1654-48F8B74DA453}"/>
                </a:ext>
              </a:extLst>
            </p:cNvPr>
            <p:cNvSpPr/>
            <p:nvPr/>
          </p:nvSpPr>
          <p:spPr>
            <a:xfrm>
              <a:off x="8011260" y="1623103"/>
              <a:ext cx="119256" cy="119256"/>
            </a:xfrm>
            <a:custGeom>
              <a:avLst/>
              <a:gdLst/>
              <a:ahLst/>
              <a:cxnLst/>
              <a:rect l="l" t="t" r="r" b="b"/>
              <a:pathLst>
                <a:path w="3410" h="3410" extrusionOk="0">
                  <a:moveTo>
                    <a:pt x="1705" y="1"/>
                  </a:moveTo>
                  <a:cubicBezTo>
                    <a:pt x="752" y="1"/>
                    <a:pt x="1" y="752"/>
                    <a:pt x="1" y="1705"/>
                  </a:cubicBezTo>
                  <a:cubicBezTo>
                    <a:pt x="1" y="2657"/>
                    <a:pt x="752" y="3409"/>
                    <a:pt x="1705" y="3409"/>
                  </a:cubicBezTo>
                  <a:cubicBezTo>
                    <a:pt x="2632" y="3409"/>
                    <a:pt x="3409" y="2657"/>
                    <a:pt x="3409" y="1705"/>
                  </a:cubicBezTo>
                  <a:cubicBezTo>
                    <a:pt x="3409" y="752"/>
                    <a:pt x="2632"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a:extLst>
                <a:ext uri="{FF2B5EF4-FFF2-40B4-BE49-F238E27FC236}">
                  <a16:creationId xmlns:a16="http://schemas.microsoft.com/office/drawing/2014/main" id="{D9E07264-CC3B-68B9-52FF-2A10E5F1208B}"/>
                </a:ext>
              </a:extLst>
            </p:cNvPr>
            <p:cNvSpPr/>
            <p:nvPr/>
          </p:nvSpPr>
          <p:spPr>
            <a:xfrm>
              <a:off x="7856998" y="1447789"/>
              <a:ext cx="422503" cy="213052"/>
            </a:xfrm>
            <a:custGeom>
              <a:avLst/>
              <a:gdLst/>
              <a:ahLst/>
              <a:cxnLst/>
              <a:rect l="l" t="t" r="r" b="b"/>
              <a:pathLst>
                <a:path w="12081" h="6092" extrusionOk="0">
                  <a:moveTo>
                    <a:pt x="6041" y="1"/>
                  </a:moveTo>
                  <a:cubicBezTo>
                    <a:pt x="2707" y="1"/>
                    <a:pt x="1" y="2708"/>
                    <a:pt x="1" y="6041"/>
                  </a:cubicBezTo>
                  <a:lnTo>
                    <a:pt x="1"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37">
              <a:extLst>
                <a:ext uri="{FF2B5EF4-FFF2-40B4-BE49-F238E27FC236}">
                  <a16:creationId xmlns:a16="http://schemas.microsoft.com/office/drawing/2014/main" id="{4024F943-5BC0-77DC-B38A-490CDC949297}"/>
                </a:ext>
              </a:extLst>
            </p:cNvPr>
            <p:cNvCxnSpPr/>
            <p:nvPr/>
          </p:nvCxnSpPr>
          <p:spPr>
            <a:xfrm rot="10800000">
              <a:off x="8068260" y="456300"/>
              <a:ext cx="0" cy="991500"/>
            </a:xfrm>
            <a:prstGeom prst="straightConnector1">
              <a:avLst/>
            </a:prstGeom>
            <a:noFill/>
            <a:ln w="19050" cap="flat" cmpd="sng">
              <a:solidFill>
                <a:schemeClr val="dk1"/>
              </a:solidFill>
              <a:prstDash val="solid"/>
              <a:round/>
              <a:headEnd type="none" w="med" len="med"/>
              <a:tailEnd type="none" w="med" len="med"/>
            </a:ln>
          </p:spPr>
        </p:cxnSp>
      </p:grpSp>
      <p:sp>
        <p:nvSpPr>
          <p:cNvPr id="12" name="TextBox 11">
            <a:extLst>
              <a:ext uri="{FF2B5EF4-FFF2-40B4-BE49-F238E27FC236}">
                <a16:creationId xmlns:a16="http://schemas.microsoft.com/office/drawing/2014/main" id="{6CEF88A5-8E5E-4EBB-1982-AD75A7B86BDE}"/>
              </a:ext>
            </a:extLst>
          </p:cNvPr>
          <p:cNvSpPr txBox="1"/>
          <p:nvPr/>
        </p:nvSpPr>
        <p:spPr>
          <a:xfrm>
            <a:off x="2312020" y="1286059"/>
            <a:ext cx="1873404" cy="1367931"/>
          </a:xfrm>
          <a:prstGeom prst="rect">
            <a:avLst/>
          </a:prstGeom>
          <a:noFill/>
        </p:spPr>
        <p:txBody>
          <a:bodyPr wrap="square" rtlCol="0">
            <a:spAutoFit/>
          </a:bodyPr>
          <a:lstStyle/>
          <a:p>
            <a:endParaRPr lang="en-IN" dirty="0"/>
          </a:p>
        </p:txBody>
      </p:sp>
      <p:sp>
        <p:nvSpPr>
          <p:cNvPr id="13" name="Google Shape;901;p32">
            <a:extLst>
              <a:ext uri="{FF2B5EF4-FFF2-40B4-BE49-F238E27FC236}">
                <a16:creationId xmlns:a16="http://schemas.microsoft.com/office/drawing/2014/main" id="{F983D72B-0869-E4D5-D3F2-DB130E2D37B9}"/>
              </a:ext>
            </a:extLst>
          </p:cNvPr>
          <p:cNvSpPr txBox="1">
            <a:spLocks noGrp="1"/>
          </p:cNvSpPr>
          <p:nvPr>
            <p:ph type="title"/>
          </p:nvPr>
        </p:nvSpPr>
        <p:spPr>
          <a:xfrm>
            <a:off x="1092142" y="539500"/>
            <a:ext cx="7331857" cy="572700"/>
          </a:xfrm>
          <a:prstGeom prst="rect">
            <a:avLst/>
          </a:prstGeom>
        </p:spPr>
        <p:txBody>
          <a:bodyPr spcFirstLastPara="1" wrap="square" lIns="91425" tIns="91425" rIns="91425" bIns="91425" anchor="t" anchorCtr="0">
            <a:noAutofit/>
          </a:bodyPr>
          <a:lstStyle/>
          <a:p>
            <a:r>
              <a:rPr lang="en-US" dirty="0">
                <a:solidFill>
                  <a:schemeClr val="dk2"/>
                </a:solidFill>
              </a:rPr>
              <a:t>Public </a:t>
            </a:r>
            <a:r>
              <a:rPr lang="en-IN" dirty="0"/>
              <a:t>Data Integration</a:t>
            </a:r>
            <a:br>
              <a:rPr lang="en-IN" dirty="0"/>
            </a:br>
            <a:br>
              <a:rPr lang="en-IN" dirty="0"/>
            </a:br>
            <a:endParaRPr dirty="0"/>
          </a:p>
        </p:txBody>
      </p:sp>
      <p:sp>
        <p:nvSpPr>
          <p:cNvPr id="17" name="TextBox 16">
            <a:extLst>
              <a:ext uri="{FF2B5EF4-FFF2-40B4-BE49-F238E27FC236}">
                <a16:creationId xmlns:a16="http://schemas.microsoft.com/office/drawing/2014/main" id="{BB77E05E-EDF3-4C15-2517-B54015C50629}"/>
              </a:ext>
            </a:extLst>
          </p:cNvPr>
          <p:cNvSpPr txBox="1"/>
          <p:nvPr/>
        </p:nvSpPr>
        <p:spPr>
          <a:xfrm>
            <a:off x="1206257" y="1750541"/>
            <a:ext cx="6798206" cy="2308324"/>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Governments can release public datasets (e.g., census, transportation) to allow AI models to plan cities based on real-world needs.</a:t>
            </a:r>
          </a:p>
          <a:p>
            <a:pPr marL="457200" indent="-4572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AI using public transport data to plan optimal routes and reduce congestion.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975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6">
          <a:extLst>
            <a:ext uri="{FF2B5EF4-FFF2-40B4-BE49-F238E27FC236}">
              <a16:creationId xmlns:a16="http://schemas.microsoft.com/office/drawing/2014/main" id="{80250D8C-8758-1D57-863C-5BE2F5923AAB}"/>
            </a:ext>
          </a:extLst>
        </p:cNvPr>
        <p:cNvGrpSpPr/>
        <p:nvPr/>
      </p:nvGrpSpPr>
      <p:grpSpPr>
        <a:xfrm>
          <a:off x="0" y="0"/>
          <a:ext cx="0" cy="0"/>
          <a:chOff x="0" y="0"/>
          <a:chExt cx="0" cy="0"/>
        </a:xfrm>
      </p:grpSpPr>
      <p:cxnSp>
        <p:nvCxnSpPr>
          <p:cNvPr id="1066" name="Google Shape;1066;p37">
            <a:extLst>
              <a:ext uri="{FF2B5EF4-FFF2-40B4-BE49-F238E27FC236}">
                <a16:creationId xmlns:a16="http://schemas.microsoft.com/office/drawing/2014/main" id="{4A76C070-1A67-47BB-16A2-56F9C3C85164}"/>
              </a:ext>
            </a:extLst>
          </p:cNvPr>
          <p:cNvCxnSpPr>
            <a:cxnSpLocks/>
          </p:cNvCxnSpPr>
          <p:nvPr/>
        </p:nvCxnSpPr>
        <p:spPr>
          <a:xfrm>
            <a:off x="1206257" y="1340410"/>
            <a:ext cx="7217742" cy="0"/>
          </a:xfrm>
          <a:prstGeom prst="straightConnector1">
            <a:avLst/>
          </a:prstGeom>
          <a:noFill/>
          <a:ln w="19050" cap="flat" cmpd="sng">
            <a:solidFill>
              <a:schemeClr val="dk1"/>
            </a:solidFill>
            <a:prstDash val="solid"/>
            <a:round/>
            <a:headEnd type="none" w="med" len="med"/>
            <a:tailEnd type="none" w="med" len="med"/>
          </a:ln>
        </p:spPr>
      </p:cxnSp>
      <p:grpSp>
        <p:nvGrpSpPr>
          <p:cNvPr id="1111" name="Google Shape;1111;p37">
            <a:extLst>
              <a:ext uri="{FF2B5EF4-FFF2-40B4-BE49-F238E27FC236}">
                <a16:creationId xmlns:a16="http://schemas.microsoft.com/office/drawing/2014/main" id="{D76CC691-74D9-2271-5DB0-3F363D89348B}"/>
              </a:ext>
            </a:extLst>
          </p:cNvPr>
          <p:cNvGrpSpPr/>
          <p:nvPr/>
        </p:nvGrpSpPr>
        <p:grpSpPr>
          <a:xfrm>
            <a:off x="669650" y="0"/>
            <a:ext cx="422503" cy="1832059"/>
            <a:chOff x="7093138" y="727500"/>
            <a:chExt cx="422503" cy="1832059"/>
          </a:xfrm>
        </p:grpSpPr>
        <p:sp>
          <p:nvSpPr>
            <p:cNvPr id="1112" name="Google Shape;1112;p37">
              <a:extLst>
                <a:ext uri="{FF2B5EF4-FFF2-40B4-BE49-F238E27FC236}">
                  <a16:creationId xmlns:a16="http://schemas.microsoft.com/office/drawing/2014/main" id="{F92718DB-AB6C-9578-9932-17CE1FA5CD6F}"/>
                </a:ext>
              </a:extLst>
            </p:cNvPr>
            <p:cNvSpPr/>
            <p:nvPr/>
          </p:nvSpPr>
          <p:spPr>
            <a:xfrm>
              <a:off x="7246525" y="2440303"/>
              <a:ext cx="119221" cy="119256"/>
            </a:xfrm>
            <a:custGeom>
              <a:avLst/>
              <a:gdLst/>
              <a:ahLst/>
              <a:cxnLst/>
              <a:rect l="l" t="t" r="r" b="b"/>
              <a:pathLst>
                <a:path w="3409" h="3410" extrusionOk="0">
                  <a:moveTo>
                    <a:pt x="1705" y="1"/>
                  </a:moveTo>
                  <a:cubicBezTo>
                    <a:pt x="777" y="1"/>
                    <a:pt x="0" y="752"/>
                    <a:pt x="0" y="1705"/>
                  </a:cubicBezTo>
                  <a:cubicBezTo>
                    <a:pt x="0" y="2657"/>
                    <a:pt x="777" y="3409"/>
                    <a:pt x="1705" y="3409"/>
                  </a:cubicBezTo>
                  <a:cubicBezTo>
                    <a:pt x="2657" y="3409"/>
                    <a:pt x="3409" y="2657"/>
                    <a:pt x="3409" y="1705"/>
                  </a:cubicBezTo>
                  <a:cubicBezTo>
                    <a:pt x="3409" y="752"/>
                    <a:pt x="2657"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a:extLst>
                <a:ext uri="{FF2B5EF4-FFF2-40B4-BE49-F238E27FC236}">
                  <a16:creationId xmlns:a16="http://schemas.microsoft.com/office/drawing/2014/main" id="{88E8152C-E641-8A03-6489-5BD31DC2642B}"/>
                </a:ext>
              </a:extLst>
            </p:cNvPr>
            <p:cNvSpPr/>
            <p:nvPr/>
          </p:nvSpPr>
          <p:spPr>
            <a:xfrm>
              <a:off x="7093138" y="2264989"/>
              <a:ext cx="422503" cy="213052"/>
            </a:xfrm>
            <a:custGeom>
              <a:avLst/>
              <a:gdLst/>
              <a:ahLst/>
              <a:cxnLst/>
              <a:rect l="l" t="t" r="r" b="b"/>
              <a:pathLst>
                <a:path w="12081" h="6092" extrusionOk="0">
                  <a:moveTo>
                    <a:pt x="6040" y="1"/>
                  </a:moveTo>
                  <a:cubicBezTo>
                    <a:pt x="2707" y="1"/>
                    <a:pt x="0" y="2708"/>
                    <a:pt x="0" y="6041"/>
                  </a:cubicBezTo>
                  <a:lnTo>
                    <a:pt x="0" y="6091"/>
                  </a:lnTo>
                  <a:lnTo>
                    <a:pt x="12081" y="6091"/>
                  </a:lnTo>
                  <a:lnTo>
                    <a:pt x="12081" y="6041"/>
                  </a:lnTo>
                  <a:cubicBezTo>
                    <a:pt x="12081" y="2708"/>
                    <a:pt x="9374" y="1"/>
                    <a:pt x="6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37">
              <a:extLst>
                <a:ext uri="{FF2B5EF4-FFF2-40B4-BE49-F238E27FC236}">
                  <a16:creationId xmlns:a16="http://schemas.microsoft.com/office/drawing/2014/main" id="{1AF7CEB2-3228-F5F8-E7E5-7DCE0B814597}"/>
                </a:ext>
              </a:extLst>
            </p:cNvPr>
            <p:cNvCxnSpPr/>
            <p:nvPr/>
          </p:nvCxnSpPr>
          <p:spPr>
            <a:xfrm rot="10800000">
              <a:off x="7304385" y="727500"/>
              <a:ext cx="0" cy="1537500"/>
            </a:xfrm>
            <a:prstGeom prst="straightConnector1">
              <a:avLst/>
            </a:prstGeom>
            <a:noFill/>
            <a:ln w="19050" cap="flat" cmpd="sng">
              <a:solidFill>
                <a:schemeClr val="dk1"/>
              </a:solidFill>
              <a:prstDash val="solid"/>
              <a:round/>
              <a:headEnd type="none" w="med" len="med"/>
              <a:tailEnd type="none" w="med" len="med"/>
            </a:ln>
          </p:spPr>
        </p:cxnSp>
      </p:grpSp>
      <p:grpSp>
        <p:nvGrpSpPr>
          <p:cNvPr id="1115" name="Google Shape;1115;p37">
            <a:extLst>
              <a:ext uri="{FF2B5EF4-FFF2-40B4-BE49-F238E27FC236}">
                <a16:creationId xmlns:a16="http://schemas.microsoft.com/office/drawing/2014/main" id="{AF4AFF09-0CA9-5D5A-0EBA-0B2A8C77DAFC}"/>
              </a:ext>
            </a:extLst>
          </p:cNvPr>
          <p:cNvGrpSpPr/>
          <p:nvPr/>
        </p:nvGrpSpPr>
        <p:grpSpPr>
          <a:xfrm>
            <a:off x="8541491" y="0"/>
            <a:ext cx="422503" cy="1286059"/>
            <a:chOff x="7856998" y="456300"/>
            <a:chExt cx="422503" cy="1286059"/>
          </a:xfrm>
        </p:grpSpPr>
        <p:sp>
          <p:nvSpPr>
            <p:cNvPr id="1116" name="Google Shape;1116;p37">
              <a:extLst>
                <a:ext uri="{FF2B5EF4-FFF2-40B4-BE49-F238E27FC236}">
                  <a16:creationId xmlns:a16="http://schemas.microsoft.com/office/drawing/2014/main" id="{45F0FB5A-ADB2-52BB-CC96-7BD177299E05}"/>
                </a:ext>
              </a:extLst>
            </p:cNvPr>
            <p:cNvSpPr/>
            <p:nvPr/>
          </p:nvSpPr>
          <p:spPr>
            <a:xfrm>
              <a:off x="8011260" y="1623103"/>
              <a:ext cx="119256" cy="119256"/>
            </a:xfrm>
            <a:custGeom>
              <a:avLst/>
              <a:gdLst/>
              <a:ahLst/>
              <a:cxnLst/>
              <a:rect l="l" t="t" r="r" b="b"/>
              <a:pathLst>
                <a:path w="3410" h="3410" extrusionOk="0">
                  <a:moveTo>
                    <a:pt x="1705" y="1"/>
                  </a:moveTo>
                  <a:cubicBezTo>
                    <a:pt x="752" y="1"/>
                    <a:pt x="1" y="752"/>
                    <a:pt x="1" y="1705"/>
                  </a:cubicBezTo>
                  <a:cubicBezTo>
                    <a:pt x="1" y="2657"/>
                    <a:pt x="752" y="3409"/>
                    <a:pt x="1705" y="3409"/>
                  </a:cubicBezTo>
                  <a:cubicBezTo>
                    <a:pt x="2632" y="3409"/>
                    <a:pt x="3409" y="2657"/>
                    <a:pt x="3409" y="1705"/>
                  </a:cubicBezTo>
                  <a:cubicBezTo>
                    <a:pt x="3409" y="752"/>
                    <a:pt x="2632"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a:extLst>
                <a:ext uri="{FF2B5EF4-FFF2-40B4-BE49-F238E27FC236}">
                  <a16:creationId xmlns:a16="http://schemas.microsoft.com/office/drawing/2014/main" id="{527EABC7-80CF-F032-3218-EA82BC2C4E25}"/>
                </a:ext>
              </a:extLst>
            </p:cNvPr>
            <p:cNvSpPr/>
            <p:nvPr/>
          </p:nvSpPr>
          <p:spPr>
            <a:xfrm>
              <a:off x="7856998" y="1447789"/>
              <a:ext cx="422503" cy="213052"/>
            </a:xfrm>
            <a:custGeom>
              <a:avLst/>
              <a:gdLst/>
              <a:ahLst/>
              <a:cxnLst/>
              <a:rect l="l" t="t" r="r" b="b"/>
              <a:pathLst>
                <a:path w="12081" h="6092" extrusionOk="0">
                  <a:moveTo>
                    <a:pt x="6041" y="1"/>
                  </a:moveTo>
                  <a:cubicBezTo>
                    <a:pt x="2707" y="1"/>
                    <a:pt x="1" y="2708"/>
                    <a:pt x="1" y="6041"/>
                  </a:cubicBezTo>
                  <a:lnTo>
                    <a:pt x="1"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37">
              <a:extLst>
                <a:ext uri="{FF2B5EF4-FFF2-40B4-BE49-F238E27FC236}">
                  <a16:creationId xmlns:a16="http://schemas.microsoft.com/office/drawing/2014/main" id="{961E730E-4B1E-1E89-BBD1-C9D556F4CA06}"/>
                </a:ext>
              </a:extLst>
            </p:cNvPr>
            <p:cNvCxnSpPr/>
            <p:nvPr/>
          </p:nvCxnSpPr>
          <p:spPr>
            <a:xfrm rot="10800000">
              <a:off x="8068260" y="456300"/>
              <a:ext cx="0" cy="991500"/>
            </a:xfrm>
            <a:prstGeom prst="straightConnector1">
              <a:avLst/>
            </a:prstGeom>
            <a:noFill/>
            <a:ln w="19050" cap="flat" cmpd="sng">
              <a:solidFill>
                <a:schemeClr val="dk1"/>
              </a:solidFill>
              <a:prstDash val="solid"/>
              <a:round/>
              <a:headEnd type="none" w="med" len="med"/>
              <a:tailEnd type="none" w="med" len="med"/>
            </a:ln>
          </p:spPr>
        </p:cxnSp>
      </p:grpSp>
      <p:sp>
        <p:nvSpPr>
          <p:cNvPr id="12" name="TextBox 11">
            <a:extLst>
              <a:ext uri="{FF2B5EF4-FFF2-40B4-BE49-F238E27FC236}">
                <a16:creationId xmlns:a16="http://schemas.microsoft.com/office/drawing/2014/main" id="{8763EDA1-8389-4075-E84D-F45FEDF8DBE4}"/>
              </a:ext>
            </a:extLst>
          </p:cNvPr>
          <p:cNvSpPr txBox="1"/>
          <p:nvPr/>
        </p:nvSpPr>
        <p:spPr>
          <a:xfrm>
            <a:off x="2312020" y="1286059"/>
            <a:ext cx="1873404" cy="1367931"/>
          </a:xfrm>
          <a:prstGeom prst="rect">
            <a:avLst/>
          </a:prstGeom>
          <a:noFill/>
        </p:spPr>
        <p:txBody>
          <a:bodyPr wrap="square" rtlCol="0">
            <a:spAutoFit/>
          </a:bodyPr>
          <a:lstStyle/>
          <a:p>
            <a:endParaRPr lang="en-IN" dirty="0"/>
          </a:p>
        </p:txBody>
      </p:sp>
      <p:sp>
        <p:nvSpPr>
          <p:cNvPr id="13" name="Google Shape;901;p32">
            <a:extLst>
              <a:ext uri="{FF2B5EF4-FFF2-40B4-BE49-F238E27FC236}">
                <a16:creationId xmlns:a16="http://schemas.microsoft.com/office/drawing/2014/main" id="{8D489354-AD64-7875-642D-5E5C5D954AB9}"/>
              </a:ext>
            </a:extLst>
          </p:cNvPr>
          <p:cNvSpPr txBox="1">
            <a:spLocks noGrp="1"/>
          </p:cNvSpPr>
          <p:nvPr>
            <p:ph type="title"/>
          </p:nvPr>
        </p:nvSpPr>
        <p:spPr>
          <a:xfrm>
            <a:off x="1092142" y="539500"/>
            <a:ext cx="7331857" cy="572700"/>
          </a:xfrm>
          <a:prstGeom prst="rect">
            <a:avLst/>
          </a:prstGeom>
        </p:spPr>
        <p:txBody>
          <a:bodyPr spcFirstLastPara="1" wrap="square" lIns="91425" tIns="91425" rIns="91425" bIns="91425" anchor="t" anchorCtr="0">
            <a:noAutofit/>
          </a:bodyPr>
          <a:lstStyle/>
          <a:p>
            <a:r>
              <a:rPr lang="en-US" dirty="0">
                <a:solidFill>
                  <a:schemeClr val="dk2"/>
                </a:solidFill>
              </a:rPr>
              <a:t>Environmental </a:t>
            </a:r>
            <a:r>
              <a:rPr lang="en-IN" b="1" dirty="0"/>
              <a:t>Planning</a:t>
            </a:r>
            <a:br>
              <a:rPr lang="en-IN" dirty="0"/>
            </a:br>
            <a:br>
              <a:rPr lang="en-IN" dirty="0"/>
            </a:br>
            <a:endParaRPr dirty="0"/>
          </a:p>
        </p:txBody>
      </p:sp>
      <p:sp>
        <p:nvSpPr>
          <p:cNvPr id="17" name="TextBox 16">
            <a:extLst>
              <a:ext uri="{FF2B5EF4-FFF2-40B4-BE49-F238E27FC236}">
                <a16:creationId xmlns:a16="http://schemas.microsoft.com/office/drawing/2014/main" id="{4344554A-9658-A14B-67FC-168B795B4527}"/>
              </a:ext>
            </a:extLst>
          </p:cNvPr>
          <p:cNvSpPr txBox="1"/>
          <p:nvPr/>
        </p:nvSpPr>
        <p:spPr>
          <a:xfrm>
            <a:off x="1206257" y="1750541"/>
            <a:ext cx="6798206" cy="181588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AI models can predict long-term environmental impacts (e.g., rising sea levels, pollution) and adjust city designs accordingly.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576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6">
          <a:extLst>
            <a:ext uri="{FF2B5EF4-FFF2-40B4-BE49-F238E27FC236}">
              <a16:creationId xmlns:a16="http://schemas.microsoft.com/office/drawing/2014/main" id="{35892972-9EDD-17AB-D407-8D75550D1F26}"/>
            </a:ext>
          </a:extLst>
        </p:cNvPr>
        <p:cNvGrpSpPr/>
        <p:nvPr/>
      </p:nvGrpSpPr>
      <p:grpSpPr>
        <a:xfrm>
          <a:off x="0" y="0"/>
          <a:ext cx="0" cy="0"/>
          <a:chOff x="0" y="0"/>
          <a:chExt cx="0" cy="0"/>
        </a:xfrm>
      </p:grpSpPr>
      <p:cxnSp>
        <p:nvCxnSpPr>
          <p:cNvPr id="977" name="Google Shape;977;p36">
            <a:extLst>
              <a:ext uri="{FF2B5EF4-FFF2-40B4-BE49-F238E27FC236}">
                <a16:creationId xmlns:a16="http://schemas.microsoft.com/office/drawing/2014/main" id="{63C02088-A22A-90CE-A97C-EAE367EBBC50}"/>
              </a:ext>
            </a:extLst>
          </p:cNvPr>
          <p:cNvCxnSpPr/>
          <p:nvPr/>
        </p:nvCxnSpPr>
        <p:spPr>
          <a:xfrm>
            <a:off x="523925" y="4604000"/>
            <a:ext cx="3472500" cy="0"/>
          </a:xfrm>
          <a:prstGeom prst="straightConnector1">
            <a:avLst/>
          </a:prstGeom>
          <a:noFill/>
          <a:ln w="19050" cap="flat" cmpd="sng">
            <a:solidFill>
              <a:schemeClr val="dk1"/>
            </a:solidFill>
            <a:prstDash val="solid"/>
            <a:round/>
            <a:headEnd type="none" w="med" len="med"/>
            <a:tailEnd type="none" w="med" len="med"/>
          </a:ln>
        </p:spPr>
      </p:cxnSp>
      <p:grpSp>
        <p:nvGrpSpPr>
          <p:cNvPr id="980" name="Google Shape;980;p36">
            <a:extLst>
              <a:ext uri="{FF2B5EF4-FFF2-40B4-BE49-F238E27FC236}">
                <a16:creationId xmlns:a16="http://schemas.microsoft.com/office/drawing/2014/main" id="{3E884DC4-505B-12ED-63C6-5107A5E805BE}"/>
              </a:ext>
            </a:extLst>
          </p:cNvPr>
          <p:cNvGrpSpPr/>
          <p:nvPr/>
        </p:nvGrpSpPr>
        <p:grpSpPr>
          <a:xfrm rot="5400000">
            <a:off x="8322971" y="-141834"/>
            <a:ext cx="374394" cy="962866"/>
            <a:chOff x="-720900" y="1958300"/>
            <a:chExt cx="462900" cy="1190488"/>
          </a:xfrm>
        </p:grpSpPr>
        <p:sp>
          <p:nvSpPr>
            <p:cNvPr id="981" name="Google Shape;981;p36">
              <a:extLst>
                <a:ext uri="{FF2B5EF4-FFF2-40B4-BE49-F238E27FC236}">
                  <a16:creationId xmlns:a16="http://schemas.microsoft.com/office/drawing/2014/main" id="{82B83A8B-AE02-0A8B-7ECB-F39C57BDA6BB}"/>
                </a:ext>
              </a:extLst>
            </p:cNvPr>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6">
              <a:extLst>
                <a:ext uri="{FF2B5EF4-FFF2-40B4-BE49-F238E27FC236}">
                  <a16:creationId xmlns:a16="http://schemas.microsoft.com/office/drawing/2014/main" id="{9F333DE6-CE95-3589-52D8-758A58126E78}"/>
                </a:ext>
              </a:extLst>
            </p:cNvPr>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6">
              <a:extLst>
                <a:ext uri="{FF2B5EF4-FFF2-40B4-BE49-F238E27FC236}">
                  <a16:creationId xmlns:a16="http://schemas.microsoft.com/office/drawing/2014/main" id="{240B2DCF-B354-9981-094C-8F66FDB1AF73}"/>
                </a:ext>
              </a:extLst>
            </p:cNvPr>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6">
              <a:extLst>
                <a:ext uri="{FF2B5EF4-FFF2-40B4-BE49-F238E27FC236}">
                  <a16:creationId xmlns:a16="http://schemas.microsoft.com/office/drawing/2014/main" id="{000F6CAA-D2E2-B9BF-4070-D1561F47EFDF}"/>
                </a:ext>
              </a:extLst>
            </p:cNvPr>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6">
              <a:extLst>
                <a:ext uri="{FF2B5EF4-FFF2-40B4-BE49-F238E27FC236}">
                  <a16:creationId xmlns:a16="http://schemas.microsoft.com/office/drawing/2014/main" id="{D276C212-65DC-FA79-5350-AF30E747AECC}"/>
                </a:ext>
              </a:extLst>
            </p:cNvPr>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6">
              <a:extLst>
                <a:ext uri="{FF2B5EF4-FFF2-40B4-BE49-F238E27FC236}">
                  <a16:creationId xmlns:a16="http://schemas.microsoft.com/office/drawing/2014/main" id="{A2503A35-66A0-0ED8-BEDB-70706DBABFC0}"/>
                </a:ext>
              </a:extLst>
            </p:cNvPr>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6">
              <a:extLst>
                <a:ext uri="{FF2B5EF4-FFF2-40B4-BE49-F238E27FC236}">
                  <a16:creationId xmlns:a16="http://schemas.microsoft.com/office/drawing/2014/main" id="{5C315640-5D8A-6EE4-B3AF-0968EDB2EF2E}"/>
                </a:ext>
              </a:extLst>
            </p:cNvPr>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6">
              <a:extLst>
                <a:ext uri="{FF2B5EF4-FFF2-40B4-BE49-F238E27FC236}">
                  <a16:creationId xmlns:a16="http://schemas.microsoft.com/office/drawing/2014/main" id="{FF3098AE-FAAF-D073-189D-74428366E6DA}"/>
                </a:ext>
              </a:extLst>
            </p:cNvPr>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6">
              <a:extLst>
                <a:ext uri="{FF2B5EF4-FFF2-40B4-BE49-F238E27FC236}">
                  <a16:creationId xmlns:a16="http://schemas.microsoft.com/office/drawing/2014/main" id="{D4D8ED8D-6799-7FE4-983F-54B6E5794967}"/>
                </a:ext>
              </a:extLst>
            </p:cNvPr>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6">
              <a:extLst>
                <a:ext uri="{FF2B5EF4-FFF2-40B4-BE49-F238E27FC236}">
                  <a16:creationId xmlns:a16="http://schemas.microsoft.com/office/drawing/2014/main" id="{967F70E4-4AFA-06F0-B9D3-CAD80E161DC9}"/>
                </a:ext>
              </a:extLst>
            </p:cNvPr>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6">
              <a:extLst>
                <a:ext uri="{FF2B5EF4-FFF2-40B4-BE49-F238E27FC236}">
                  <a16:creationId xmlns:a16="http://schemas.microsoft.com/office/drawing/2014/main" id="{D9385AFF-E352-2D48-1C57-D1777AC372F5}"/>
                </a:ext>
              </a:extLst>
            </p:cNvPr>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6">
              <a:extLst>
                <a:ext uri="{FF2B5EF4-FFF2-40B4-BE49-F238E27FC236}">
                  <a16:creationId xmlns:a16="http://schemas.microsoft.com/office/drawing/2014/main" id="{4754408A-6FE6-78DC-1E32-4409F535F5CC}"/>
                </a:ext>
              </a:extLst>
            </p:cNvPr>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6">
              <a:extLst>
                <a:ext uri="{FF2B5EF4-FFF2-40B4-BE49-F238E27FC236}">
                  <a16:creationId xmlns:a16="http://schemas.microsoft.com/office/drawing/2014/main" id="{BAEC9FFC-1781-8CF5-DCEB-99796090C6C1}"/>
                </a:ext>
              </a:extLst>
            </p:cNvPr>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6">
              <a:extLst>
                <a:ext uri="{FF2B5EF4-FFF2-40B4-BE49-F238E27FC236}">
                  <a16:creationId xmlns:a16="http://schemas.microsoft.com/office/drawing/2014/main" id="{DF128C36-2821-6803-C19B-06E01E42C236}"/>
                </a:ext>
              </a:extLst>
            </p:cNvPr>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6">
              <a:extLst>
                <a:ext uri="{FF2B5EF4-FFF2-40B4-BE49-F238E27FC236}">
                  <a16:creationId xmlns:a16="http://schemas.microsoft.com/office/drawing/2014/main" id="{9EEC3333-5F7D-EC05-3507-F043F377BBCC}"/>
                </a:ext>
              </a:extLst>
            </p:cNvPr>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36">
            <a:extLst>
              <a:ext uri="{FF2B5EF4-FFF2-40B4-BE49-F238E27FC236}">
                <a16:creationId xmlns:a16="http://schemas.microsoft.com/office/drawing/2014/main" id="{785036C1-5CA3-0EA3-6CD2-247C73743C10}"/>
              </a:ext>
            </a:extLst>
          </p:cNvPr>
          <p:cNvGrpSpPr/>
          <p:nvPr/>
        </p:nvGrpSpPr>
        <p:grpSpPr>
          <a:xfrm>
            <a:off x="2032827" y="2624254"/>
            <a:ext cx="1028275" cy="1979878"/>
            <a:chOff x="2498921" y="1692268"/>
            <a:chExt cx="1312579" cy="2527289"/>
          </a:xfrm>
        </p:grpSpPr>
        <p:sp>
          <p:nvSpPr>
            <p:cNvPr id="997" name="Google Shape;997;p36">
              <a:extLst>
                <a:ext uri="{FF2B5EF4-FFF2-40B4-BE49-F238E27FC236}">
                  <a16:creationId xmlns:a16="http://schemas.microsoft.com/office/drawing/2014/main" id="{9EE0FA85-4FCD-2D78-0F04-5C9EE88008E2}"/>
                </a:ext>
              </a:extLst>
            </p:cNvPr>
            <p:cNvSpPr/>
            <p:nvPr/>
          </p:nvSpPr>
          <p:spPr>
            <a:xfrm>
              <a:off x="2498921" y="2306609"/>
              <a:ext cx="743093" cy="652503"/>
            </a:xfrm>
            <a:custGeom>
              <a:avLst/>
              <a:gdLst/>
              <a:ahLst/>
              <a:cxnLst/>
              <a:rect l="l" t="t" r="r" b="b"/>
              <a:pathLst>
                <a:path w="12657" h="11114" extrusionOk="0">
                  <a:moveTo>
                    <a:pt x="10647" y="1"/>
                  </a:moveTo>
                  <a:cubicBezTo>
                    <a:pt x="9855" y="1"/>
                    <a:pt x="9151" y="537"/>
                    <a:pt x="9198" y="1361"/>
                  </a:cubicBezTo>
                  <a:cubicBezTo>
                    <a:pt x="9273" y="2464"/>
                    <a:pt x="8922" y="3541"/>
                    <a:pt x="9148" y="4619"/>
                  </a:cubicBezTo>
                  <a:cubicBezTo>
                    <a:pt x="9173" y="4744"/>
                    <a:pt x="9223" y="4870"/>
                    <a:pt x="9223" y="5020"/>
                  </a:cubicBezTo>
                  <a:cubicBezTo>
                    <a:pt x="9223" y="5145"/>
                    <a:pt x="9173" y="5271"/>
                    <a:pt x="9148" y="5396"/>
                  </a:cubicBezTo>
                  <a:cubicBezTo>
                    <a:pt x="9073" y="5797"/>
                    <a:pt x="9073" y="6223"/>
                    <a:pt x="9073" y="6649"/>
                  </a:cubicBezTo>
                  <a:cubicBezTo>
                    <a:pt x="9073" y="6925"/>
                    <a:pt x="9098" y="7050"/>
                    <a:pt x="8847" y="7176"/>
                  </a:cubicBezTo>
                  <a:cubicBezTo>
                    <a:pt x="8597" y="7276"/>
                    <a:pt x="8196" y="7251"/>
                    <a:pt x="7920" y="7301"/>
                  </a:cubicBezTo>
                  <a:cubicBezTo>
                    <a:pt x="7318" y="7401"/>
                    <a:pt x="6717" y="7577"/>
                    <a:pt x="6191" y="7927"/>
                  </a:cubicBezTo>
                  <a:cubicBezTo>
                    <a:pt x="5288" y="8504"/>
                    <a:pt x="4236" y="8604"/>
                    <a:pt x="3308" y="9206"/>
                  </a:cubicBezTo>
                  <a:cubicBezTo>
                    <a:pt x="3133" y="9306"/>
                    <a:pt x="2982" y="9406"/>
                    <a:pt x="2807" y="9456"/>
                  </a:cubicBezTo>
                  <a:cubicBezTo>
                    <a:pt x="2694" y="9494"/>
                    <a:pt x="2581" y="9506"/>
                    <a:pt x="2469" y="9506"/>
                  </a:cubicBezTo>
                  <a:cubicBezTo>
                    <a:pt x="2356" y="9506"/>
                    <a:pt x="2243" y="9494"/>
                    <a:pt x="2130" y="9481"/>
                  </a:cubicBezTo>
                  <a:cubicBezTo>
                    <a:pt x="1454" y="9481"/>
                    <a:pt x="752" y="9632"/>
                    <a:pt x="276" y="10108"/>
                  </a:cubicBezTo>
                  <a:cubicBezTo>
                    <a:pt x="125" y="10258"/>
                    <a:pt x="0" y="10509"/>
                    <a:pt x="100" y="10709"/>
                  </a:cubicBezTo>
                  <a:cubicBezTo>
                    <a:pt x="150" y="10810"/>
                    <a:pt x="276" y="10885"/>
                    <a:pt x="376" y="10935"/>
                  </a:cubicBezTo>
                  <a:cubicBezTo>
                    <a:pt x="665" y="11062"/>
                    <a:pt x="962" y="11113"/>
                    <a:pt x="1259" y="11113"/>
                  </a:cubicBezTo>
                  <a:cubicBezTo>
                    <a:pt x="1787" y="11113"/>
                    <a:pt x="2320" y="10952"/>
                    <a:pt x="2832" y="10760"/>
                  </a:cubicBezTo>
                  <a:cubicBezTo>
                    <a:pt x="3484" y="10509"/>
                    <a:pt x="4286" y="10459"/>
                    <a:pt x="4988" y="10409"/>
                  </a:cubicBezTo>
                  <a:cubicBezTo>
                    <a:pt x="6165" y="10308"/>
                    <a:pt x="7343" y="10384"/>
                    <a:pt x="8496" y="10133"/>
                  </a:cubicBezTo>
                  <a:cubicBezTo>
                    <a:pt x="9123" y="10008"/>
                    <a:pt x="9749" y="9857"/>
                    <a:pt x="10301" y="9556"/>
                  </a:cubicBezTo>
                  <a:cubicBezTo>
                    <a:pt x="10827" y="9306"/>
                    <a:pt x="11479" y="9055"/>
                    <a:pt x="11729" y="8479"/>
                  </a:cubicBezTo>
                  <a:cubicBezTo>
                    <a:pt x="11780" y="8353"/>
                    <a:pt x="11805" y="8253"/>
                    <a:pt x="11830" y="8128"/>
                  </a:cubicBezTo>
                  <a:cubicBezTo>
                    <a:pt x="12055" y="7276"/>
                    <a:pt x="12256" y="6424"/>
                    <a:pt x="12481" y="5572"/>
                  </a:cubicBezTo>
                  <a:cubicBezTo>
                    <a:pt x="12657" y="4920"/>
                    <a:pt x="12632" y="4243"/>
                    <a:pt x="12607" y="3566"/>
                  </a:cubicBezTo>
                  <a:cubicBezTo>
                    <a:pt x="12607" y="2990"/>
                    <a:pt x="12506" y="2439"/>
                    <a:pt x="12331" y="1912"/>
                  </a:cubicBezTo>
                  <a:cubicBezTo>
                    <a:pt x="12181" y="1511"/>
                    <a:pt x="12055" y="1010"/>
                    <a:pt x="11830" y="659"/>
                  </a:cubicBezTo>
                  <a:cubicBezTo>
                    <a:pt x="11604" y="283"/>
                    <a:pt x="11203" y="58"/>
                    <a:pt x="10802" y="8"/>
                  </a:cubicBezTo>
                  <a:cubicBezTo>
                    <a:pt x="10750" y="3"/>
                    <a:pt x="10698" y="1"/>
                    <a:pt x="10647"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6">
              <a:extLst>
                <a:ext uri="{FF2B5EF4-FFF2-40B4-BE49-F238E27FC236}">
                  <a16:creationId xmlns:a16="http://schemas.microsoft.com/office/drawing/2014/main" id="{EC6420DF-DA25-50EA-603C-59410CA101FD}"/>
                </a:ext>
              </a:extLst>
            </p:cNvPr>
            <p:cNvSpPr/>
            <p:nvPr/>
          </p:nvSpPr>
          <p:spPr>
            <a:xfrm>
              <a:off x="2822589" y="3689581"/>
              <a:ext cx="292904" cy="443848"/>
            </a:xfrm>
            <a:custGeom>
              <a:avLst/>
              <a:gdLst/>
              <a:ahLst/>
              <a:cxnLst/>
              <a:rect l="l" t="t" r="r" b="b"/>
              <a:pathLst>
                <a:path w="4989" h="7560" extrusionOk="0">
                  <a:moveTo>
                    <a:pt x="1160" y="1"/>
                  </a:moveTo>
                  <a:cubicBezTo>
                    <a:pt x="862" y="1"/>
                    <a:pt x="581" y="110"/>
                    <a:pt x="377" y="336"/>
                  </a:cubicBezTo>
                  <a:cubicBezTo>
                    <a:pt x="1" y="762"/>
                    <a:pt x="26" y="1489"/>
                    <a:pt x="427" y="2066"/>
                  </a:cubicBezTo>
                  <a:cubicBezTo>
                    <a:pt x="552" y="2241"/>
                    <a:pt x="678" y="2417"/>
                    <a:pt x="803" y="2592"/>
                  </a:cubicBezTo>
                  <a:cubicBezTo>
                    <a:pt x="1129" y="3093"/>
                    <a:pt x="1379" y="3595"/>
                    <a:pt x="1279" y="4271"/>
                  </a:cubicBezTo>
                  <a:cubicBezTo>
                    <a:pt x="1154" y="5249"/>
                    <a:pt x="352" y="5925"/>
                    <a:pt x="126" y="6878"/>
                  </a:cubicBezTo>
                  <a:cubicBezTo>
                    <a:pt x="101" y="6978"/>
                    <a:pt x="101" y="7053"/>
                    <a:pt x="126" y="7153"/>
                  </a:cubicBezTo>
                  <a:cubicBezTo>
                    <a:pt x="176" y="7329"/>
                    <a:pt x="352" y="7479"/>
                    <a:pt x="527" y="7529"/>
                  </a:cubicBezTo>
                  <a:cubicBezTo>
                    <a:pt x="603" y="7550"/>
                    <a:pt x="679" y="7560"/>
                    <a:pt x="753" y="7560"/>
                  </a:cubicBezTo>
                  <a:cubicBezTo>
                    <a:pt x="1588" y="7560"/>
                    <a:pt x="2325" y="6356"/>
                    <a:pt x="2808" y="5850"/>
                  </a:cubicBezTo>
                  <a:cubicBezTo>
                    <a:pt x="3485" y="5174"/>
                    <a:pt x="4136" y="4522"/>
                    <a:pt x="4813" y="3845"/>
                  </a:cubicBezTo>
                  <a:cubicBezTo>
                    <a:pt x="4988" y="3670"/>
                    <a:pt x="4963" y="3344"/>
                    <a:pt x="4763" y="3118"/>
                  </a:cubicBezTo>
                  <a:lnTo>
                    <a:pt x="2532" y="813"/>
                  </a:lnTo>
                  <a:lnTo>
                    <a:pt x="2206" y="462"/>
                  </a:lnTo>
                  <a:cubicBezTo>
                    <a:pt x="1905" y="160"/>
                    <a:pt x="1520" y="1"/>
                    <a:pt x="1160"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6">
              <a:extLst>
                <a:ext uri="{FF2B5EF4-FFF2-40B4-BE49-F238E27FC236}">
                  <a16:creationId xmlns:a16="http://schemas.microsoft.com/office/drawing/2014/main" id="{62759DF3-A1BD-F79B-96EB-81652817BEDF}"/>
                </a:ext>
              </a:extLst>
            </p:cNvPr>
            <p:cNvSpPr/>
            <p:nvPr/>
          </p:nvSpPr>
          <p:spPr>
            <a:xfrm>
              <a:off x="3308179" y="3295813"/>
              <a:ext cx="29472" cy="644577"/>
            </a:xfrm>
            <a:custGeom>
              <a:avLst/>
              <a:gdLst/>
              <a:ahLst/>
              <a:cxnLst/>
              <a:rect l="l" t="t" r="r" b="b"/>
              <a:pathLst>
                <a:path w="502" h="10979" extrusionOk="0">
                  <a:moveTo>
                    <a:pt x="1" y="1"/>
                  </a:moveTo>
                  <a:lnTo>
                    <a:pt x="1" y="10978"/>
                  </a:lnTo>
                  <a:lnTo>
                    <a:pt x="502" y="10978"/>
                  </a:lnTo>
                  <a:lnTo>
                    <a:pt x="50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6">
              <a:extLst>
                <a:ext uri="{FF2B5EF4-FFF2-40B4-BE49-F238E27FC236}">
                  <a16:creationId xmlns:a16="http://schemas.microsoft.com/office/drawing/2014/main" id="{FED573BB-5395-47C1-76AE-0DD6CCE0D902}"/>
                </a:ext>
              </a:extLst>
            </p:cNvPr>
            <p:cNvSpPr/>
            <p:nvPr/>
          </p:nvSpPr>
          <p:spPr>
            <a:xfrm>
              <a:off x="3072752" y="3938864"/>
              <a:ext cx="504789" cy="135385"/>
            </a:xfrm>
            <a:custGeom>
              <a:avLst/>
              <a:gdLst/>
              <a:ahLst/>
              <a:cxnLst/>
              <a:rect l="l" t="t" r="r" b="b"/>
              <a:pathLst>
                <a:path w="8598" h="2306" fill="none" extrusionOk="0">
                  <a:moveTo>
                    <a:pt x="8597" y="2306"/>
                  </a:moveTo>
                  <a:cubicBezTo>
                    <a:pt x="8597" y="702"/>
                    <a:pt x="5740" y="25"/>
                    <a:pt x="4311" y="25"/>
                  </a:cubicBezTo>
                  <a:cubicBezTo>
                    <a:pt x="2607" y="0"/>
                    <a:pt x="1" y="652"/>
                    <a:pt x="1"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6">
              <a:extLst>
                <a:ext uri="{FF2B5EF4-FFF2-40B4-BE49-F238E27FC236}">
                  <a16:creationId xmlns:a16="http://schemas.microsoft.com/office/drawing/2014/main" id="{D1445C4A-099D-6D9D-81AA-1483BDE35C97}"/>
                </a:ext>
              </a:extLst>
            </p:cNvPr>
            <p:cNvSpPr/>
            <p:nvPr/>
          </p:nvSpPr>
          <p:spPr>
            <a:xfrm>
              <a:off x="3322916" y="3941799"/>
              <a:ext cx="59" cy="158987"/>
            </a:xfrm>
            <a:custGeom>
              <a:avLst/>
              <a:gdLst/>
              <a:ahLst/>
              <a:cxnLst/>
              <a:rect l="l" t="t" r="r" b="b"/>
              <a:pathLst>
                <a:path w="1" h="2708" fill="none" extrusionOk="0">
                  <a:moveTo>
                    <a:pt x="0" y="2707"/>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6">
              <a:extLst>
                <a:ext uri="{FF2B5EF4-FFF2-40B4-BE49-F238E27FC236}">
                  <a16:creationId xmlns:a16="http://schemas.microsoft.com/office/drawing/2014/main" id="{C41A3C17-F24D-82D1-7F2C-18FCAEB157B0}"/>
                </a:ext>
              </a:extLst>
            </p:cNvPr>
            <p:cNvSpPr/>
            <p:nvPr/>
          </p:nvSpPr>
          <p:spPr>
            <a:xfrm>
              <a:off x="3031538" y="4056577"/>
              <a:ext cx="82488" cy="82429"/>
            </a:xfrm>
            <a:custGeom>
              <a:avLst/>
              <a:gdLst/>
              <a:ahLst/>
              <a:cxnLst/>
              <a:rect l="l" t="t" r="r" b="b"/>
              <a:pathLst>
                <a:path w="1405" h="1404" extrusionOk="0">
                  <a:moveTo>
                    <a:pt x="703" y="0"/>
                  </a:moveTo>
                  <a:cubicBezTo>
                    <a:pt x="301" y="0"/>
                    <a:pt x="1" y="326"/>
                    <a:pt x="1" y="702"/>
                  </a:cubicBezTo>
                  <a:cubicBezTo>
                    <a:pt x="1" y="1103"/>
                    <a:pt x="301" y="1404"/>
                    <a:pt x="703" y="1404"/>
                  </a:cubicBezTo>
                  <a:cubicBezTo>
                    <a:pt x="1078" y="1404"/>
                    <a:pt x="1404" y="1103"/>
                    <a:pt x="1404" y="702"/>
                  </a:cubicBezTo>
                  <a:cubicBezTo>
                    <a:pt x="1404" y="326"/>
                    <a:pt x="1078"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6">
              <a:extLst>
                <a:ext uri="{FF2B5EF4-FFF2-40B4-BE49-F238E27FC236}">
                  <a16:creationId xmlns:a16="http://schemas.microsoft.com/office/drawing/2014/main" id="{73FD9D4F-8A06-02EF-8730-26855D3A4B5B}"/>
                </a:ext>
              </a:extLst>
            </p:cNvPr>
            <p:cNvSpPr/>
            <p:nvPr/>
          </p:nvSpPr>
          <p:spPr>
            <a:xfrm>
              <a:off x="3281701"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6">
              <a:extLst>
                <a:ext uri="{FF2B5EF4-FFF2-40B4-BE49-F238E27FC236}">
                  <a16:creationId xmlns:a16="http://schemas.microsoft.com/office/drawing/2014/main" id="{27645F93-0106-1C1D-AB7F-3E7EFB4DA4FD}"/>
                </a:ext>
              </a:extLst>
            </p:cNvPr>
            <p:cNvSpPr/>
            <p:nvPr/>
          </p:nvSpPr>
          <p:spPr>
            <a:xfrm>
              <a:off x="3531865"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6">
              <a:extLst>
                <a:ext uri="{FF2B5EF4-FFF2-40B4-BE49-F238E27FC236}">
                  <a16:creationId xmlns:a16="http://schemas.microsoft.com/office/drawing/2014/main" id="{0E0AAE4D-643B-471C-12F7-6ABA815F767E}"/>
                </a:ext>
              </a:extLst>
            </p:cNvPr>
            <p:cNvSpPr/>
            <p:nvPr/>
          </p:nvSpPr>
          <p:spPr>
            <a:xfrm>
              <a:off x="2604834" y="3879919"/>
              <a:ext cx="366468" cy="339637"/>
            </a:xfrm>
            <a:custGeom>
              <a:avLst/>
              <a:gdLst/>
              <a:ahLst/>
              <a:cxnLst/>
              <a:rect l="l" t="t" r="r" b="b"/>
              <a:pathLst>
                <a:path w="6242" h="5785" extrusionOk="0">
                  <a:moveTo>
                    <a:pt x="5077" y="1"/>
                  </a:moveTo>
                  <a:cubicBezTo>
                    <a:pt x="5064" y="1"/>
                    <a:pt x="5051" y="1"/>
                    <a:pt x="5038" y="2"/>
                  </a:cubicBezTo>
                  <a:cubicBezTo>
                    <a:pt x="4462" y="52"/>
                    <a:pt x="3960" y="603"/>
                    <a:pt x="3860" y="1280"/>
                  </a:cubicBezTo>
                  <a:cubicBezTo>
                    <a:pt x="3810" y="1505"/>
                    <a:pt x="3785" y="1706"/>
                    <a:pt x="3735" y="1932"/>
                  </a:cubicBezTo>
                  <a:cubicBezTo>
                    <a:pt x="3635" y="2533"/>
                    <a:pt x="3484" y="3034"/>
                    <a:pt x="2933" y="3460"/>
                  </a:cubicBezTo>
                  <a:cubicBezTo>
                    <a:pt x="2156" y="4087"/>
                    <a:pt x="1103" y="3987"/>
                    <a:pt x="276" y="4538"/>
                  </a:cubicBezTo>
                  <a:cubicBezTo>
                    <a:pt x="201" y="4588"/>
                    <a:pt x="126" y="4638"/>
                    <a:pt x="101" y="4739"/>
                  </a:cubicBezTo>
                  <a:cubicBezTo>
                    <a:pt x="1" y="4889"/>
                    <a:pt x="26" y="5115"/>
                    <a:pt x="126" y="5265"/>
                  </a:cubicBezTo>
                  <a:cubicBezTo>
                    <a:pt x="376" y="5678"/>
                    <a:pt x="890" y="5785"/>
                    <a:pt x="1435" y="5785"/>
                  </a:cubicBezTo>
                  <a:cubicBezTo>
                    <a:pt x="1980" y="5785"/>
                    <a:pt x="2557" y="5678"/>
                    <a:pt x="2933" y="5666"/>
                  </a:cubicBezTo>
                  <a:lnTo>
                    <a:pt x="5765" y="5616"/>
                  </a:lnTo>
                  <a:cubicBezTo>
                    <a:pt x="6016" y="5616"/>
                    <a:pt x="6216" y="5365"/>
                    <a:pt x="6216" y="5064"/>
                  </a:cubicBezTo>
                  <a:lnTo>
                    <a:pt x="6216" y="1831"/>
                  </a:lnTo>
                  <a:lnTo>
                    <a:pt x="6241" y="1380"/>
                  </a:lnTo>
                  <a:cubicBezTo>
                    <a:pt x="6241" y="594"/>
                    <a:pt x="5712" y="1"/>
                    <a:pt x="5077"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6">
              <a:extLst>
                <a:ext uri="{FF2B5EF4-FFF2-40B4-BE49-F238E27FC236}">
                  <a16:creationId xmlns:a16="http://schemas.microsoft.com/office/drawing/2014/main" id="{3B0DBC20-50D1-CFBA-8412-95372347A161}"/>
                </a:ext>
              </a:extLst>
            </p:cNvPr>
            <p:cNvSpPr/>
            <p:nvPr/>
          </p:nvSpPr>
          <p:spPr>
            <a:xfrm>
              <a:off x="3134574" y="2802884"/>
              <a:ext cx="59" cy="1526"/>
            </a:xfrm>
            <a:custGeom>
              <a:avLst/>
              <a:gdLst/>
              <a:ahLst/>
              <a:cxnLst/>
              <a:rect l="l" t="t" r="r" b="b"/>
              <a:pathLst>
                <a:path w="1" h="26" extrusionOk="0">
                  <a:moveTo>
                    <a:pt x="0" y="26"/>
                  </a:moveTo>
                  <a:lnTo>
                    <a:pt x="0" y="26"/>
                  </a:lnTo>
                  <a:cubicBezTo>
                    <a:pt x="0" y="26"/>
                    <a:pt x="0" y="1"/>
                    <a:pt x="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a:extLst>
                <a:ext uri="{FF2B5EF4-FFF2-40B4-BE49-F238E27FC236}">
                  <a16:creationId xmlns:a16="http://schemas.microsoft.com/office/drawing/2014/main" id="{80334B48-189E-703E-3377-FEE2B835F727}"/>
                </a:ext>
              </a:extLst>
            </p:cNvPr>
            <p:cNvSpPr/>
            <p:nvPr/>
          </p:nvSpPr>
          <p:spPr>
            <a:xfrm>
              <a:off x="3243422" y="2273203"/>
              <a:ext cx="1526" cy="10333"/>
            </a:xfrm>
            <a:custGeom>
              <a:avLst/>
              <a:gdLst/>
              <a:ahLst/>
              <a:cxnLst/>
              <a:rect l="l" t="t" r="r" b="b"/>
              <a:pathLst>
                <a:path w="26" h="176" extrusionOk="0">
                  <a:moveTo>
                    <a:pt x="26" y="0"/>
                  </a:moveTo>
                  <a:lnTo>
                    <a:pt x="1" y="176"/>
                  </a:lnTo>
                  <a:lnTo>
                    <a:pt x="1" y="176"/>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6">
              <a:extLst>
                <a:ext uri="{FF2B5EF4-FFF2-40B4-BE49-F238E27FC236}">
                  <a16:creationId xmlns:a16="http://schemas.microsoft.com/office/drawing/2014/main" id="{3D8C0F29-3D8F-B862-4391-081517B9500E}"/>
                </a:ext>
              </a:extLst>
            </p:cNvPr>
            <p:cNvSpPr/>
            <p:nvPr/>
          </p:nvSpPr>
          <p:spPr>
            <a:xfrm>
              <a:off x="3134574" y="2795546"/>
              <a:ext cx="1526" cy="7397"/>
            </a:xfrm>
            <a:custGeom>
              <a:avLst/>
              <a:gdLst/>
              <a:ahLst/>
              <a:cxnLst/>
              <a:rect l="l" t="t" r="r" b="b"/>
              <a:pathLst>
                <a:path w="26" h="126" extrusionOk="0">
                  <a:moveTo>
                    <a:pt x="25" y="0"/>
                  </a:moveTo>
                  <a:lnTo>
                    <a:pt x="11" y="69"/>
                  </a:lnTo>
                  <a:lnTo>
                    <a:pt x="11" y="69"/>
                  </a:lnTo>
                  <a:cubicBezTo>
                    <a:pt x="18" y="52"/>
                    <a:pt x="25" y="39"/>
                    <a:pt x="25" y="25"/>
                  </a:cubicBezTo>
                  <a:cubicBezTo>
                    <a:pt x="25" y="0"/>
                    <a:pt x="25" y="0"/>
                    <a:pt x="25" y="0"/>
                  </a:cubicBezTo>
                  <a:close/>
                  <a:moveTo>
                    <a:pt x="11" y="69"/>
                  </a:moveTo>
                  <a:cubicBezTo>
                    <a:pt x="6" y="84"/>
                    <a:pt x="0" y="102"/>
                    <a:pt x="0" y="126"/>
                  </a:cubicBezTo>
                  <a:lnTo>
                    <a:pt x="11" y="69"/>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6">
              <a:extLst>
                <a:ext uri="{FF2B5EF4-FFF2-40B4-BE49-F238E27FC236}">
                  <a16:creationId xmlns:a16="http://schemas.microsoft.com/office/drawing/2014/main" id="{40B12EE5-CD61-D4AE-9552-42676855E63C}"/>
                </a:ext>
              </a:extLst>
            </p:cNvPr>
            <p:cNvSpPr/>
            <p:nvPr/>
          </p:nvSpPr>
          <p:spPr>
            <a:xfrm>
              <a:off x="3024199" y="2245198"/>
              <a:ext cx="17730" cy="145777"/>
            </a:xfrm>
            <a:custGeom>
              <a:avLst/>
              <a:gdLst/>
              <a:ahLst/>
              <a:cxnLst/>
              <a:rect l="l" t="t" r="r" b="b"/>
              <a:pathLst>
                <a:path w="302" h="2483" extrusionOk="0">
                  <a:moveTo>
                    <a:pt x="0" y="2482"/>
                  </a:moveTo>
                  <a:lnTo>
                    <a:pt x="301" y="1"/>
                  </a:lnTo>
                  <a:lnTo>
                    <a:pt x="0" y="2482"/>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6">
              <a:extLst>
                <a:ext uri="{FF2B5EF4-FFF2-40B4-BE49-F238E27FC236}">
                  <a16:creationId xmlns:a16="http://schemas.microsoft.com/office/drawing/2014/main" id="{327B2DB7-5E70-8509-E715-2C80C324423A}"/>
                </a:ext>
              </a:extLst>
            </p:cNvPr>
            <p:cNvSpPr/>
            <p:nvPr/>
          </p:nvSpPr>
          <p:spPr>
            <a:xfrm>
              <a:off x="3024199" y="2115214"/>
              <a:ext cx="238421" cy="308110"/>
            </a:xfrm>
            <a:custGeom>
              <a:avLst/>
              <a:gdLst/>
              <a:ahLst/>
              <a:cxnLst/>
              <a:rect l="l" t="t" r="r" b="b"/>
              <a:pathLst>
                <a:path w="4061" h="5248" extrusionOk="0">
                  <a:moveTo>
                    <a:pt x="3873" y="0"/>
                  </a:moveTo>
                  <a:cubicBezTo>
                    <a:pt x="3851" y="0"/>
                    <a:pt x="3829" y="3"/>
                    <a:pt x="3810" y="9"/>
                  </a:cubicBezTo>
                  <a:cubicBezTo>
                    <a:pt x="3259" y="85"/>
                    <a:pt x="2732" y="260"/>
                    <a:pt x="2231" y="435"/>
                  </a:cubicBezTo>
                  <a:cubicBezTo>
                    <a:pt x="2031" y="486"/>
                    <a:pt x="1805" y="561"/>
                    <a:pt x="1630" y="661"/>
                  </a:cubicBezTo>
                  <a:cubicBezTo>
                    <a:pt x="978" y="987"/>
                    <a:pt x="602" y="1588"/>
                    <a:pt x="401" y="2240"/>
                  </a:cubicBezTo>
                  <a:cubicBezTo>
                    <a:pt x="126" y="3042"/>
                    <a:pt x="101" y="3869"/>
                    <a:pt x="0" y="4696"/>
                  </a:cubicBezTo>
                  <a:lnTo>
                    <a:pt x="3234" y="5248"/>
                  </a:lnTo>
                  <a:cubicBezTo>
                    <a:pt x="3234" y="5248"/>
                    <a:pt x="3509" y="3969"/>
                    <a:pt x="3534" y="3869"/>
                  </a:cubicBezTo>
                  <a:cubicBezTo>
                    <a:pt x="3534" y="3318"/>
                    <a:pt x="3835" y="2842"/>
                    <a:pt x="3760" y="2265"/>
                  </a:cubicBezTo>
                  <a:cubicBezTo>
                    <a:pt x="3735" y="1889"/>
                    <a:pt x="3810" y="1513"/>
                    <a:pt x="3910" y="1137"/>
                  </a:cubicBezTo>
                  <a:cubicBezTo>
                    <a:pt x="3960" y="962"/>
                    <a:pt x="4036" y="786"/>
                    <a:pt x="4061" y="611"/>
                  </a:cubicBezTo>
                  <a:cubicBezTo>
                    <a:pt x="4061" y="461"/>
                    <a:pt x="3985" y="335"/>
                    <a:pt x="4036" y="210"/>
                  </a:cubicBezTo>
                  <a:cubicBezTo>
                    <a:pt x="4036" y="160"/>
                    <a:pt x="4036" y="135"/>
                    <a:pt x="4036" y="85"/>
                  </a:cubicBezTo>
                  <a:cubicBezTo>
                    <a:pt x="4017" y="28"/>
                    <a:pt x="3942" y="0"/>
                    <a:pt x="387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a:extLst>
                <a:ext uri="{FF2B5EF4-FFF2-40B4-BE49-F238E27FC236}">
                  <a16:creationId xmlns:a16="http://schemas.microsoft.com/office/drawing/2014/main" id="{DBAF3667-1F16-F180-BF99-7C130D15D448}"/>
                </a:ext>
              </a:extLst>
            </p:cNvPr>
            <p:cNvSpPr/>
            <p:nvPr/>
          </p:nvSpPr>
          <p:spPr>
            <a:xfrm>
              <a:off x="3040403" y="2455615"/>
              <a:ext cx="771097" cy="891746"/>
            </a:xfrm>
            <a:custGeom>
              <a:avLst/>
              <a:gdLst/>
              <a:ahLst/>
              <a:cxnLst/>
              <a:rect l="l" t="t" r="r" b="b"/>
              <a:pathLst>
                <a:path w="13134" h="15189" extrusionOk="0">
                  <a:moveTo>
                    <a:pt x="7820" y="1"/>
                  </a:moveTo>
                  <a:cubicBezTo>
                    <a:pt x="6416" y="1"/>
                    <a:pt x="5288" y="1129"/>
                    <a:pt x="5288" y="2532"/>
                  </a:cubicBezTo>
                  <a:lnTo>
                    <a:pt x="5288" y="10628"/>
                  </a:lnTo>
                  <a:cubicBezTo>
                    <a:pt x="5288" y="12683"/>
                    <a:pt x="3609" y="14337"/>
                    <a:pt x="1554" y="14337"/>
                  </a:cubicBezTo>
                  <a:lnTo>
                    <a:pt x="426" y="14337"/>
                  </a:lnTo>
                  <a:cubicBezTo>
                    <a:pt x="176" y="14337"/>
                    <a:pt x="0" y="14537"/>
                    <a:pt x="0" y="14763"/>
                  </a:cubicBezTo>
                  <a:cubicBezTo>
                    <a:pt x="0" y="15014"/>
                    <a:pt x="176" y="15189"/>
                    <a:pt x="426" y="15189"/>
                  </a:cubicBezTo>
                  <a:lnTo>
                    <a:pt x="9499" y="15189"/>
                  </a:lnTo>
                  <a:cubicBezTo>
                    <a:pt x="11504" y="15189"/>
                    <a:pt x="13133" y="13560"/>
                    <a:pt x="13133" y="11580"/>
                  </a:cubicBezTo>
                  <a:lnTo>
                    <a:pt x="13133" y="2532"/>
                  </a:lnTo>
                  <a:cubicBezTo>
                    <a:pt x="13133" y="1129"/>
                    <a:pt x="12005" y="1"/>
                    <a:pt x="106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a:extLst>
                <a:ext uri="{FF2B5EF4-FFF2-40B4-BE49-F238E27FC236}">
                  <a16:creationId xmlns:a16="http://schemas.microsoft.com/office/drawing/2014/main" id="{77C5E901-216E-3436-B755-C646D227819C}"/>
                </a:ext>
              </a:extLst>
            </p:cNvPr>
            <p:cNvSpPr/>
            <p:nvPr/>
          </p:nvSpPr>
          <p:spPr>
            <a:xfrm>
              <a:off x="2572485" y="2949777"/>
              <a:ext cx="924096" cy="367936"/>
            </a:xfrm>
            <a:custGeom>
              <a:avLst/>
              <a:gdLst/>
              <a:ahLst/>
              <a:cxnLst/>
              <a:rect l="l" t="t" r="r" b="b"/>
              <a:pathLst>
                <a:path w="15740" h="6267" extrusionOk="0">
                  <a:moveTo>
                    <a:pt x="12769" y="0"/>
                  </a:moveTo>
                  <a:cubicBezTo>
                    <a:pt x="12724" y="0"/>
                    <a:pt x="12678" y="2"/>
                    <a:pt x="12632" y="5"/>
                  </a:cubicBezTo>
                  <a:cubicBezTo>
                    <a:pt x="11629" y="80"/>
                    <a:pt x="10777" y="932"/>
                    <a:pt x="9750" y="982"/>
                  </a:cubicBezTo>
                  <a:cubicBezTo>
                    <a:pt x="9349" y="982"/>
                    <a:pt x="8973" y="882"/>
                    <a:pt x="8597" y="857"/>
                  </a:cubicBezTo>
                  <a:cubicBezTo>
                    <a:pt x="8522" y="855"/>
                    <a:pt x="8447" y="853"/>
                    <a:pt x="8372" y="853"/>
                  </a:cubicBezTo>
                  <a:cubicBezTo>
                    <a:pt x="6941" y="853"/>
                    <a:pt x="5489" y="1286"/>
                    <a:pt x="4060" y="1333"/>
                  </a:cubicBezTo>
                  <a:cubicBezTo>
                    <a:pt x="3308" y="1358"/>
                    <a:pt x="2531" y="1333"/>
                    <a:pt x="1805" y="1559"/>
                  </a:cubicBezTo>
                  <a:cubicBezTo>
                    <a:pt x="1103" y="1759"/>
                    <a:pt x="401" y="2236"/>
                    <a:pt x="151" y="2962"/>
                  </a:cubicBezTo>
                  <a:cubicBezTo>
                    <a:pt x="25" y="3338"/>
                    <a:pt x="0" y="3689"/>
                    <a:pt x="50" y="4015"/>
                  </a:cubicBezTo>
                  <a:cubicBezTo>
                    <a:pt x="201" y="5419"/>
                    <a:pt x="1780" y="6120"/>
                    <a:pt x="3158" y="6246"/>
                  </a:cubicBezTo>
                  <a:cubicBezTo>
                    <a:pt x="3388" y="6261"/>
                    <a:pt x="3617" y="6267"/>
                    <a:pt x="3846" y="6267"/>
                  </a:cubicBezTo>
                  <a:cubicBezTo>
                    <a:pt x="4656" y="6267"/>
                    <a:pt x="5466" y="6193"/>
                    <a:pt x="6276" y="6193"/>
                  </a:cubicBezTo>
                  <a:cubicBezTo>
                    <a:pt x="6365" y="6193"/>
                    <a:pt x="6453" y="6194"/>
                    <a:pt x="6542" y="6196"/>
                  </a:cubicBezTo>
                  <a:cubicBezTo>
                    <a:pt x="8070" y="6196"/>
                    <a:pt x="9599" y="6221"/>
                    <a:pt x="11128" y="6221"/>
                  </a:cubicBezTo>
                  <a:cubicBezTo>
                    <a:pt x="11303" y="6227"/>
                    <a:pt x="11468" y="6232"/>
                    <a:pt x="11627" y="6232"/>
                  </a:cubicBezTo>
                  <a:cubicBezTo>
                    <a:pt x="12102" y="6232"/>
                    <a:pt x="12525" y="6189"/>
                    <a:pt x="13033" y="6020"/>
                  </a:cubicBezTo>
                  <a:cubicBezTo>
                    <a:pt x="13609" y="5845"/>
                    <a:pt x="14161" y="5594"/>
                    <a:pt x="14587" y="5143"/>
                  </a:cubicBezTo>
                  <a:cubicBezTo>
                    <a:pt x="14887" y="4842"/>
                    <a:pt x="15113" y="4441"/>
                    <a:pt x="15263" y="4040"/>
                  </a:cubicBezTo>
                  <a:cubicBezTo>
                    <a:pt x="15664" y="3038"/>
                    <a:pt x="15740" y="1784"/>
                    <a:pt x="15038" y="982"/>
                  </a:cubicBezTo>
                  <a:cubicBezTo>
                    <a:pt x="14687" y="556"/>
                    <a:pt x="14161" y="306"/>
                    <a:pt x="13634" y="155"/>
                  </a:cubicBezTo>
                  <a:cubicBezTo>
                    <a:pt x="13351" y="68"/>
                    <a:pt x="13068" y="0"/>
                    <a:pt x="127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a:extLst>
                <a:ext uri="{FF2B5EF4-FFF2-40B4-BE49-F238E27FC236}">
                  <a16:creationId xmlns:a16="http://schemas.microsoft.com/office/drawing/2014/main" id="{860A1133-88A5-F600-0A8F-FEDD4FF5E0F1}"/>
                </a:ext>
              </a:extLst>
            </p:cNvPr>
            <p:cNvSpPr/>
            <p:nvPr/>
          </p:nvSpPr>
          <p:spPr>
            <a:xfrm>
              <a:off x="2559216" y="3033849"/>
              <a:ext cx="451774" cy="832978"/>
            </a:xfrm>
            <a:custGeom>
              <a:avLst/>
              <a:gdLst/>
              <a:ahLst/>
              <a:cxnLst/>
              <a:rect l="l" t="t" r="r" b="b"/>
              <a:pathLst>
                <a:path w="7695" h="14188" extrusionOk="0">
                  <a:moveTo>
                    <a:pt x="2704" y="0"/>
                  </a:moveTo>
                  <a:cubicBezTo>
                    <a:pt x="2217" y="0"/>
                    <a:pt x="1781" y="186"/>
                    <a:pt x="1404" y="478"/>
                  </a:cubicBezTo>
                  <a:cubicBezTo>
                    <a:pt x="402" y="1230"/>
                    <a:pt x="1" y="2282"/>
                    <a:pt x="251" y="3510"/>
                  </a:cubicBezTo>
                  <a:cubicBezTo>
                    <a:pt x="452" y="4613"/>
                    <a:pt x="828" y="5741"/>
                    <a:pt x="1254" y="6769"/>
                  </a:cubicBezTo>
                  <a:cubicBezTo>
                    <a:pt x="1630" y="7646"/>
                    <a:pt x="2081" y="8498"/>
                    <a:pt x="2382" y="9400"/>
                  </a:cubicBezTo>
                  <a:cubicBezTo>
                    <a:pt x="2858" y="11029"/>
                    <a:pt x="3585" y="12608"/>
                    <a:pt x="4186" y="14187"/>
                  </a:cubicBezTo>
                  <a:cubicBezTo>
                    <a:pt x="4161" y="14112"/>
                    <a:pt x="7319" y="13811"/>
                    <a:pt x="7519" y="13736"/>
                  </a:cubicBezTo>
                  <a:cubicBezTo>
                    <a:pt x="7695" y="13636"/>
                    <a:pt x="7118" y="10703"/>
                    <a:pt x="7068" y="10378"/>
                  </a:cubicBezTo>
                  <a:cubicBezTo>
                    <a:pt x="6893" y="9225"/>
                    <a:pt x="6692" y="8072"/>
                    <a:pt x="6442" y="6919"/>
                  </a:cubicBezTo>
                  <a:cubicBezTo>
                    <a:pt x="6041" y="4964"/>
                    <a:pt x="5765" y="2383"/>
                    <a:pt x="4412" y="829"/>
                  </a:cubicBezTo>
                  <a:cubicBezTo>
                    <a:pt x="4136" y="528"/>
                    <a:pt x="3785" y="277"/>
                    <a:pt x="3409" y="127"/>
                  </a:cubicBezTo>
                  <a:cubicBezTo>
                    <a:pt x="3164" y="40"/>
                    <a:pt x="2929" y="0"/>
                    <a:pt x="2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a:extLst>
                <a:ext uri="{FF2B5EF4-FFF2-40B4-BE49-F238E27FC236}">
                  <a16:creationId xmlns:a16="http://schemas.microsoft.com/office/drawing/2014/main" id="{982A4B3F-72E0-5A10-9628-123CC2D5009A}"/>
                </a:ext>
              </a:extLst>
            </p:cNvPr>
            <p:cNvSpPr/>
            <p:nvPr/>
          </p:nvSpPr>
          <p:spPr>
            <a:xfrm>
              <a:off x="3075688" y="2815801"/>
              <a:ext cx="603363" cy="502147"/>
            </a:xfrm>
            <a:custGeom>
              <a:avLst/>
              <a:gdLst/>
              <a:ahLst/>
              <a:cxnLst/>
              <a:rect l="l" t="t" r="r" b="b"/>
              <a:pathLst>
                <a:path w="10277" h="8553" extrusionOk="0">
                  <a:moveTo>
                    <a:pt x="4513" y="1"/>
                  </a:moveTo>
                  <a:cubicBezTo>
                    <a:pt x="4231" y="1"/>
                    <a:pt x="3952" y="15"/>
                    <a:pt x="3685" y="56"/>
                  </a:cubicBezTo>
                  <a:cubicBezTo>
                    <a:pt x="3108" y="132"/>
                    <a:pt x="3184" y="6"/>
                    <a:pt x="2933" y="583"/>
                  </a:cubicBezTo>
                  <a:cubicBezTo>
                    <a:pt x="2632" y="1285"/>
                    <a:pt x="2783" y="2412"/>
                    <a:pt x="2657" y="3189"/>
                  </a:cubicBezTo>
                  <a:cubicBezTo>
                    <a:pt x="2507" y="4192"/>
                    <a:pt x="2181" y="5169"/>
                    <a:pt x="1555" y="5946"/>
                  </a:cubicBezTo>
                  <a:cubicBezTo>
                    <a:pt x="1379" y="6122"/>
                    <a:pt x="1229" y="6297"/>
                    <a:pt x="1078" y="6498"/>
                  </a:cubicBezTo>
                  <a:cubicBezTo>
                    <a:pt x="1053" y="6548"/>
                    <a:pt x="1003" y="6598"/>
                    <a:pt x="978" y="6648"/>
                  </a:cubicBezTo>
                  <a:cubicBezTo>
                    <a:pt x="1" y="8177"/>
                    <a:pt x="2607" y="8553"/>
                    <a:pt x="3534" y="8553"/>
                  </a:cubicBezTo>
                  <a:lnTo>
                    <a:pt x="6818" y="8553"/>
                  </a:lnTo>
                  <a:cubicBezTo>
                    <a:pt x="8722" y="8553"/>
                    <a:pt x="10201" y="7600"/>
                    <a:pt x="10276" y="5721"/>
                  </a:cubicBezTo>
                  <a:cubicBezTo>
                    <a:pt x="10276" y="5721"/>
                    <a:pt x="10276" y="31"/>
                    <a:pt x="10276" y="31"/>
                  </a:cubicBezTo>
                  <a:cubicBezTo>
                    <a:pt x="8923" y="31"/>
                    <a:pt x="7545" y="56"/>
                    <a:pt x="6191" y="56"/>
                  </a:cubicBezTo>
                  <a:cubicBezTo>
                    <a:pt x="5656" y="56"/>
                    <a:pt x="5077" y="1"/>
                    <a:pt x="451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a:extLst>
                <a:ext uri="{FF2B5EF4-FFF2-40B4-BE49-F238E27FC236}">
                  <a16:creationId xmlns:a16="http://schemas.microsoft.com/office/drawing/2014/main" id="{712006E4-0D6F-9E72-B6FD-1F4DEE6B864E}"/>
                </a:ext>
              </a:extLst>
            </p:cNvPr>
            <p:cNvSpPr/>
            <p:nvPr/>
          </p:nvSpPr>
          <p:spPr>
            <a:xfrm>
              <a:off x="2775504" y="2957820"/>
              <a:ext cx="924154" cy="621563"/>
            </a:xfrm>
            <a:custGeom>
              <a:avLst/>
              <a:gdLst/>
              <a:ahLst/>
              <a:cxnLst/>
              <a:rect l="l" t="t" r="r" b="b"/>
              <a:pathLst>
                <a:path w="15741" h="10587" extrusionOk="0">
                  <a:moveTo>
                    <a:pt x="11230" y="0"/>
                  </a:moveTo>
                  <a:cubicBezTo>
                    <a:pt x="10459" y="0"/>
                    <a:pt x="9698" y="151"/>
                    <a:pt x="8973" y="444"/>
                  </a:cubicBezTo>
                  <a:cubicBezTo>
                    <a:pt x="8347" y="670"/>
                    <a:pt x="7820" y="921"/>
                    <a:pt x="7269" y="1297"/>
                  </a:cubicBezTo>
                  <a:cubicBezTo>
                    <a:pt x="5991" y="2149"/>
                    <a:pt x="4637" y="2876"/>
                    <a:pt x="3234" y="3502"/>
                  </a:cubicBezTo>
                  <a:cubicBezTo>
                    <a:pt x="2783" y="3703"/>
                    <a:pt x="2357" y="3878"/>
                    <a:pt x="1956" y="4129"/>
                  </a:cubicBezTo>
                  <a:cubicBezTo>
                    <a:pt x="753" y="4906"/>
                    <a:pt x="1" y="6334"/>
                    <a:pt x="76" y="7763"/>
                  </a:cubicBezTo>
                  <a:cubicBezTo>
                    <a:pt x="126" y="8640"/>
                    <a:pt x="176" y="9868"/>
                    <a:pt x="878" y="10470"/>
                  </a:cubicBezTo>
                  <a:cubicBezTo>
                    <a:pt x="936" y="10528"/>
                    <a:pt x="1010" y="10586"/>
                    <a:pt x="1098" y="10586"/>
                  </a:cubicBezTo>
                  <a:cubicBezTo>
                    <a:pt x="1124" y="10586"/>
                    <a:pt x="1151" y="10581"/>
                    <a:pt x="1179" y="10570"/>
                  </a:cubicBezTo>
                  <a:cubicBezTo>
                    <a:pt x="1229" y="10570"/>
                    <a:pt x="1254" y="10520"/>
                    <a:pt x="1279" y="10495"/>
                  </a:cubicBezTo>
                  <a:cubicBezTo>
                    <a:pt x="1655" y="10069"/>
                    <a:pt x="1780" y="9517"/>
                    <a:pt x="2031" y="9041"/>
                  </a:cubicBezTo>
                  <a:cubicBezTo>
                    <a:pt x="2131" y="8866"/>
                    <a:pt x="2307" y="8465"/>
                    <a:pt x="2532" y="8414"/>
                  </a:cubicBezTo>
                  <a:cubicBezTo>
                    <a:pt x="2546" y="8411"/>
                    <a:pt x="2560" y="8410"/>
                    <a:pt x="2575" y="8410"/>
                  </a:cubicBezTo>
                  <a:cubicBezTo>
                    <a:pt x="2792" y="8410"/>
                    <a:pt x="3046" y="8745"/>
                    <a:pt x="3234" y="8815"/>
                  </a:cubicBezTo>
                  <a:cubicBezTo>
                    <a:pt x="3526" y="8919"/>
                    <a:pt x="3830" y="8986"/>
                    <a:pt x="4130" y="8986"/>
                  </a:cubicBezTo>
                  <a:cubicBezTo>
                    <a:pt x="4267" y="8986"/>
                    <a:pt x="4403" y="8972"/>
                    <a:pt x="4537" y="8941"/>
                  </a:cubicBezTo>
                  <a:cubicBezTo>
                    <a:pt x="4587" y="8941"/>
                    <a:pt x="4637" y="8916"/>
                    <a:pt x="4688" y="8916"/>
                  </a:cubicBezTo>
                  <a:cubicBezTo>
                    <a:pt x="4713" y="8891"/>
                    <a:pt x="4738" y="8891"/>
                    <a:pt x="4763" y="8891"/>
                  </a:cubicBezTo>
                  <a:lnTo>
                    <a:pt x="14086" y="5758"/>
                  </a:lnTo>
                  <a:cubicBezTo>
                    <a:pt x="14111" y="5758"/>
                    <a:pt x="14136" y="5758"/>
                    <a:pt x="14161" y="5733"/>
                  </a:cubicBezTo>
                  <a:cubicBezTo>
                    <a:pt x="15164" y="5382"/>
                    <a:pt x="15740" y="4003"/>
                    <a:pt x="15414" y="2500"/>
                  </a:cubicBezTo>
                  <a:cubicBezTo>
                    <a:pt x="14988" y="570"/>
                    <a:pt x="13635" y="294"/>
                    <a:pt x="12282" y="94"/>
                  </a:cubicBezTo>
                  <a:cubicBezTo>
                    <a:pt x="11930" y="31"/>
                    <a:pt x="11579" y="0"/>
                    <a:pt x="112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a:extLst>
                <a:ext uri="{FF2B5EF4-FFF2-40B4-BE49-F238E27FC236}">
                  <a16:creationId xmlns:a16="http://schemas.microsoft.com/office/drawing/2014/main" id="{872C8641-FAA4-949E-0CF7-30E841B95457}"/>
                </a:ext>
              </a:extLst>
            </p:cNvPr>
            <p:cNvSpPr/>
            <p:nvPr/>
          </p:nvSpPr>
          <p:spPr>
            <a:xfrm>
              <a:off x="3124241" y="2107876"/>
              <a:ext cx="598959" cy="889339"/>
            </a:xfrm>
            <a:custGeom>
              <a:avLst/>
              <a:gdLst/>
              <a:ahLst/>
              <a:cxnLst/>
              <a:rect l="l" t="t" r="r" b="b"/>
              <a:pathLst>
                <a:path w="10202" h="15148" extrusionOk="0">
                  <a:moveTo>
                    <a:pt x="4622" y="0"/>
                  </a:moveTo>
                  <a:cubicBezTo>
                    <a:pt x="4453" y="0"/>
                    <a:pt x="4283" y="3"/>
                    <a:pt x="4111" y="9"/>
                  </a:cubicBezTo>
                  <a:cubicBezTo>
                    <a:pt x="3008" y="34"/>
                    <a:pt x="1655" y="9"/>
                    <a:pt x="778" y="811"/>
                  </a:cubicBezTo>
                  <a:cubicBezTo>
                    <a:pt x="627" y="987"/>
                    <a:pt x="502" y="1187"/>
                    <a:pt x="402" y="1388"/>
                  </a:cubicBezTo>
                  <a:cubicBezTo>
                    <a:pt x="276" y="1713"/>
                    <a:pt x="226" y="2039"/>
                    <a:pt x="151" y="2365"/>
                  </a:cubicBezTo>
                  <a:cubicBezTo>
                    <a:pt x="1" y="3067"/>
                    <a:pt x="51" y="3819"/>
                    <a:pt x="201" y="4545"/>
                  </a:cubicBezTo>
                  <a:cubicBezTo>
                    <a:pt x="402" y="5573"/>
                    <a:pt x="803" y="6576"/>
                    <a:pt x="1028" y="7603"/>
                  </a:cubicBezTo>
                  <a:cubicBezTo>
                    <a:pt x="1279" y="8781"/>
                    <a:pt x="1329" y="9959"/>
                    <a:pt x="1404" y="11137"/>
                  </a:cubicBezTo>
                  <a:cubicBezTo>
                    <a:pt x="1454" y="11613"/>
                    <a:pt x="1555" y="12064"/>
                    <a:pt x="1605" y="12515"/>
                  </a:cubicBezTo>
                  <a:cubicBezTo>
                    <a:pt x="1655" y="12941"/>
                    <a:pt x="1680" y="13368"/>
                    <a:pt x="1705" y="13769"/>
                  </a:cubicBezTo>
                  <a:cubicBezTo>
                    <a:pt x="1705" y="13894"/>
                    <a:pt x="1680" y="14270"/>
                    <a:pt x="1730" y="14345"/>
                  </a:cubicBezTo>
                  <a:cubicBezTo>
                    <a:pt x="1830" y="14470"/>
                    <a:pt x="1956" y="14395"/>
                    <a:pt x="2081" y="14495"/>
                  </a:cubicBezTo>
                  <a:cubicBezTo>
                    <a:pt x="2357" y="14646"/>
                    <a:pt x="2306" y="14821"/>
                    <a:pt x="2707" y="14871"/>
                  </a:cubicBezTo>
                  <a:cubicBezTo>
                    <a:pt x="2883" y="14884"/>
                    <a:pt x="3058" y="14884"/>
                    <a:pt x="3231" y="14884"/>
                  </a:cubicBezTo>
                  <a:cubicBezTo>
                    <a:pt x="3403" y="14884"/>
                    <a:pt x="3572" y="14884"/>
                    <a:pt x="3735" y="14896"/>
                  </a:cubicBezTo>
                  <a:cubicBezTo>
                    <a:pt x="4387" y="14947"/>
                    <a:pt x="5013" y="14997"/>
                    <a:pt x="5665" y="15022"/>
                  </a:cubicBezTo>
                  <a:cubicBezTo>
                    <a:pt x="6918" y="15072"/>
                    <a:pt x="8171" y="15097"/>
                    <a:pt x="9424" y="15147"/>
                  </a:cubicBezTo>
                  <a:cubicBezTo>
                    <a:pt x="9374" y="15147"/>
                    <a:pt x="10201" y="5222"/>
                    <a:pt x="10201" y="4245"/>
                  </a:cubicBezTo>
                  <a:cubicBezTo>
                    <a:pt x="10176" y="3267"/>
                    <a:pt x="10026" y="2215"/>
                    <a:pt x="9324" y="1538"/>
                  </a:cubicBezTo>
                  <a:cubicBezTo>
                    <a:pt x="9023" y="1237"/>
                    <a:pt x="8622" y="1062"/>
                    <a:pt x="8246" y="861"/>
                  </a:cubicBezTo>
                  <a:cubicBezTo>
                    <a:pt x="7595" y="535"/>
                    <a:pt x="7018" y="235"/>
                    <a:pt x="6266" y="109"/>
                  </a:cubicBezTo>
                  <a:cubicBezTo>
                    <a:pt x="5711" y="33"/>
                    <a:pt x="5171" y="0"/>
                    <a:pt x="462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6">
              <a:extLst>
                <a:ext uri="{FF2B5EF4-FFF2-40B4-BE49-F238E27FC236}">
                  <a16:creationId xmlns:a16="http://schemas.microsoft.com/office/drawing/2014/main" id="{0015A2ED-3356-3447-76AD-80A38EC13A25}"/>
                </a:ext>
              </a:extLst>
            </p:cNvPr>
            <p:cNvSpPr/>
            <p:nvPr/>
          </p:nvSpPr>
          <p:spPr>
            <a:xfrm>
              <a:off x="3211073" y="1786145"/>
              <a:ext cx="251690" cy="439621"/>
            </a:xfrm>
            <a:custGeom>
              <a:avLst/>
              <a:gdLst/>
              <a:ahLst/>
              <a:cxnLst/>
              <a:rect l="l" t="t" r="r" b="b"/>
              <a:pathLst>
                <a:path w="4287" h="7488" extrusionOk="0">
                  <a:moveTo>
                    <a:pt x="577" y="0"/>
                  </a:moveTo>
                  <a:lnTo>
                    <a:pt x="151" y="2657"/>
                  </a:lnTo>
                  <a:cubicBezTo>
                    <a:pt x="0" y="3334"/>
                    <a:pt x="226" y="4010"/>
                    <a:pt x="727" y="4436"/>
                  </a:cubicBezTo>
                  <a:lnTo>
                    <a:pt x="1003" y="6291"/>
                  </a:lnTo>
                  <a:cubicBezTo>
                    <a:pt x="1093" y="6991"/>
                    <a:pt x="1692" y="7488"/>
                    <a:pt x="2378" y="7488"/>
                  </a:cubicBezTo>
                  <a:cubicBezTo>
                    <a:pt x="2453" y="7488"/>
                    <a:pt x="2530" y="7481"/>
                    <a:pt x="2607" y="7469"/>
                  </a:cubicBezTo>
                  <a:cubicBezTo>
                    <a:pt x="3359" y="7319"/>
                    <a:pt x="3860" y="6567"/>
                    <a:pt x="3685" y="5815"/>
                  </a:cubicBezTo>
                  <a:lnTo>
                    <a:pt x="3509" y="3910"/>
                  </a:lnTo>
                  <a:cubicBezTo>
                    <a:pt x="3660" y="3710"/>
                    <a:pt x="3609" y="3760"/>
                    <a:pt x="3685" y="3484"/>
                  </a:cubicBezTo>
                  <a:lnTo>
                    <a:pt x="4286" y="852"/>
                  </a:lnTo>
                  <a:lnTo>
                    <a:pt x="577"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6">
              <a:extLst>
                <a:ext uri="{FF2B5EF4-FFF2-40B4-BE49-F238E27FC236}">
                  <a16:creationId xmlns:a16="http://schemas.microsoft.com/office/drawing/2014/main" id="{69136527-C383-89C0-816C-AF8196EEA7D6}"/>
                </a:ext>
              </a:extLst>
            </p:cNvPr>
            <p:cNvSpPr/>
            <p:nvPr/>
          </p:nvSpPr>
          <p:spPr>
            <a:xfrm>
              <a:off x="3246358" y="2034136"/>
              <a:ext cx="79552" cy="38983"/>
            </a:xfrm>
            <a:custGeom>
              <a:avLst/>
              <a:gdLst/>
              <a:ahLst/>
              <a:cxnLst/>
              <a:rect l="l" t="t" r="r" b="b"/>
              <a:pathLst>
                <a:path w="1355" h="664" extrusionOk="0">
                  <a:moveTo>
                    <a:pt x="1354" y="12"/>
                  </a:moveTo>
                  <a:cubicBezTo>
                    <a:pt x="1354" y="14"/>
                    <a:pt x="1353" y="17"/>
                    <a:pt x="1352" y="19"/>
                  </a:cubicBezTo>
                  <a:lnTo>
                    <a:pt x="1352" y="19"/>
                  </a:lnTo>
                  <a:cubicBezTo>
                    <a:pt x="1354" y="17"/>
                    <a:pt x="1354" y="14"/>
                    <a:pt x="1354" y="12"/>
                  </a:cubicBezTo>
                  <a:close/>
                  <a:moveTo>
                    <a:pt x="95" y="1"/>
                  </a:moveTo>
                  <a:cubicBezTo>
                    <a:pt x="90" y="1"/>
                    <a:pt x="84" y="4"/>
                    <a:pt x="76" y="12"/>
                  </a:cubicBezTo>
                  <a:cubicBezTo>
                    <a:pt x="76" y="12"/>
                    <a:pt x="51" y="12"/>
                    <a:pt x="51" y="37"/>
                  </a:cubicBezTo>
                  <a:cubicBezTo>
                    <a:pt x="1" y="87"/>
                    <a:pt x="26" y="212"/>
                    <a:pt x="76" y="263"/>
                  </a:cubicBezTo>
                  <a:cubicBezTo>
                    <a:pt x="126" y="313"/>
                    <a:pt x="176" y="338"/>
                    <a:pt x="176" y="413"/>
                  </a:cubicBezTo>
                  <a:cubicBezTo>
                    <a:pt x="201" y="488"/>
                    <a:pt x="201" y="563"/>
                    <a:pt x="226" y="613"/>
                  </a:cubicBezTo>
                  <a:cubicBezTo>
                    <a:pt x="226" y="639"/>
                    <a:pt x="277" y="664"/>
                    <a:pt x="327" y="664"/>
                  </a:cubicBezTo>
                  <a:cubicBezTo>
                    <a:pt x="775" y="664"/>
                    <a:pt x="1224" y="465"/>
                    <a:pt x="1352" y="19"/>
                  </a:cubicBezTo>
                  <a:lnTo>
                    <a:pt x="1352" y="19"/>
                  </a:lnTo>
                  <a:cubicBezTo>
                    <a:pt x="1340" y="42"/>
                    <a:pt x="1277" y="62"/>
                    <a:pt x="1254" y="62"/>
                  </a:cubicBezTo>
                  <a:cubicBezTo>
                    <a:pt x="1104" y="129"/>
                    <a:pt x="942" y="140"/>
                    <a:pt x="784" y="140"/>
                  </a:cubicBezTo>
                  <a:cubicBezTo>
                    <a:pt x="705" y="140"/>
                    <a:pt x="627" y="137"/>
                    <a:pt x="552" y="137"/>
                  </a:cubicBezTo>
                  <a:cubicBezTo>
                    <a:pt x="402" y="112"/>
                    <a:pt x="252" y="87"/>
                    <a:pt x="126" y="12"/>
                  </a:cubicBezTo>
                  <a:cubicBezTo>
                    <a:pt x="110" y="12"/>
                    <a:pt x="104" y="1"/>
                    <a:pt x="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6">
              <a:extLst>
                <a:ext uri="{FF2B5EF4-FFF2-40B4-BE49-F238E27FC236}">
                  <a16:creationId xmlns:a16="http://schemas.microsoft.com/office/drawing/2014/main" id="{56073C6A-E0FA-AE84-8B75-20FE24957DED}"/>
                </a:ext>
              </a:extLst>
            </p:cNvPr>
            <p:cNvSpPr/>
            <p:nvPr/>
          </p:nvSpPr>
          <p:spPr>
            <a:xfrm>
              <a:off x="3190466" y="1692268"/>
              <a:ext cx="286975" cy="323022"/>
            </a:xfrm>
            <a:custGeom>
              <a:avLst/>
              <a:gdLst/>
              <a:ahLst/>
              <a:cxnLst/>
              <a:rect l="l" t="t" r="r" b="b"/>
              <a:pathLst>
                <a:path w="4888" h="5502" extrusionOk="0">
                  <a:moveTo>
                    <a:pt x="2171" y="1"/>
                  </a:moveTo>
                  <a:cubicBezTo>
                    <a:pt x="1951" y="1"/>
                    <a:pt x="1728" y="74"/>
                    <a:pt x="1554" y="196"/>
                  </a:cubicBezTo>
                  <a:cubicBezTo>
                    <a:pt x="1479" y="271"/>
                    <a:pt x="1404" y="346"/>
                    <a:pt x="1329" y="371"/>
                  </a:cubicBezTo>
                  <a:cubicBezTo>
                    <a:pt x="1265" y="392"/>
                    <a:pt x="1202" y="400"/>
                    <a:pt x="1138" y="400"/>
                  </a:cubicBezTo>
                  <a:cubicBezTo>
                    <a:pt x="1051" y="400"/>
                    <a:pt x="965" y="386"/>
                    <a:pt x="878" y="371"/>
                  </a:cubicBezTo>
                  <a:cubicBezTo>
                    <a:pt x="652" y="371"/>
                    <a:pt x="402" y="421"/>
                    <a:pt x="251" y="572"/>
                  </a:cubicBezTo>
                  <a:cubicBezTo>
                    <a:pt x="76" y="722"/>
                    <a:pt x="1" y="973"/>
                    <a:pt x="101" y="1198"/>
                  </a:cubicBezTo>
                  <a:cubicBezTo>
                    <a:pt x="151" y="1299"/>
                    <a:pt x="251" y="1399"/>
                    <a:pt x="301" y="1524"/>
                  </a:cubicBezTo>
                  <a:cubicBezTo>
                    <a:pt x="427" y="1800"/>
                    <a:pt x="376" y="2025"/>
                    <a:pt x="677" y="2151"/>
                  </a:cubicBezTo>
                  <a:lnTo>
                    <a:pt x="752" y="2151"/>
                  </a:lnTo>
                  <a:cubicBezTo>
                    <a:pt x="1003" y="2251"/>
                    <a:pt x="1279" y="2301"/>
                    <a:pt x="1554" y="2376"/>
                  </a:cubicBezTo>
                  <a:cubicBezTo>
                    <a:pt x="1930" y="2477"/>
                    <a:pt x="2306" y="2552"/>
                    <a:pt x="2682" y="2652"/>
                  </a:cubicBezTo>
                  <a:cubicBezTo>
                    <a:pt x="3710" y="2953"/>
                    <a:pt x="3484" y="3955"/>
                    <a:pt x="3484" y="4807"/>
                  </a:cubicBezTo>
                  <a:cubicBezTo>
                    <a:pt x="3484" y="5033"/>
                    <a:pt x="3484" y="5309"/>
                    <a:pt x="3685" y="5434"/>
                  </a:cubicBezTo>
                  <a:cubicBezTo>
                    <a:pt x="3755" y="5480"/>
                    <a:pt x="3817" y="5501"/>
                    <a:pt x="3874" y="5501"/>
                  </a:cubicBezTo>
                  <a:cubicBezTo>
                    <a:pt x="4245" y="5501"/>
                    <a:pt x="4356" y="4624"/>
                    <a:pt x="4487" y="4406"/>
                  </a:cubicBezTo>
                  <a:cubicBezTo>
                    <a:pt x="4537" y="4256"/>
                    <a:pt x="4662" y="4131"/>
                    <a:pt x="4712" y="3980"/>
                  </a:cubicBezTo>
                  <a:cubicBezTo>
                    <a:pt x="4838" y="3680"/>
                    <a:pt x="4712" y="3354"/>
                    <a:pt x="4762" y="3028"/>
                  </a:cubicBezTo>
                  <a:cubicBezTo>
                    <a:pt x="4788" y="2878"/>
                    <a:pt x="4838" y="2752"/>
                    <a:pt x="4838" y="2602"/>
                  </a:cubicBezTo>
                  <a:cubicBezTo>
                    <a:pt x="4888" y="1975"/>
                    <a:pt x="4336" y="1424"/>
                    <a:pt x="3835" y="1173"/>
                  </a:cubicBezTo>
                  <a:cubicBezTo>
                    <a:pt x="3434" y="973"/>
                    <a:pt x="3008" y="697"/>
                    <a:pt x="2757" y="321"/>
                  </a:cubicBezTo>
                  <a:cubicBezTo>
                    <a:pt x="2707" y="246"/>
                    <a:pt x="2682" y="171"/>
                    <a:pt x="2607" y="146"/>
                  </a:cubicBezTo>
                  <a:cubicBezTo>
                    <a:pt x="2582" y="96"/>
                    <a:pt x="2507" y="71"/>
                    <a:pt x="2457" y="45"/>
                  </a:cubicBezTo>
                  <a:cubicBezTo>
                    <a:pt x="2365" y="15"/>
                    <a:pt x="2268" y="1"/>
                    <a:pt x="217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6">
              <a:extLst>
                <a:ext uri="{FF2B5EF4-FFF2-40B4-BE49-F238E27FC236}">
                  <a16:creationId xmlns:a16="http://schemas.microsoft.com/office/drawing/2014/main" id="{A30EBC7C-E33A-3CDA-CF10-92FFD9C3BD43}"/>
                </a:ext>
              </a:extLst>
            </p:cNvPr>
            <p:cNvSpPr/>
            <p:nvPr/>
          </p:nvSpPr>
          <p:spPr>
            <a:xfrm>
              <a:off x="3368533" y="1932685"/>
              <a:ext cx="50080" cy="46909"/>
            </a:xfrm>
            <a:custGeom>
              <a:avLst/>
              <a:gdLst/>
              <a:ahLst/>
              <a:cxnLst/>
              <a:rect l="l" t="t" r="r" b="b"/>
              <a:pathLst>
                <a:path w="853" h="799" extrusionOk="0">
                  <a:moveTo>
                    <a:pt x="439" y="1"/>
                  </a:moveTo>
                  <a:cubicBezTo>
                    <a:pt x="251" y="1"/>
                    <a:pt x="94" y="137"/>
                    <a:pt x="50" y="311"/>
                  </a:cubicBezTo>
                  <a:cubicBezTo>
                    <a:pt x="0" y="512"/>
                    <a:pt x="125" y="737"/>
                    <a:pt x="351" y="788"/>
                  </a:cubicBezTo>
                  <a:cubicBezTo>
                    <a:pt x="381" y="795"/>
                    <a:pt x="411" y="799"/>
                    <a:pt x="441" y="799"/>
                  </a:cubicBezTo>
                  <a:cubicBezTo>
                    <a:pt x="614" y="799"/>
                    <a:pt x="784" y="679"/>
                    <a:pt x="827" y="487"/>
                  </a:cubicBezTo>
                  <a:cubicBezTo>
                    <a:pt x="852" y="286"/>
                    <a:pt x="727" y="61"/>
                    <a:pt x="526" y="11"/>
                  </a:cubicBezTo>
                  <a:cubicBezTo>
                    <a:pt x="497" y="4"/>
                    <a:pt x="468" y="1"/>
                    <a:pt x="4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6">
              <a:extLst>
                <a:ext uri="{FF2B5EF4-FFF2-40B4-BE49-F238E27FC236}">
                  <a16:creationId xmlns:a16="http://schemas.microsoft.com/office/drawing/2014/main" id="{5B34727A-275D-D0F3-66BE-0165299E7464}"/>
                </a:ext>
              </a:extLst>
            </p:cNvPr>
            <p:cNvSpPr/>
            <p:nvPr/>
          </p:nvSpPr>
          <p:spPr>
            <a:xfrm>
              <a:off x="2785837" y="3152855"/>
              <a:ext cx="343512" cy="877186"/>
            </a:xfrm>
            <a:custGeom>
              <a:avLst/>
              <a:gdLst/>
              <a:ahLst/>
              <a:cxnLst/>
              <a:rect l="l" t="t" r="r" b="b"/>
              <a:pathLst>
                <a:path w="5851" h="14941" extrusionOk="0">
                  <a:moveTo>
                    <a:pt x="4317" y="1"/>
                  </a:moveTo>
                  <a:cubicBezTo>
                    <a:pt x="3422" y="1"/>
                    <a:pt x="2345" y="431"/>
                    <a:pt x="1805" y="907"/>
                  </a:cubicBezTo>
                  <a:cubicBezTo>
                    <a:pt x="1579" y="1133"/>
                    <a:pt x="1379" y="1383"/>
                    <a:pt x="1203" y="1634"/>
                  </a:cubicBezTo>
                  <a:cubicBezTo>
                    <a:pt x="852" y="2185"/>
                    <a:pt x="652" y="2812"/>
                    <a:pt x="502" y="3438"/>
                  </a:cubicBezTo>
                  <a:cubicBezTo>
                    <a:pt x="251" y="4416"/>
                    <a:pt x="0" y="5443"/>
                    <a:pt x="151" y="6446"/>
                  </a:cubicBezTo>
                  <a:cubicBezTo>
                    <a:pt x="201" y="6722"/>
                    <a:pt x="276" y="7022"/>
                    <a:pt x="276" y="7323"/>
                  </a:cubicBezTo>
                  <a:cubicBezTo>
                    <a:pt x="326" y="7849"/>
                    <a:pt x="151" y="8376"/>
                    <a:pt x="151" y="8902"/>
                  </a:cubicBezTo>
                  <a:cubicBezTo>
                    <a:pt x="151" y="9278"/>
                    <a:pt x="251" y="9654"/>
                    <a:pt x="326" y="10030"/>
                  </a:cubicBezTo>
                  <a:cubicBezTo>
                    <a:pt x="527" y="10957"/>
                    <a:pt x="577" y="11859"/>
                    <a:pt x="552" y="12787"/>
                  </a:cubicBezTo>
                  <a:cubicBezTo>
                    <a:pt x="527" y="13087"/>
                    <a:pt x="527" y="13413"/>
                    <a:pt x="502" y="13714"/>
                  </a:cubicBezTo>
                  <a:cubicBezTo>
                    <a:pt x="476" y="13940"/>
                    <a:pt x="527" y="14290"/>
                    <a:pt x="401" y="14516"/>
                  </a:cubicBezTo>
                  <a:cubicBezTo>
                    <a:pt x="777" y="14566"/>
                    <a:pt x="1128" y="14591"/>
                    <a:pt x="1479" y="14641"/>
                  </a:cubicBezTo>
                  <a:cubicBezTo>
                    <a:pt x="2156" y="14742"/>
                    <a:pt x="2832" y="14842"/>
                    <a:pt x="3509" y="14892"/>
                  </a:cubicBezTo>
                  <a:cubicBezTo>
                    <a:pt x="3634" y="14892"/>
                    <a:pt x="3858" y="14941"/>
                    <a:pt x="4050" y="14941"/>
                  </a:cubicBezTo>
                  <a:cubicBezTo>
                    <a:pt x="4166" y="14941"/>
                    <a:pt x="4270" y="14923"/>
                    <a:pt x="4336" y="14867"/>
                  </a:cubicBezTo>
                  <a:cubicBezTo>
                    <a:pt x="4486" y="14767"/>
                    <a:pt x="4512" y="14391"/>
                    <a:pt x="4562" y="14240"/>
                  </a:cubicBezTo>
                  <a:cubicBezTo>
                    <a:pt x="4862" y="12987"/>
                    <a:pt x="5138" y="11709"/>
                    <a:pt x="4888" y="10431"/>
                  </a:cubicBezTo>
                  <a:cubicBezTo>
                    <a:pt x="4837" y="10205"/>
                    <a:pt x="4762" y="9980"/>
                    <a:pt x="4737" y="9729"/>
                  </a:cubicBezTo>
                  <a:cubicBezTo>
                    <a:pt x="4712" y="9453"/>
                    <a:pt x="4737" y="9153"/>
                    <a:pt x="4787" y="8877"/>
                  </a:cubicBezTo>
                  <a:cubicBezTo>
                    <a:pt x="4938" y="7674"/>
                    <a:pt x="5238" y="6496"/>
                    <a:pt x="5389" y="5293"/>
                  </a:cubicBezTo>
                  <a:cubicBezTo>
                    <a:pt x="5564" y="4040"/>
                    <a:pt x="5664" y="2762"/>
                    <a:pt x="5765" y="1483"/>
                  </a:cubicBezTo>
                  <a:cubicBezTo>
                    <a:pt x="5850" y="386"/>
                    <a:pt x="5165" y="1"/>
                    <a:pt x="4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6">
              <a:extLst>
                <a:ext uri="{FF2B5EF4-FFF2-40B4-BE49-F238E27FC236}">
                  <a16:creationId xmlns:a16="http://schemas.microsoft.com/office/drawing/2014/main" id="{AC9CA082-E5EC-42C9-68BA-BA3EB0C48D47}"/>
                </a:ext>
              </a:extLst>
            </p:cNvPr>
            <p:cNvSpPr/>
            <p:nvPr/>
          </p:nvSpPr>
          <p:spPr>
            <a:xfrm>
              <a:off x="2806444" y="1937558"/>
              <a:ext cx="759297" cy="591327"/>
            </a:xfrm>
            <a:custGeom>
              <a:avLst/>
              <a:gdLst/>
              <a:ahLst/>
              <a:cxnLst/>
              <a:rect l="l" t="t" r="r" b="b"/>
              <a:pathLst>
                <a:path w="12933" h="10072" extrusionOk="0">
                  <a:moveTo>
                    <a:pt x="568" y="0"/>
                  </a:moveTo>
                  <a:cubicBezTo>
                    <a:pt x="474" y="0"/>
                    <a:pt x="368" y="45"/>
                    <a:pt x="251" y="153"/>
                  </a:cubicBezTo>
                  <a:cubicBezTo>
                    <a:pt x="0" y="379"/>
                    <a:pt x="100" y="855"/>
                    <a:pt x="151" y="1181"/>
                  </a:cubicBezTo>
                  <a:cubicBezTo>
                    <a:pt x="226" y="1632"/>
                    <a:pt x="326" y="2108"/>
                    <a:pt x="426" y="2559"/>
                  </a:cubicBezTo>
                  <a:cubicBezTo>
                    <a:pt x="577" y="3236"/>
                    <a:pt x="652" y="3461"/>
                    <a:pt x="1253" y="3787"/>
                  </a:cubicBezTo>
                  <a:cubicBezTo>
                    <a:pt x="1855" y="4138"/>
                    <a:pt x="2456" y="4539"/>
                    <a:pt x="2932" y="5040"/>
                  </a:cubicBezTo>
                  <a:cubicBezTo>
                    <a:pt x="3233" y="5366"/>
                    <a:pt x="3484" y="5742"/>
                    <a:pt x="3785" y="6093"/>
                  </a:cubicBezTo>
                  <a:cubicBezTo>
                    <a:pt x="4812" y="7271"/>
                    <a:pt x="6341" y="7948"/>
                    <a:pt x="7469" y="9025"/>
                  </a:cubicBezTo>
                  <a:cubicBezTo>
                    <a:pt x="7947" y="9482"/>
                    <a:pt x="8464" y="10071"/>
                    <a:pt x="9133" y="10071"/>
                  </a:cubicBezTo>
                  <a:cubicBezTo>
                    <a:pt x="9234" y="10071"/>
                    <a:pt x="9340" y="10058"/>
                    <a:pt x="9449" y="10028"/>
                  </a:cubicBezTo>
                  <a:cubicBezTo>
                    <a:pt x="9724" y="9953"/>
                    <a:pt x="12933" y="9101"/>
                    <a:pt x="12832" y="8925"/>
                  </a:cubicBezTo>
                  <a:cubicBezTo>
                    <a:pt x="12431" y="8223"/>
                    <a:pt x="12156" y="7572"/>
                    <a:pt x="11880" y="6845"/>
                  </a:cubicBezTo>
                  <a:cubicBezTo>
                    <a:pt x="11704" y="6419"/>
                    <a:pt x="11454" y="5993"/>
                    <a:pt x="11303" y="5542"/>
                  </a:cubicBezTo>
                  <a:cubicBezTo>
                    <a:pt x="10902" y="5918"/>
                    <a:pt x="10276" y="6218"/>
                    <a:pt x="9825" y="6519"/>
                  </a:cubicBezTo>
                  <a:cubicBezTo>
                    <a:pt x="9424" y="6168"/>
                    <a:pt x="8948" y="5893"/>
                    <a:pt x="8421" y="5742"/>
                  </a:cubicBezTo>
                  <a:cubicBezTo>
                    <a:pt x="8120" y="5642"/>
                    <a:pt x="7820" y="5592"/>
                    <a:pt x="7544" y="5492"/>
                  </a:cubicBezTo>
                  <a:cubicBezTo>
                    <a:pt x="6266" y="5015"/>
                    <a:pt x="5263" y="4063"/>
                    <a:pt x="3960" y="3637"/>
                  </a:cubicBezTo>
                  <a:cubicBezTo>
                    <a:pt x="3283" y="3411"/>
                    <a:pt x="2557" y="3261"/>
                    <a:pt x="2080" y="2735"/>
                  </a:cubicBezTo>
                  <a:cubicBezTo>
                    <a:pt x="1529" y="2083"/>
                    <a:pt x="1429" y="1106"/>
                    <a:pt x="1003" y="379"/>
                  </a:cubicBezTo>
                  <a:cubicBezTo>
                    <a:pt x="902" y="178"/>
                    <a:pt x="758" y="0"/>
                    <a:pt x="56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6">
              <a:extLst>
                <a:ext uri="{FF2B5EF4-FFF2-40B4-BE49-F238E27FC236}">
                  <a16:creationId xmlns:a16="http://schemas.microsoft.com/office/drawing/2014/main" id="{7894CB21-9CEB-9FFD-B790-2F4E10A941E9}"/>
                </a:ext>
              </a:extLst>
            </p:cNvPr>
            <p:cNvSpPr/>
            <p:nvPr/>
          </p:nvSpPr>
          <p:spPr>
            <a:xfrm>
              <a:off x="3559810" y="2377648"/>
              <a:ext cx="116305" cy="89826"/>
            </a:xfrm>
            <a:custGeom>
              <a:avLst/>
              <a:gdLst/>
              <a:ahLst/>
              <a:cxnLst/>
              <a:rect l="l" t="t" r="r" b="b"/>
              <a:pathLst>
                <a:path w="1981" h="1530" extrusionOk="0">
                  <a:moveTo>
                    <a:pt x="1980" y="1"/>
                  </a:moveTo>
                  <a:lnTo>
                    <a:pt x="0" y="1529"/>
                  </a:lnTo>
                  <a:cubicBezTo>
                    <a:pt x="827" y="1279"/>
                    <a:pt x="1529" y="727"/>
                    <a:pt x="1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a:extLst>
                <a:ext uri="{FF2B5EF4-FFF2-40B4-BE49-F238E27FC236}">
                  <a16:creationId xmlns:a16="http://schemas.microsoft.com/office/drawing/2014/main" id="{A6ABDDE4-9E3D-AA4E-C5A8-858A4DAED1E4}"/>
                </a:ext>
              </a:extLst>
            </p:cNvPr>
            <p:cNvSpPr/>
            <p:nvPr/>
          </p:nvSpPr>
          <p:spPr>
            <a:xfrm>
              <a:off x="3559810" y="2377648"/>
              <a:ext cx="116305" cy="89826"/>
            </a:xfrm>
            <a:custGeom>
              <a:avLst/>
              <a:gdLst/>
              <a:ahLst/>
              <a:cxnLst/>
              <a:rect l="l" t="t" r="r" b="b"/>
              <a:pathLst>
                <a:path w="1981" h="1530" fill="none" extrusionOk="0">
                  <a:moveTo>
                    <a:pt x="1980" y="1"/>
                  </a:moveTo>
                  <a:cubicBezTo>
                    <a:pt x="1529" y="727"/>
                    <a:pt x="827" y="1279"/>
                    <a:pt x="0" y="1529"/>
                  </a:cubicBezTo>
                </a:path>
              </a:pathLst>
            </a:custGeom>
            <a:solidFill>
              <a:schemeClr val="accent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6">
              <a:extLst>
                <a:ext uri="{FF2B5EF4-FFF2-40B4-BE49-F238E27FC236}">
                  <a16:creationId xmlns:a16="http://schemas.microsoft.com/office/drawing/2014/main" id="{2DBD68CB-A3B3-8985-F7E8-87654F860130}"/>
                </a:ext>
              </a:extLst>
            </p:cNvPr>
            <p:cNvSpPr/>
            <p:nvPr/>
          </p:nvSpPr>
          <p:spPr>
            <a:xfrm>
              <a:off x="3125709" y="2776406"/>
              <a:ext cx="33934" cy="50080"/>
            </a:xfrm>
            <a:custGeom>
              <a:avLst/>
              <a:gdLst/>
              <a:ahLst/>
              <a:cxnLst/>
              <a:rect l="l" t="t" r="r" b="b"/>
              <a:pathLst>
                <a:path w="578" h="853" extrusionOk="0">
                  <a:moveTo>
                    <a:pt x="552" y="1"/>
                  </a:moveTo>
                  <a:lnTo>
                    <a:pt x="1" y="853"/>
                  </a:lnTo>
                  <a:cubicBezTo>
                    <a:pt x="151" y="828"/>
                    <a:pt x="302" y="778"/>
                    <a:pt x="402" y="702"/>
                  </a:cubicBezTo>
                  <a:cubicBezTo>
                    <a:pt x="577" y="527"/>
                    <a:pt x="577" y="251"/>
                    <a:pt x="5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a:extLst>
                <a:ext uri="{FF2B5EF4-FFF2-40B4-BE49-F238E27FC236}">
                  <a16:creationId xmlns:a16="http://schemas.microsoft.com/office/drawing/2014/main" id="{A3EEB2A6-5DF9-7BD6-8AA1-3B85462CA47D}"/>
                </a:ext>
              </a:extLst>
            </p:cNvPr>
            <p:cNvSpPr/>
            <p:nvPr/>
          </p:nvSpPr>
          <p:spPr>
            <a:xfrm>
              <a:off x="3316986" y="2468883"/>
              <a:ext cx="50138" cy="22427"/>
            </a:xfrm>
            <a:custGeom>
              <a:avLst/>
              <a:gdLst/>
              <a:ahLst/>
              <a:cxnLst/>
              <a:rect l="l" t="t" r="r" b="b"/>
              <a:pathLst>
                <a:path w="854" h="382" extrusionOk="0">
                  <a:moveTo>
                    <a:pt x="1" y="0"/>
                  </a:moveTo>
                  <a:lnTo>
                    <a:pt x="1" y="0"/>
                  </a:lnTo>
                  <a:cubicBezTo>
                    <a:pt x="26" y="176"/>
                    <a:pt x="176" y="326"/>
                    <a:pt x="352" y="376"/>
                  </a:cubicBezTo>
                  <a:cubicBezTo>
                    <a:pt x="374" y="380"/>
                    <a:pt x="397" y="381"/>
                    <a:pt x="420" y="381"/>
                  </a:cubicBezTo>
                  <a:cubicBezTo>
                    <a:pt x="577" y="381"/>
                    <a:pt x="744" y="307"/>
                    <a:pt x="853" y="176"/>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a:extLst>
                <a:ext uri="{FF2B5EF4-FFF2-40B4-BE49-F238E27FC236}">
                  <a16:creationId xmlns:a16="http://schemas.microsoft.com/office/drawing/2014/main" id="{AB3DA8E6-5A74-2CB0-FAE4-B01161052FCD}"/>
                </a:ext>
              </a:extLst>
            </p:cNvPr>
            <p:cNvSpPr/>
            <p:nvPr/>
          </p:nvSpPr>
          <p:spPr>
            <a:xfrm>
              <a:off x="3396479" y="1946541"/>
              <a:ext cx="10333" cy="20666"/>
            </a:xfrm>
            <a:custGeom>
              <a:avLst/>
              <a:gdLst/>
              <a:ahLst/>
              <a:cxnLst/>
              <a:rect l="l" t="t" r="r" b="b"/>
              <a:pathLst>
                <a:path w="176" h="352" extrusionOk="0">
                  <a:moveTo>
                    <a:pt x="0" y="0"/>
                  </a:moveTo>
                  <a:lnTo>
                    <a:pt x="0" y="351"/>
                  </a:lnTo>
                  <a:lnTo>
                    <a:pt x="25" y="351"/>
                  </a:lnTo>
                  <a:cubicBezTo>
                    <a:pt x="76" y="326"/>
                    <a:pt x="126" y="301"/>
                    <a:pt x="151" y="251"/>
                  </a:cubicBezTo>
                  <a:cubicBezTo>
                    <a:pt x="176" y="201"/>
                    <a:pt x="176" y="126"/>
                    <a:pt x="151" y="75"/>
                  </a:cubicBezTo>
                  <a:cubicBezTo>
                    <a:pt x="126" y="25"/>
                    <a:pt x="5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a:extLst>
                <a:ext uri="{FF2B5EF4-FFF2-40B4-BE49-F238E27FC236}">
                  <a16:creationId xmlns:a16="http://schemas.microsoft.com/office/drawing/2014/main" id="{AFDA19A6-103B-FBC8-E014-4E41C7D67799}"/>
                </a:ext>
              </a:extLst>
            </p:cNvPr>
            <p:cNvSpPr/>
            <p:nvPr/>
          </p:nvSpPr>
          <p:spPr>
            <a:xfrm>
              <a:off x="3236084" y="1970083"/>
              <a:ext cx="47144" cy="21370"/>
            </a:xfrm>
            <a:custGeom>
              <a:avLst/>
              <a:gdLst/>
              <a:ahLst/>
              <a:cxnLst/>
              <a:rect l="l" t="t" r="r" b="b"/>
              <a:pathLst>
                <a:path w="803" h="364" extrusionOk="0">
                  <a:moveTo>
                    <a:pt x="26" y="0"/>
                  </a:moveTo>
                  <a:lnTo>
                    <a:pt x="26" y="0"/>
                  </a:lnTo>
                  <a:cubicBezTo>
                    <a:pt x="0" y="50"/>
                    <a:pt x="26" y="100"/>
                    <a:pt x="76" y="151"/>
                  </a:cubicBezTo>
                  <a:cubicBezTo>
                    <a:pt x="126" y="226"/>
                    <a:pt x="176" y="301"/>
                    <a:pt x="251" y="326"/>
                  </a:cubicBezTo>
                  <a:cubicBezTo>
                    <a:pt x="301" y="351"/>
                    <a:pt x="358" y="364"/>
                    <a:pt x="414" y="364"/>
                  </a:cubicBezTo>
                  <a:cubicBezTo>
                    <a:pt x="470" y="364"/>
                    <a:pt x="527" y="351"/>
                    <a:pt x="577" y="326"/>
                  </a:cubicBezTo>
                  <a:cubicBezTo>
                    <a:pt x="677" y="276"/>
                    <a:pt x="752" y="201"/>
                    <a:pt x="802" y="100"/>
                  </a:cubicBezTo>
                  <a:lnTo>
                    <a:pt x="777" y="100"/>
                  </a:lnTo>
                  <a:lnTo>
                    <a:pt x="26"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36">
            <a:extLst>
              <a:ext uri="{FF2B5EF4-FFF2-40B4-BE49-F238E27FC236}">
                <a16:creationId xmlns:a16="http://schemas.microsoft.com/office/drawing/2014/main" id="{81A1B6EF-310D-E9DE-9C4D-A61CDF52DAB3}"/>
              </a:ext>
            </a:extLst>
          </p:cNvPr>
          <p:cNvGrpSpPr/>
          <p:nvPr/>
        </p:nvGrpSpPr>
        <p:grpSpPr>
          <a:xfrm>
            <a:off x="713233" y="2624150"/>
            <a:ext cx="1363909" cy="1979754"/>
            <a:chOff x="-2164348" y="3003119"/>
            <a:chExt cx="1255670" cy="1822643"/>
          </a:xfrm>
        </p:grpSpPr>
        <p:sp>
          <p:nvSpPr>
            <p:cNvPr id="1030" name="Google Shape;1030;p36">
              <a:extLst>
                <a:ext uri="{FF2B5EF4-FFF2-40B4-BE49-F238E27FC236}">
                  <a16:creationId xmlns:a16="http://schemas.microsoft.com/office/drawing/2014/main" id="{B1D54834-B2DC-0B5A-EEFB-0EFD264D43EE}"/>
                </a:ext>
              </a:extLst>
            </p:cNvPr>
            <p:cNvSpPr/>
            <p:nvPr/>
          </p:nvSpPr>
          <p:spPr>
            <a:xfrm>
              <a:off x="-1598696" y="4557942"/>
              <a:ext cx="252735" cy="170744"/>
            </a:xfrm>
            <a:custGeom>
              <a:avLst/>
              <a:gdLst/>
              <a:ahLst/>
              <a:cxnLst/>
              <a:rect l="l" t="t" r="r" b="b"/>
              <a:pathLst>
                <a:path w="6316" h="4267" extrusionOk="0">
                  <a:moveTo>
                    <a:pt x="927" y="1"/>
                  </a:moveTo>
                  <a:cubicBezTo>
                    <a:pt x="877" y="1"/>
                    <a:pt x="827" y="1"/>
                    <a:pt x="777" y="26"/>
                  </a:cubicBezTo>
                  <a:cubicBezTo>
                    <a:pt x="702" y="51"/>
                    <a:pt x="677" y="151"/>
                    <a:pt x="652" y="226"/>
                  </a:cubicBezTo>
                  <a:cubicBezTo>
                    <a:pt x="577" y="527"/>
                    <a:pt x="501" y="803"/>
                    <a:pt x="426" y="1104"/>
                  </a:cubicBezTo>
                  <a:cubicBezTo>
                    <a:pt x="326" y="1530"/>
                    <a:pt x="201" y="1981"/>
                    <a:pt x="150" y="2432"/>
                  </a:cubicBezTo>
                  <a:cubicBezTo>
                    <a:pt x="100" y="2758"/>
                    <a:pt x="100" y="3084"/>
                    <a:pt x="75" y="3409"/>
                  </a:cubicBezTo>
                  <a:cubicBezTo>
                    <a:pt x="50" y="3610"/>
                    <a:pt x="0" y="3810"/>
                    <a:pt x="150" y="3986"/>
                  </a:cubicBezTo>
                  <a:cubicBezTo>
                    <a:pt x="301" y="4161"/>
                    <a:pt x="577" y="4211"/>
                    <a:pt x="852" y="4236"/>
                  </a:cubicBezTo>
                  <a:cubicBezTo>
                    <a:pt x="1053" y="4236"/>
                    <a:pt x="1278" y="4211"/>
                    <a:pt x="1429" y="4186"/>
                  </a:cubicBezTo>
                  <a:cubicBezTo>
                    <a:pt x="1668" y="4151"/>
                    <a:pt x="1906" y="4138"/>
                    <a:pt x="2143" y="4138"/>
                  </a:cubicBezTo>
                  <a:cubicBezTo>
                    <a:pt x="2748" y="4138"/>
                    <a:pt x="3348" y="4225"/>
                    <a:pt x="3960" y="4261"/>
                  </a:cubicBezTo>
                  <a:cubicBezTo>
                    <a:pt x="4016" y="4265"/>
                    <a:pt x="4072" y="4267"/>
                    <a:pt x="4128" y="4267"/>
                  </a:cubicBezTo>
                  <a:cubicBezTo>
                    <a:pt x="4473" y="4267"/>
                    <a:pt x="4818" y="4208"/>
                    <a:pt x="5163" y="4186"/>
                  </a:cubicBezTo>
                  <a:cubicBezTo>
                    <a:pt x="5222" y="4186"/>
                    <a:pt x="5281" y="4187"/>
                    <a:pt x="5338" y="4187"/>
                  </a:cubicBezTo>
                  <a:cubicBezTo>
                    <a:pt x="5597" y="4187"/>
                    <a:pt x="5840" y="4170"/>
                    <a:pt x="6065" y="3986"/>
                  </a:cubicBezTo>
                  <a:cubicBezTo>
                    <a:pt x="6216" y="3860"/>
                    <a:pt x="6316" y="3660"/>
                    <a:pt x="6266" y="3459"/>
                  </a:cubicBezTo>
                  <a:cubicBezTo>
                    <a:pt x="6166" y="3184"/>
                    <a:pt x="5865" y="3109"/>
                    <a:pt x="5589" y="3033"/>
                  </a:cubicBezTo>
                  <a:cubicBezTo>
                    <a:pt x="4912" y="2908"/>
                    <a:pt x="4236" y="2758"/>
                    <a:pt x="3559" y="2632"/>
                  </a:cubicBezTo>
                  <a:cubicBezTo>
                    <a:pt x="3308" y="2557"/>
                    <a:pt x="2782" y="2457"/>
                    <a:pt x="2707" y="2131"/>
                  </a:cubicBezTo>
                  <a:cubicBezTo>
                    <a:pt x="2682" y="1956"/>
                    <a:pt x="2782" y="1680"/>
                    <a:pt x="2782" y="1505"/>
                  </a:cubicBezTo>
                  <a:cubicBezTo>
                    <a:pt x="2807" y="1304"/>
                    <a:pt x="2832" y="1079"/>
                    <a:pt x="2832" y="878"/>
                  </a:cubicBezTo>
                  <a:cubicBezTo>
                    <a:pt x="2857" y="477"/>
                    <a:pt x="2983" y="101"/>
                    <a:pt x="2481" y="76"/>
                  </a:cubicBezTo>
                  <a:lnTo>
                    <a:pt x="927"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6">
              <a:extLst>
                <a:ext uri="{FF2B5EF4-FFF2-40B4-BE49-F238E27FC236}">
                  <a16:creationId xmlns:a16="http://schemas.microsoft.com/office/drawing/2014/main" id="{0139847B-CEA3-9B29-1156-62E5955308B7}"/>
                </a:ext>
              </a:extLst>
            </p:cNvPr>
            <p:cNvSpPr/>
            <p:nvPr/>
          </p:nvSpPr>
          <p:spPr>
            <a:xfrm>
              <a:off x="-1413187" y="4645334"/>
              <a:ext cx="257777" cy="172785"/>
            </a:xfrm>
            <a:custGeom>
              <a:avLst/>
              <a:gdLst/>
              <a:ahLst/>
              <a:cxnLst/>
              <a:rect l="l" t="t" r="r" b="b"/>
              <a:pathLst>
                <a:path w="6442" h="4318" extrusionOk="0">
                  <a:moveTo>
                    <a:pt x="2967" y="1"/>
                  </a:moveTo>
                  <a:cubicBezTo>
                    <a:pt x="2271" y="1"/>
                    <a:pt x="1581" y="112"/>
                    <a:pt x="878" y="223"/>
                  </a:cubicBezTo>
                  <a:cubicBezTo>
                    <a:pt x="828" y="248"/>
                    <a:pt x="778" y="248"/>
                    <a:pt x="728" y="298"/>
                  </a:cubicBezTo>
                  <a:cubicBezTo>
                    <a:pt x="702" y="323"/>
                    <a:pt x="677" y="373"/>
                    <a:pt x="677" y="423"/>
                  </a:cubicBezTo>
                  <a:cubicBezTo>
                    <a:pt x="527" y="1050"/>
                    <a:pt x="602" y="1626"/>
                    <a:pt x="402" y="2228"/>
                  </a:cubicBezTo>
                  <a:cubicBezTo>
                    <a:pt x="301" y="2504"/>
                    <a:pt x="1" y="3331"/>
                    <a:pt x="101" y="3807"/>
                  </a:cubicBezTo>
                  <a:cubicBezTo>
                    <a:pt x="126" y="3932"/>
                    <a:pt x="201" y="4032"/>
                    <a:pt x="301" y="4083"/>
                  </a:cubicBezTo>
                  <a:cubicBezTo>
                    <a:pt x="502" y="4183"/>
                    <a:pt x="878" y="4183"/>
                    <a:pt x="1104" y="4208"/>
                  </a:cubicBezTo>
                  <a:cubicBezTo>
                    <a:pt x="1374" y="4262"/>
                    <a:pt x="1645" y="4303"/>
                    <a:pt x="1916" y="4303"/>
                  </a:cubicBezTo>
                  <a:cubicBezTo>
                    <a:pt x="2021" y="4303"/>
                    <a:pt x="2126" y="4297"/>
                    <a:pt x="2231" y="4283"/>
                  </a:cubicBezTo>
                  <a:cubicBezTo>
                    <a:pt x="2532" y="4258"/>
                    <a:pt x="2808" y="4208"/>
                    <a:pt x="3083" y="4183"/>
                  </a:cubicBezTo>
                  <a:cubicBezTo>
                    <a:pt x="3116" y="4182"/>
                    <a:pt x="3149" y="4181"/>
                    <a:pt x="3181" y="4181"/>
                  </a:cubicBezTo>
                  <a:cubicBezTo>
                    <a:pt x="3731" y="4181"/>
                    <a:pt x="4291" y="4317"/>
                    <a:pt x="4846" y="4317"/>
                  </a:cubicBezTo>
                  <a:cubicBezTo>
                    <a:pt x="5070" y="4317"/>
                    <a:pt x="5293" y="4295"/>
                    <a:pt x="5515" y="4233"/>
                  </a:cubicBezTo>
                  <a:cubicBezTo>
                    <a:pt x="5790" y="4158"/>
                    <a:pt x="6266" y="3982"/>
                    <a:pt x="6342" y="3656"/>
                  </a:cubicBezTo>
                  <a:cubicBezTo>
                    <a:pt x="6442" y="3255"/>
                    <a:pt x="6091" y="2980"/>
                    <a:pt x="5740" y="2905"/>
                  </a:cubicBezTo>
                  <a:cubicBezTo>
                    <a:pt x="5314" y="2779"/>
                    <a:pt x="4838" y="2704"/>
                    <a:pt x="4387" y="2704"/>
                  </a:cubicBezTo>
                  <a:cubicBezTo>
                    <a:pt x="4211" y="2704"/>
                    <a:pt x="4011" y="2704"/>
                    <a:pt x="3835" y="2654"/>
                  </a:cubicBezTo>
                  <a:cubicBezTo>
                    <a:pt x="3384" y="2554"/>
                    <a:pt x="3209" y="2178"/>
                    <a:pt x="3309" y="1752"/>
                  </a:cubicBezTo>
                  <a:cubicBezTo>
                    <a:pt x="3434" y="1200"/>
                    <a:pt x="3560" y="624"/>
                    <a:pt x="3710" y="47"/>
                  </a:cubicBezTo>
                  <a:cubicBezTo>
                    <a:pt x="3461" y="15"/>
                    <a:pt x="3214" y="1"/>
                    <a:pt x="296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6">
              <a:extLst>
                <a:ext uri="{FF2B5EF4-FFF2-40B4-BE49-F238E27FC236}">
                  <a16:creationId xmlns:a16="http://schemas.microsoft.com/office/drawing/2014/main" id="{32335512-371F-6A9C-C63A-E71FC8509B64}"/>
                </a:ext>
              </a:extLst>
            </p:cNvPr>
            <p:cNvSpPr/>
            <p:nvPr/>
          </p:nvSpPr>
          <p:spPr>
            <a:xfrm>
              <a:off x="-1789248" y="3971362"/>
              <a:ext cx="440285" cy="666170"/>
            </a:xfrm>
            <a:custGeom>
              <a:avLst/>
              <a:gdLst/>
              <a:ahLst/>
              <a:cxnLst/>
              <a:rect l="l" t="t" r="r" b="b"/>
              <a:pathLst>
                <a:path w="11003" h="16648" extrusionOk="0">
                  <a:moveTo>
                    <a:pt x="2014" y="1"/>
                  </a:moveTo>
                  <a:cubicBezTo>
                    <a:pt x="1825" y="1"/>
                    <a:pt x="1638" y="31"/>
                    <a:pt x="1479" y="123"/>
                  </a:cubicBezTo>
                  <a:cubicBezTo>
                    <a:pt x="1303" y="249"/>
                    <a:pt x="1178" y="399"/>
                    <a:pt x="1078" y="575"/>
                  </a:cubicBezTo>
                  <a:cubicBezTo>
                    <a:pt x="627" y="1226"/>
                    <a:pt x="226" y="1928"/>
                    <a:pt x="126" y="2680"/>
                  </a:cubicBezTo>
                  <a:cubicBezTo>
                    <a:pt x="0" y="3432"/>
                    <a:pt x="176" y="4234"/>
                    <a:pt x="727" y="4710"/>
                  </a:cubicBezTo>
                  <a:cubicBezTo>
                    <a:pt x="1228" y="5161"/>
                    <a:pt x="1955" y="5261"/>
                    <a:pt x="2632" y="5362"/>
                  </a:cubicBezTo>
                  <a:cubicBezTo>
                    <a:pt x="3058" y="5412"/>
                    <a:pt x="3459" y="5512"/>
                    <a:pt x="3860" y="5587"/>
                  </a:cubicBezTo>
                  <a:cubicBezTo>
                    <a:pt x="4110" y="5612"/>
                    <a:pt x="4336" y="5587"/>
                    <a:pt x="4537" y="5712"/>
                  </a:cubicBezTo>
                  <a:cubicBezTo>
                    <a:pt x="5138" y="6113"/>
                    <a:pt x="4963" y="7066"/>
                    <a:pt x="4812" y="7692"/>
                  </a:cubicBezTo>
                  <a:cubicBezTo>
                    <a:pt x="4662" y="8269"/>
                    <a:pt x="4461" y="8895"/>
                    <a:pt x="4612" y="9447"/>
                  </a:cubicBezTo>
                  <a:cubicBezTo>
                    <a:pt x="4662" y="9597"/>
                    <a:pt x="4737" y="9748"/>
                    <a:pt x="4762" y="9898"/>
                  </a:cubicBezTo>
                  <a:cubicBezTo>
                    <a:pt x="4787" y="10098"/>
                    <a:pt x="4737" y="10299"/>
                    <a:pt x="4712" y="10499"/>
                  </a:cubicBezTo>
                  <a:cubicBezTo>
                    <a:pt x="4511" y="11552"/>
                    <a:pt x="4161" y="12680"/>
                    <a:pt x="4562" y="13682"/>
                  </a:cubicBezTo>
                  <a:cubicBezTo>
                    <a:pt x="4612" y="13783"/>
                    <a:pt x="4662" y="13908"/>
                    <a:pt x="4687" y="14033"/>
                  </a:cubicBezTo>
                  <a:cubicBezTo>
                    <a:pt x="4712" y="14134"/>
                    <a:pt x="4687" y="14234"/>
                    <a:pt x="4687" y="14359"/>
                  </a:cubicBezTo>
                  <a:cubicBezTo>
                    <a:pt x="4587" y="15061"/>
                    <a:pt x="4511" y="15788"/>
                    <a:pt x="4436" y="16489"/>
                  </a:cubicBezTo>
                  <a:cubicBezTo>
                    <a:pt x="4436" y="16489"/>
                    <a:pt x="6867" y="16615"/>
                    <a:pt x="7068" y="16615"/>
                  </a:cubicBezTo>
                  <a:cubicBezTo>
                    <a:pt x="7225" y="16615"/>
                    <a:pt x="7498" y="16647"/>
                    <a:pt x="7749" y="16647"/>
                  </a:cubicBezTo>
                  <a:cubicBezTo>
                    <a:pt x="7937" y="16647"/>
                    <a:pt x="8113" y="16629"/>
                    <a:pt x="8221" y="16565"/>
                  </a:cubicBezTo>
                  <a:cubicBezTo>
                    <a:pt x="8622" y="16314"/>
                    <a:pt x="8697" y="15136"/>
                    <a:pt x="8772" y="14710"/>
                  </a:cubicBezTo>
                  <a:cubicBezTo>
                    <a:pt x="8847" y="14083"/>
                    <a:pt x="8897" y="13457"/>
                    <a:pt x="9023" y="12855"/>
                  </a:cubicBezTo>
                  <a:cubicBezTo>
                    <a:pt x="9223" y="11753"/>
                    <a:pt x="9699" y="10700"/>
                    <a:pt x="9900" y="9597"/>
                  </a:cubicBezTo>
                  <a:cubicBezTo>
                    <a:pt x="10000" y="9046"/>
                    <a:pt x="9950" y="8444"/>
                    <a:pt x="10075" y="7918"/>
                  </a:cubicBezTo>
                  <a:cubicBezTo>
                    <a:pt x="10151" y="7442"/>
                    <a:pt x="10276" y="6991"/>
                    <a:pt x="10351" y="6514"/>
                  </a:cubicBezTo>
                  <a:cubicBezTo>
                    <a:pt x="10552" y="5387"/>
                    <a:pt x="10727" y="4284"/>
                    <a:pt x="10928" y="3156"/>
                  </a:cubicBezTo>
                  <a:cubicBezTo>
                    <a:pt x="10953" y="2880"/>
                    <a:pt x="11003" y="2630"/>
                    <a:pt x="10978" y="2379"/>
                  </a:cubicBezTo>
                  <a:cubicBezTo>
                    <a:pt x="10953" y="2354"/>
                    <a:pt x="10953" y="2329"/>
                    <a:pt x="10953" y="2304"/>
                  </a:cubicBezTo>
                  <a:cubicBezTo>
                    <a:pt x="10677" y="925"/>
                    <a:pt x="8196" y="1026"/>
                    <a:pt x="7068" y="850"/>
                  </a:cubicBezTo>
                  <a:cubicBezTo>
                    <a:pt x="5539" y="575"/>
                    <a:pt x="4035" y="324"/>
                    <a:pt x="2506" y="48"/>
                  </a:cubicBezTo>
                  <a:cubicBezTo>
                    <a:pt x="2353" y="25"/>
                    <a:pt x="2183" y="1"/>
                    <a:pt x="201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a:extLst>
                <a:ext uri="{FF2B5EF4-FFF2-40B4-BE49-F238E27FC236}">
                  <a16:creationId xmlns:a16="http://schemas.microsoft.com/office/drawing/2014/main" id="{4D735B3D-6FB0-F859-B85E-642BE9A681BC}"/>
                </a:ext>
              </a:extLst>
            </p:cNvPr>
            <p:cNvSpPr/>
            <p:nvPr/>
          </p:nvSpPr>
          <p:spPr>
            <a:xfrm>
              <a:off x="-1771201" y="3836351"/>
              <a:ext cx="668971" cy="886732"/>
            </a:xfrm>
            <a:custGeom>
              <a:avLst/>
              <a:gdLst/>
              <a:ahLst/>
              <a:cxnLst/>
              <a:rect l="l" t="t" r="r" b="b"/>
              <a:pathLst>
                <a:path w="16718" h="22160" extrusionOk="0">
                  <a:moveTo>
                    <a:pt x="2784" y="1"/>
                  </a:moveTo>
                  <a:cubicBezTo>
                    <a:pt x="2489" y="1"/>
                    <a:pt x="2209" y="40"/>
                    <a:pt x="1980" y="114"/>
                  </a:cubicBezTo>
                  <a:cubicBezTo>
                    <a:pt x="727" y="515"/>
                    <a:pt x="326" y="2069"/>
                    <a:pt x="201" y="3372"/>
                  </a:cubicBezTo>
                  <a:cubicBezTo>
                    <a:pt x="76" y="4450"/>
                    <a:pt x="0" y="5527"/>
                    <a:pt x="301" y="6580"/>
                  </a:cubicBezTo>
                  <a:cubicBezTo>
                    <a:pt x="777" y="8109"/>
                    <a:pt x="2055" y="9287"/>
                    <a:pt x="3509" y="9939"/>
                  </a:cubicBezTo>
                  <a:cubicBezTo>
                    <a:pt x="4662" y="10440"/>
                    <a:pt x="5915" y="10640"/>
                    <a:pt x="7168" y="10715"/>
                  </a:cubicBezTo>
                  <a:cubicBezTo>
                    <a:pt x="7282" y="10721"/>
                    <a:pt x="7397" y="10724"/>
                    <a:pt x="7511" y="10724"/>
                  </a:cubicBezTo>
                  <a:cubicBezTo>
                    <a:pt x="8349" y="10724"/>
                    <a:pt x="9187" y="10575"/>
                    <a:pt x="10025" y="10465"/>
                  </a:cubicBezTo>
                  <a:cubicBezTo>
                    <a:pt x="10113" y="10455"/>
                    <a:pt x="10186" y="10450"/>
                    <a:pt x="10248" y="10450"/>
                  </a:cubicBezTo>
                  <a:cubicBezTo>
                    <a:pt x="10648" y="10450"/>
                    <a:pt x="10550" y="10664"/>
                    <a:pt x="10376" y="11142"/>
                  </a:cubicBezTo>
                  <a:cubicBezTo>
                    <a:pt x="10251" y="11442"/>
                    <a:pt x="10151" y="11743"/>
                    <a:pt x="10025" y="12019"/>
                  </a:cubicBezTo>
                  <a:cubicBezTo>
                    <a:pt x="9950" y="12219"/>
                    <a:pt x="9875" y="12395"/>
                    <a:pt x="9825" y="12595"/>
                  </a:cubicBezTo>
                  <a:cubicBezTo>
                    <a:pt x="9624" y="13046"/>
                    <a:pt x="9449" y="13548"/>
                    <a:pt x="9424" y="14049"/>
                  </a:cubicBezTo>
                  <a:cubicBezTo>
                    <a:pt x="9399" y="14550"/>
                    <a:pt x="9524" y="15051"/>
                    <a:pt x="9549" y="15553"/>
                  </a:cubicBezTo>
                  <a:cubicBezTo>
                    <a:pt x="9574" y="16405"/>
                    <a:pt x="9123" y="17157"/>
                    <a:pt x="9123" y="18009"/>
                  </a:cubicBezTo>
                  <a:cubicBezTo>
                    <a:pt x="9123" y="18310"/>
                    <a:pt x="9198" y="18610"/>
                    <a:pt x="9223" y="18936"/>
                  </a:cubicBezTo>
                  <a:cubicBezTo>
                    <a:pt x="9248" y="19237"/>
                    <a:pt x="9198" y="19563"/>
                    <a:pt x="9173" y="19863"/>
                  </a:cubicBezTo>
                  <a:lnTo>
                    <a:pt x="8948" y="21392"/>
                  </a:lnTo>
                  <a:cubicBezTo>
                    <a:pt x="8898" y="21793"/>
                    <a:pt x="8772" y="22069"/>
                    <a:pt x="9248" y="22119"/>
                  </a:cubicBezTo>
                  <a:cubicBezTo>
                    <a:pt x="9535" y="22148"/>
                    <a:pt x="9818" y="22159"/>
                    <a:pt x="10101" y="22159"/>
                  </a:cubicBezTo>
                  <a:cubicBezTo>
                    <a:pt x="11054" y="22159"/>
                    <a:pt x="11991" y="22027"/>
                    <a:pt x="12958" y="21969"/>
                  </a:cubicBezTo>
                  <a:cubicBezTo>
                    <a:pt x="13008" y="21969"/>
                    <a:pt x="13058" y="21969"/>
                    <a:pt x="13108" y="21919"/>
                  </a:cubicBezTo>
                  <a:cubicBezTo>
                    <a:pt x="13133" y="21893"/>
                    <a:pt x="13133" y="21868"/>
                    <a:pt x="13158" y="21818"/>
                  </a:cubicBezTo>
                  <a:cubicBezTo>
                    <a:pt x="13609" y="20064"/>
                    <a:pt x="14035" y="18385"/>
                    <a:pt x="14261" y="16580"/>
                  </a:cubicBezTo>
                  <a:cubicBezTo>
                    <a:pt x="14261" y="16405"/>
                    <a:pt x="14286" y="16254"/>
                    <a:pt x="14361" y="16104"/>
                  </a:cubicBezTo>
                  <a:cubicBezTo>
                    <a:pt x="14436" y="15929"/>
                    <a:pt x="14587" y="15778"/>
                    <a:pt x="14737" y="15628"/>
                  </a:cubicBezTo>
                  <a:cubicBezTo>
                    <a:pt x="15038" y="15227"/>
                    <a:pt x="15063" y="14801"/>
                    <a:pt x="15188" y="14350"/>
                  </a:cubicBezTo>
                  <a:cubicBezTo>
                    <a:pt x="15339" y="13898"/>
                    <a:pt x="15489" y="13472"/>
                    <a:pt x="15589" y="12996"/>
                  </a:cubicBezTo>
                  <a:cubicBezTo>
                    <a:pt x="15815" y="11893"/>
                    <a:pt x="16066" y="10791"/>
                    <a:pt x="16291" y="9688"/>
                  </a:cubicBezTo>
                  <a:cubicBezTo>
                    <a:pt x="16492" y="8786"/>
                    <a:pt x="16717" y="7959"/>
                    <a:pt x="16241" y="7081"/>
                  </a:cubicBezTo>
                  <a:cubicBezTo>
                    <a:pt x="16066" y="6806"/>
                    <a:pt x="15815" y="6580"/>
                    <a:pt x="15564" y="6380"/>
                  </a:cubicBezTo>
                  <a:cubicBezTo>
                    <a:pt x="13384" y="4600"/>
                    <a:pt x="10602" y="3573"/>
                    <a:pt x="7795" y="3472"/>
                  </a:cubicBezTo>
                  <a:cubicBezTo>
                    <a:pt x="6742" y="3447"/>
                    <a:pt x="5414" y="3372"/>
                    <a:pt x="5013" y="2395"/>
                  </a:cubicBezTo>
                  <a:cubicBezTo>
                    <a:pt x="4863" y="2044"/>
                    <a:pt x="4913" y="1618"/>
                    <a:pt x="4863" y="1217"/>
                  </a:cubicBezTo>
                  <a:cubicBezTo>
                    <a:pt x="4730" y="367"/>
                    <a:pt x="3687" y="1"/>
                    <a:pt x="278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6">
              <a:extLst>
                <a:ext uri="{FF2B5EF4-FFF2-40B4-BE49-F238E27FC236}">
                  <a16:creationId xmlns:a16="http://schemas.microsoft.com/office/drawing/2014/main" id="{2FC17BAC-777E-C0FA-342A-B42A6521B5EC}"/>
                </a:ext>
              </a:extLst>
            </p:cNvPr>
            <p:cNvSpPr/>
            <p:nvPr/>
          </p:nvSpPr>
          <p:spPr>
            <a:xfrm>
              <a:off x="-1847430" y="3089072"/>
              <a:ext cx="149456" cy="319760"/>
            </a:xfrm>
            <a:custGeom>
              <a:avLst/>
              <a:gdLst/>
              <a:ahLst/>
              <a:cxnLst/>
              <a:rect l="l" t="t" r="r" b="b"/>
              <a:pathLst>
                <a:path w="3735" h="7991" extrusionOk="0">
                  <a:moveTo>
                    <a:pt x="2378" y="1"/>
                  </a:moveTo>
                  <a:cubicBezTo>
                    <a:pt x="2161" y="1"/>
                    <a:pt x="1935" y="82"/>
                    <a:pt x="1755" y="217"/>
                  </a:cubicBezTo>
                  <a:cubicBezTo>
                    <a:pt x="1454" y="443"/>
                    <a:pt x="1204" y="869"/>
                    <a:pt x="978" y="1195"/>
                  </a:cubicBezTo>
                  <a:cubicBezTo>
                    <a:pt x="677" y="1646"/>
                    <a:pt x="502" y="2247"/>
                    <a:pt x="376" y="2774"/>
                  </a:cubicBezTo>
                  <a:cubicBezTo>
                    <a:pt x="1" y="4177"/>
                    <a:pt x="326" y="5656"/>
                    <a:pt x="652" y="7060"/>
                  </a:cubicBezTo>
                  <a:cubicBezTo>
                    <a:pt x="677" y="7235"/>
                    <a:pt x="727" y="7435"/>
                    <a:pt x="853" y="7586"/>
                  </a:cubicBezTo>
                  <a:cubicBezTo>
                    <a:pt x="1078" y="7912"/>
                    <a:pt x="1529" y="7962"/>
                    <a:pt x="1930" y="7987"/>
                  </a:cubicBezTo>
                  <a:cubicBezTo>
                    <a:pt x="1963" y="7989"/>
                    <a:pt x="1996" y="7991"/>
                    <a:pt x="2028" y="7991"/>
                  </a:cubicBezTo>
                  <a:cubicBezTo>
                    <a:pt x="2632" y="7991"/>
                    <a:pt x="3085" y="7550"/>
                    <a:pt x="3108" y="6884"/>
                  </a:cubicBezTo>
                  <a:cubicBezTo>
                    <a:pt x="3133" y="6533"/>
                    <a:pt x="2983" y="6207"/>
                    <a:pt x="2958" y="5857"/>
                  </a:cubicBezTo>
                  <a:cubicBezTo>
                    <a:pt x="2933" y="5531"/>
                    <a:pt x="2933" y="5230"/>
                    <a:pt x="2883" y="4879"/>
                  </a:cubicBezTo>
                  <a:cubicBezTo>
                    <a:pt x="2833" y="4603"/>
                    <a:pt x="2858" y="4278"/>
                    <a:pt x="3058" y="4077"/>
                  </a:cubicBezTo>
                  <a:cubicBezTo>
                    <a:pt x="3184" y="3927"/>
                    <a:pt x="3384" y="3852"/>
                    <a:pt x="3509" y="3701"/>
                  </a:cubicBezTo>
                  <a:cubicBezTo>
                    <a:pt x="3735" y="3450"/>
                    <a:pt x="3685" y="3075"/>
                    <a:pt x="3635" y="2749"/>
                  </a:cubicBezTo>
                  <a:cubicBezTo>
                    <a:pt x="3610" y="2573"/>
                    <a:pt x="3585" y="2423"/>
                    <a:pt x="3534" y="2247"/>
                  </a:cubicBezTo>
                  <a:cubicBezTo>
                    <a:pt x="3434" y="1746"/>
                    <a:pt x="3309" y="1245"/>
                    <a:pt x="3133" y="744"/>
                  </a:cubicBezTo>
                  <a:cubicBezTo>
                    <a:pt x="3058" y="518"/>
                    <a:pt x="2958" y="268"/>
                    <a:pt x="2783" y="117"/>
                  </a:cubicBezTo>
                  <a:cubicBezTo>
                    <a:pt x="2662" y="37"/>
                    <a:pt x="2522" y="1"/>
                    <a:pt x="2378"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6">
              <a:extLst>
                <a:ext uri="{FF2B5EF4-FFF2-40B4-BE49-F238E27FC236}">
                  <a16:creationId xmlns:a16="http://schemas.microsoft.com/office/drawing/2014/main" id="{832ABFB4-45C9-138C-41EA-4F13C3081C9F}"/>
                </a:ext>
              </a:extLst>
            </p:cNvPr>
            <p:cNvSpPr/>
            <p:nvPr/>
          </p:nvSpPr>
          <p:spPr>
            <a:xfrm>
              <a:off x="-1569646" y="3004480"/>
              <a:ext cx="660968" cy="480300"/>
            </a:xfrm>
            <a:custGeom>
              <a:avLst/>
              <a:gdLst/>
              <a:ahLst/>
              <a:cxnLst/>
              <a:rect l="l" t="t" r="r" b="b"/>
              <a:pathLst>
                <a:path w="16518" h="12003" extrusionOk="0">
                  <a:moveTo>
                    <a:pt x="15858" y="0"/>
                  </a:moveTo>
                  <a:cubicBezTo>
                    <a:pt x="15678" y="0"/>
                    <a:pt x="15514" y="237"/>
                    <a:pt x="15415" y="452"/>
                  </a:cubicBezTo>
                  <a:cubicBezTo>
                    <a:pt x="15064" y="1254"/>
                    <a:pt x="15289" y="2382"/>
                    <a:pt x="14537" y="2958"/>
                  </a:cubicBezTo>
                  <a:cubicBezTo>
                    <a:pt x="13635" y="3635"/>
                    <a:pt x="12658" y="4136"/>
                    <a:pt x="11630" y="4612"/>
                  </a:cubicBezTo>
                  <a:cubicBezTo>
                    <a:pt x="10126" y="5314"/>
                    <a:pt x="8623" y="6066"/>
                    <a:pt x="7094" y="6692"/>
                  </a:cubicBezTo>
                  <a:cubicBezTo>
                    <a:pt x="5690" y="7269"/>
                    <a:pt x="4211" y="7570"/>
                    <a:pt x="2783" y="8071"/>
                  </a:cubicBezTo>
                  <a:cubicBezTo>
                    <a:pt x="2708" y="8096"/>
                    <a:pt x="2633" y="8121"/>
                    <a:pt x="2557" y="8146"/>
                  </a:cubicBezTo>
                  <a:cubicBezTo>
                    <a:pt x="2031" y="8346"/>
                    <a:pt x="1505" y="8647"/>
                    <a:pt x="1029" y="8923"/>
                  </a:cubicBezTo>
                  <a:cubicBezTo>
                    <a:pt x="552" y="9199"/>
                    <a:pt x="277" y="9700"/>
                    <a:pt x="176" y="10201"/>
                  </a:cubicBezTo>
                  <a:cubicBezTo>
                    <a:pt x="1" y="11279"/>
                    <a:pt x="1104" y="11880"/>
                    <a:pt x="2031" y="11981"/>
                  </a:cubicBezTo>
                  <a:cubicBezTo>
                    <a:pt x="2169" y="11995"/>
                    <a:pt x="2305" y="12002"/>
                    <a:pt x="2439" y="12002"/>
                  </a:cubicBezTo>
                  <a:cubicBezTo>
                    <a:pt x="3446" y="12002"/>
                    <a:pt x="4344" y="11619"/>
                    <a:pt x="5339" y="11354"/>
                  </a:cubicBezTo>
                  <a:cubicBezTo>
                    <a:pt x="5339" y="11354"/>
                    <a:pt x="5364" y="11354"/>
                    <a:pt x="5389" y="11329"/>
                  </a:cubicBezTo>
                  <a:cubicBezTo>
                    <a:pt x="6492" y="11053"/>
                    <a:pt x="7595" y="10502"/>
                    <a:pt x="8572" y="9875"/>
                  </a:cubicBezTo>
                  <a:cubicBezTo>
                    <a:pt x="9575" y="9224"/>
                    <a:pt x="10377" y="8422"/>
                    <a:pt x="11254" y="7620"/>
                  </a:cubicBezTo>
                  <a:cubicBezTo>
                    <a:pt x="12131" y="6818"/>
                    <a:pt x="13059" y="6041"/>
                    <a:pt x="14011" y="5314"/>
                  </a:cubicBezTo>
                  <a:cubicBezTo>
                    <a:pt x="14312" y="5088"/>
                    <a:pt x="14587" y="4813"/>
                    <a:pt x="14888" y="4562"/>
                  </a:cubicBezTo>
                  <a:cubicBezTo>
                    <a:pt x="15139" y="4336"/>
                    <a:pt x="15389" y="4111"/>
                    <a:pt x="15640" y="3885"/>
                  </a:cubicBezTo>
                  <a:cubicBezTo>
                    <a:pt x="15891" y="3635"/>
                    <a:pt x="16166" y="3409"/>
                    <a:pt x="16292" y="3083"/>
                  </a:cubicBezTo>
                  <a:cubicBezTo>
                    <a:pt x="16517" y="2632"/>
                    <a:pt x="16442" y="2156"/>
                    <a:pt x="16392" y="1680"/>
                  </a:cubicBezTo>
                  <a:cubicBezTo>
                    <a:pt x="16317" y="1204"/>
                    <a:pt x="16392" y="652"/>
                    <a:pt x="16141" y="226"/>
                  </a:cubicBezTo>
                  <a:cubicBezTo>
                    <a:pt x="16047" y="64"/>
                    <a:pt x="15950" y="0"/>
                    <a:pt x="1585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6">
              <a:extLst>
                <a:ext uri="{FF2B5EF4-FFF2-40B4-BE49-F238E27FC236}">
                  <a16:creationId xmlns:a16="http://schemas.microsoft.com/office/drawing/2014/main" id="{F9C5E618-12ED-0DF5-B098-424A74819A9E}"/>
                </a:ext>
              </a:extLst>
            </p:cNvPr>
            <p:cNvSpPr/>
            <p:nvPr/>
          </p:nvSpPr>
          <p:spPr>
            <a:xfrm>
              <a:off x="-2002888" y="3316397"/>
              <a:ext cx="587740" cy="567893"/>
            </a:xfrm>
            <a:custGeom>
              <a:avLst/>
              <a:gdLst/>
              <a:ahLst/>
              <a:cxnLst/>
              <a:rect l="l" t="t" r="r" b="b"/>
              <a:pathLst>
                <a:path w="14688" h="14192" extrusionOk="0">
                  <a:moveTo>
                    <a:pt x="13460" y="0"/>
                  </a:moveTo>
                  <a:cubicBezTo>
                    <a:pt x="11755" y="451"/>
                    <a:pt x="10001" y="677"/>
                    <a:pt x="8221" y="702"/>
                  </a:cubicBezTo>
                  <a:cubicBezTo>
                    <a:pt x="6041" y="727"/>
                    <a:pt x="4988" y="852"/>
                    <a:pt x="3485" y="2406"/>
                  </a:cubicBezTo>
                  <a:cubicBezTo>
                    <a:pt x="2081" y="3910"/>
                    <a:pt x="853" y="5514"/>
                    <a:pt x="1" y="7394"/>
                  </a:cubicBezTo>
                  <a:cubicBezTo>
                    <a:pt x="452" y="7694"/>
                    <a:pt x="928" y="7995"/>
                    <a:pt x="1379" y="8271"/>
                  </a:cubicBezTo>
                  <a:cubicBezTo>
                    <a:pt x="2056" y="8697"/>
                    <a:pt x="3234" y="8973"/>
                    <a:pt x="3284" y="9900"/>
                  </a:cubicBezTo>
                  <a:cubicBezTo>
                    <a:pt x="3334" y="11053"/>
                    <a:pt x="3409" y="12206"/>
                    <a:pt x="3459" y="13333"/>
                  </a:cubicBezTo>
                  <a:cubicBezTo>
                    <a:pt x="3485" y="13509"/>
                    <a:pt x="3485" y="13684"/>
                    <a:pt x="3610" y="13785"/>
                  </a:cubicBezTo>
                  <a:cubicBezTo>
                    <a:pt x="3693" y="13868"/>
                    <a:pt x="3804" y="13895"/>
                    <a:pt x="3924" y="13895"/>
                  </a:cubicBezTo>
                  <a:cubicBezTo>
                    <a:pt x="4059" y="13895"/>
                    <a:pt x="4205" y="13861"/>
                    <a:pt x="4337" y="13835"/>
                  </a:cubicBezTo>
                  <a:cubicBezTo>
                    <a:pt x="4375" y="13828"/>
                    <a:pt x="4411" y="13824"/>
                    <a:pt x="4446" y="13824"/>
                  </a:cubicBezTo>
                  <a:cubicBezTo>
                    <a:pt x="4768" y="13824"/>
                    <a:pt x="4919" y="14115"/>
                    <a:pt x="5214" y="14161"/>
                  </a:cubicBezTo>
                  <a:cubicBezTo>
                    <a:pt x="5335" y="14183"/>
                    <a:pt x="5462" y="14191"/>
                    <a:pt x="5594" y="14191"/>
                  </a:cubicBezTo>
                  <a:cubicBezTo>
                    <a:pt x="6065" y="14191"/>
                    <a:pt x="6588" y="14080"/>
                    <a:pt x="7018" y="14060"/>
                  </a:cubicBezTo>
                  <a:cubicBezTo>
                    <a:pt x="7294" y="14035"/>
                    <a:pt x="10327" y="13885"/>
                    <a:pt x="10327" y="13860"/>
                  </a:cubicBezTo>
                  <a:cubicBezTo>
                    <a:pt x="10352" y="11579"/>
                    <a:pt x="10377" y="9298"/>
                    <a:pt x="10377" y="6993"/>
                  </a:cubicBezTo>
                  <a:cubicBezTo>
                    <a:pt x="10402" y="6742"/>
                    <a:pt x="10402" y="6441"/>
                    <a:pt x="10527" y="6216"/>
                  </a:cubicBezTo>
                  <a:cubicBezTo>
                    <a:pt x="10703" y="5915"/>
                    <a:pt x="11054" y="5765"/>
                    <a:pt x="11379" y="5664"/>
                  </a:cubicBezTo>
                  <a:cubicBezTo>
                    <a:pt x="12457" y="5288"/>
                    <a:pt x="13685" y="4887"/>
                    <a:pt x="14688" y="4361"/>
                  </a:cubicBezTo>
                  <a:cubicBezTo>
                    <a:pt x="14287" y="2907"/>
                    <a:pt x="13861" y="1454"/>
                    <a:pt x="134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6">
              <a:extLst>
                <a:ext uri="{FF2B5EF4-FFF2-40B4-BE49-F238E27FC236}">
                  <a16:creationId xmlns:a16="http://schemas.microsoft.com/office/drawing/2014/main" id="{5EBB0477-8327-0278-57EA-97CAD17E4A26}"/>
                </a:ext>
              </a:extLst>
            </p:cNvPr>
            <p:cNvSpPr/>
            <p:nvPr/>
          </p:nvSpPr>
          <p:spPr>
            <a:xfrm>
              <a:off x="-1714060" y="3983286"/>
              <a:ext cx="306955" cy="282866"/>
            </a:xfrm>
            <a:custGeom>
              <a:avLst/>
              <a:gdLst/>
              <a:ahLst/>
              <a:cxnLst/>
              <a:rect l="l" t="t" r="r" b="b"/>
              <a:pathLst>
                <a:path w="7671" h="7069" fill="none" extrusionOk="0">
                  <a:moveTo>
                    <a:pt x="1" y="1"/>
                  </a:moveTo>
                  <a:cubicBezTo>
                    <a:pt x="828" y="101"/>
                    <a:pt x="1630" y="201"/>
                    <a:pt x="2457" y="302"/>
                  </a:cubicBezTo>
                  <a:cubicBezTo>
                    <a:pt x="3911" y="477"/>
                    <a:pt x="5515" y="703"/>
                    <a:pt x="6542" y="1780"/>
                  </a:cubicBezTo>
                  <a:cubicBezTo>
                    <a:pt x="7169" y="2457"/>
                    <a:pt x="7470" y="3384"/>
                    <a:pt x="7570" y="4287"/>
                  </a:cubicBezTo>
                  <a:cubicBezTo>
                    <a:pt x="7670" y="5214"/>
                    <a:pt x="7570" y="6141"/>
                    <a:pt x="7470" y="7069"/>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6">
              <a:extLst>
                <a:ext uri="{FF2B5EF4-FFF2-40B4-BE49-F238E27FC236}">
                  <a16:creationId xmlns:a16="http://schemas.microsoft.com/office/drawing/2014/main" id="{E7A75422-56D0-AE01-5106-21184CAB494D}"/>
                </a:ext>
              </a:extLst>
            </p:cNvPr>
            <p:cNvSpPr/>
            <p:nvPr/>
          </p:nvSpPr>
          <p:spPr>
            <a:xfrm>
              <a:off x="-1801292" y="4251067"/>
              <a:ext cx="20088" cy="439325"/>
            </a:xfrm>
            <a:custGeom>
              <a:avLst/>
              <a:gdLst/>
              <a:ahLst/>
              <a:cxnLst/>
              <a:rect l="l" t="t" r="r" b="b"/>
              <a:pathLst>
                <a:path w="502" h="10979" extrusionOk="0">
                  <a:moveTo>
                    <a:pt x="0" y="1"/>
                  </a:moveTo>
                  <a:lnTo>
                    <a:pt x="0" y="10978"/>
                  </a:lnTo>
                  <a:lnTo>
                    <a:pt x="502" y="10978"/>
                  </a:lnTo>
                  <a:lnTo>
                    <a:pt x="50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6">
              <a:extLst>
                <a:ext uri="{FF2B5EF4-FFF2-40B4-BE49-F238E27FC236}">
                  <a16:creationId xmlns:a16="http://schemas.microsoft.com/office/drawing/2014/main" id="{7A18FD73-8508-959E-9805-D0BAEE87D611}"/>
                </a:ext>
              </a:extLst>
            </p:cNvPr>
            <p:cNvSpPr/>
            <p:nvPr/>
          </p:nvSpPr>
          <p:spPr>
            <a:xfrm>
              <a:off x="-1965754" y="4690351"/>
              <a:ext cx="344009" cy="92275"/>
            </a:xfrm>
            <a:custGeom>
              <a:avLst/>
              <a:gdLst/>
              <a:ahLst/>
              <a:cxnLst/>
              <a:rect l="l" t="t" r="r" b="b"/>
              <a:pathLst>
                <a:path w="8597" h="2306" fill="none" extrusionOk="0">
                  <a:moveTo>
                    <a:pt x="0" y="2306"/>
                  </a:moveTo>
                  <a:cubicBezTo>
                    <a:pt x="0" y="677"/>
                    <a:pt x="2882" y="0"/>
                    <a:pt x="4311" y="0"/>
                  </a:cubicBezTo>
                  <a:cubicBezTo>
                    <a:pt x="6015" y="0"/>
                    <a:pt x="8597" y="627"/>
                    <a:pt x="8597"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6">
              <a:extLst>
                <a:ext uri="{FF2B5EF4-FFF2-40B4-BE49-F238E27FC236}">
                  <a16:creationId xmlns:a16="http://schemas.microsoft.com/office/drawing/2014/main" id="{F6DC293D-12CA-AFEF-3FE1-8F6D3F59C5F2}"/>
                </a:ext>
              </a:extLst>
            </p:cNvPr>
            <p:cNvSpPr/>
            <p:nvPr/>
          </p:nvSpPr>
          <p:spPr>
            <a:xfrm>
              <a:off x="-1791249" y="4692352"/>
              <a:ext cx="40" cy="107320"/>
            </a:xfrm>
            <a:custGeom>
              <a:avLst/>
              <a:gdLst/>
              <a:ahLst/>
              <a:cxnLst/>
              <a:rect l="l" t="t" r="r" b="b"/>
              <a:pathLst>
                <a:path w="1" h="2682" fill="none" extrusionOk="0">
                  <a:moveTo>
                    <a:pt x="0" y="2682"/>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6">
              <a:extLst>
                <a:ext uri="{FF2B5EF4-FFF2-40B4-BE49-F238E27FC236}">
                  <a16:creationId xmlns:a16="http://schemas.microsoft.com/office/drawing/2014/main" id="{235A5189-4C74-5FA0-DEDD-38D66DFFD890}"/>
                </a:ext>
              </a:extLst>
            </p:cNvPr>
            <p:cNvSpPr/>
            <p:nvPr/>
          </p:nvSpPr>
          <p:spPr>
            <a:xfrm>
              <a:off x="-1649876" y="4769581"/>
              <a:ext cx="57221" cy="56181"/>
            </a:xfrm>
            <a:custGeom>
              <a:avLst/>
              <a:gdLst/>
              <a:ahLst/>
              <a:cxnLst/>
              <a:rect l="l" t="t" r="r" b="b"/>
              <a:pathLst>
                <a:path w="1430" h="1404" extrusionOk="0">
                  <a:moveTo>
                    <a:pt x="703" y="0"/>
                  </a:moveTo>
                  <a:cubicBezTo>
                    <a:pt x="327" y="0"/>
                    <a:pt x="1" y="326"/>
                    <a:pt x="1" y="702"/>
                  </a:cubicBezTo>
                  <a:cubicBezTo>
                    <a:pt x="1" y="1103"/>
                    <a:pt x="327" y="1404"/>
                    <a:pt x="703" y="1404"/>
                  </a:cubicBezTo>
                  <a:cubicBezTo>
                    <a:pt x="1104" y="1404"/>
                    <a:pt x="1429" y="1103"/>
                    <a:pt x="1429" y="702"/>
                  </a:cubicBezTo>
                  <a:cubicBezTo>
                    <a:pt x="1429" y="326"/>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6">
              <a:extLst>
                <a:ext uri="{FF2B5EF4-FFF2-40B4-BE49-F238E27FC236}">
                  <a16:creationId xmlns:a16="http://schemas.microsoft.com/office/drawing/2014/main" id="{61CE9D20-4DF8-4C5A-3776-0CFD77483551}"/>
                </a:ext>
              </a:extLst>
            </p:cNvPr>
            <p:cNvSpPr/>
            <p:nvPr/>
          </p:nvSpPr>
          <p:spPr>
            <a:xfrm>
              <a:off x="-1820339" y="4769581"/>
              <a:ext cx="56181" cy="56181"/>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6">
              <a:extLst>
                <a:ext uri="{FF2B5EF4-FFF2-40B4-BE49-F238E27FC236}">
                  <a16:creationId xmlns:a16="http://schemas.microsoft.com/office/drawing/2014/main" id="{D3D2ACA6-0C1A-A3A6-1E37-1CFA6418C1C0}"/>
                </a:ext>
              </a:extLst>
            </p:cNvPr>
            <p:cNvSpPr/>
            <p:nvPr/>
          </p:nvSpPr>
          <p:spPr>
            <a:xfrm>
              <a:off x="-1990843" y="4769581"/>
              <a:ext cx="56221" cy="56181"/>
            </a:xfrm>
            <a:custGeom>
              <a:avLst/>
              <a:gdLst/>
              <a:ahLst/>
              <a:cxnLst/>
              <a:rect l="l" t="t" r="r" b="b"/>
              <a:pathLst>
                <a:path w="1405" h="1404" extrusionOk="0">
                  <a:moveTo>
                    <a:pt x="702" y="0"/>
                  </a:moveTo>
                  <a:cubicBezTo>
                    <a:pt x="301" y="0"/>
                    <a:pt x="1" y="326"/>
                    <a:pt x="1" y="702"/>
                  </a:cubicBezTo>
                  <a:cubicBezTo>
                    <a:pt x="1" y="1103"/>
                    <a:pt x="301"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6">
              <a:extLst>
                <a:ext uri="{FF2B5EF4-FFF2-40B4-BE49-F238E27FC236}">
                  <a16:creationId xmlns:a16="http://schemas.microsoft.com/office/drawing/2014/main" id="{B7F306FF-1AC7-C1D4-25C1-18211618A295}"/>
                </a:ext>
              </a:extLst>
            </p:cNvPr>
            <p:cNvSpPr/>
            <p:nvPr/>
          </p:nvSpPr>
          <p:spPr>
            <a:xfrm>
              <a:off x="-2071073" y="3590179"/>
              <a:ext cx="694020" cy="709066"/>
            </a:xfrm>
            <a:custGeom>
              <a:avLst/>
              <a:gdLst/>
              <a:ahLst/>
              <a:cxnLst/>
              <a:rect l="l" t="t" r="r" b="b"/>
              <a:pathLst>
                <a:path w="17344" h="17720" extrusionOk="0">
                  <a:moveTo>
                    <a:pt x="3334" y="0"/>
                  </a:moveTo>
                  <a:cubicBezTo>
                    <a:pt x="1504" y="0"/>
                    <a:pt x="1" y="1329"/>
                    <a:pt x="1" y="2958"/>
                  </a:cubicBezTo>
                  <a:lnTo>
                    <a:pt x="1" y="13484"/>
                  </a:lnTo>
                  <a:cubicBezTo>
                    <a:pt x="1" y="15815"/>
                    <a:pt x="2156" y="17720"/>
                    <a:pt x="4788" y="17720"/>
                  </a:cubicBezTo>
                  <a:lnTo>
                    <a:pt x="16793" y="17720"/>
                  </a:lnTo>
                  <a:cubicBezTo>
                    <a:pt x="17093" y="17720"/>
                    <a:pt x="17344" y="17494"/>
                    <a:pt x="17344" y="17218"/>
                  </a:cubicBezTo>
                  <a:cubicBezTo>
                    <a:pt x="17344" y="16943"/>
                    <a:pt x="17093" y="16717"/>
                    <a:pt x="16793" y="16717"/>
                  </a:cubicBezTo>
                  <a:lnTo>
                    <a:pt x="15289" y="16717"/>
                  </a:lnTo>
                  <a:cubicBezTo>
                    <a:pt x="12557" y="16717"/>
                    <a:pt x="10351" y="14787"/>
                    <a:pt x="10351" y="12381"/>
                  </a:cubicBezTo>
                  <a:lnTo>
                    <a:pt x="10351" y="2958"/>
                  </a:lnTo>
                  <a:cubicBezTo>
                    <a:pt x="10351" y="1329"/>
                    <a:pt x="8873" y="0"/>
                    <a:pt x="701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6">
              <a:extLst>
                <a:ext uri="{FF2B5EF4-FFF2-40B4-BE49-F238E27FC236}">
                  <a16:creationId xmlns:a16="http://schemas.microsoft.com/office/drawing/2014/main" id="{6F03010B-28BD-D1F7-33D7-F5D7D03AD7B2}"/>
                </a:ext>
              </a:extLst>
            </p:cNvPr>
            <p:cNvSpPr/>
            <p:nvPr/>
          </p:nvSpPr>
          <p:spPr>
            <a:xfrm>
              <a:off x="-2164348" y="3003119"/>
              <a:ext cx="479420" cy="487503"/>
            </a:xfrm>
            <a:custGeom>
              <a:avLst/>
              <a:gdLst/>
              <a:ahLst/>
              <a:cxnLst/>
              <a:rect l="l" t="t" r="r" b="b"/>
              <a:pathLst>
                <a:path w="11981" h="12183" extrusionOk="0">
                  <a:moveTo>
                    <a:pt x="10174" y="0"/>
                  </a:moveTo>
                  <a:cubicBezTo>
                    <a:pt x="9983" y="0"/>
                    <a:pt x="9791" y="33"/>
                    <a:pt x="9600" y="110"/>
                  </a:cubicBezTo>
                  <a:cubicBezTo>
                    <a:pt x="9023" y="360"/>
                    <a:pt x="8723" y="962"/>
                    <a:pt x="8196" y="1313"/>
                  </a:cubicBezTo>
                  <a:cubicBezTo>
                    <a:pt x="7670" y="1689"/>
                    <a:pt x="6993" y="1714"/>
                    <a:pt x="6317" y="1764"/>
                  </a:cubicBezTo>
                  <a:cubicBezTo>
                    <a:pt x="5815" y="1789"/>
                    <a:pt x="5314" y="1814"/>
                    <a:pt x="4863" y="1964"/>
                  </a:cubicBezTo>
                  <a:cubicBezTo>
                    <a:pt x="3961" y="2290"/>
                    <a:pt x="3535" y="2992"/>
                    <a:pt x="3058" y="3744"/>
                  </a:cubicBezTo>
                  <a:cubicBezTo>
                    <a:pt x="2607" y="4496"/>
                    <a:pt x="1830" y="4972"/>
                    <a:pt x="1229" y="5624"/>
                  </a:cubicBezTo>
                  <a:cubicBezTo>
                    <a:pt x="151" y="6852"/>
                    <a:pt x="1" y="8807"/>
                    <a:pt x="903" y="10185"/>
                  </a:cubicBezTo>
                  <a:cubicBezTo>
                    <a:pt x="1204" y="10636"/>
                    <a:pt x="1580" y="11012"/>
                    <a:pt x="2006" y="11338"/>
                  </a:cubicBezTo>
                  <a:cubicBezTo>
                    <a:pt x="2784" y="11921"/>
                    <a:pt x="3716" y="12182"/>
                    <a:pt x="4669" y="12182"/>
                  </a:cubicBezTo>
                  <a:cubicBezTo>
                    <a:pt x="6664" y="12182"/>
                    <a:pt x="8750" y="11038"/>
                    <a:pt x="9700" y="9308"/>
                  </a:cubicBezTo>
                  <a:cubicBezTo>
                    <a:pt x="10427" y="7979"/>
                    <a:pt x="10151" y="6325"/>
                    <a:pt x="9850" y="4822"/>
                  </a:cubicBezTo>
                  <a:cubicBezTo>
                    <a:pt x="9700" y="3994"/>
                    <a:pt x="9775" y="3368"/>
                    <a:pt x="10627" y="2942"/>
                  </a:cubicBezTo>
                  <a:cubicBezTo>
                    <a:pt x="10853" y="2817"/>
                    <a:pt x="11104" y="2741"/>
                    <a:pt x="11304" y="2616"/>
                  </a:cubicBezTo>
                  <a:cubicBezTo>
                    <a:pt x="11805" y="2290"/>
                    <a:pt x="11981" y="1563"/>
                    <a:pt x="11755" y="1012"/>
                  </a:cubicBezTo>
                  <a:cubicBezTo>
                    <a:pt x="11530" y="461"/>
                    <a:pt x="10953" y="85"/>
                    <a:pt x="10352" y="9"/>
                  </a:cubicBezTo>
                  <a:cubicBezTo>
                    <a:pt x="10292" y="4"/>
                    <a:pt x="10233" y="0"/>
                    <a:pt x="101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6">
              <a:extLst>
                <a:ext uri="{FF2B5EF4-FFF2-40B4-BE49-F238E27FC236}">
                  <a16:creationId xmlns:a16="http://schemas.microsoft.com/office/drawing/2014/main" id="{E9ECC85B-0B44-534D-02B8-13611DA5020F}"/>
                </a:ext>
              </a:extLst>
            </p:cNvPr>
            <p:cNvSpPr/>
            <p:nvPr/>
          </p:nvSpPr>
          <p:spPr>
            <a:xfrm>
              <a:off x="-1281818" y="3383582"/>
              <a:ext cx="42176" cy="13085"/>
            </a:xfrm>
            <a:custGeom>
              <a:avLst/>
              <a:gdLst/>
              <a:ahLst/>
              <a:cxnLst/>
              <a:rect l="l" t="t" r="r" b="b"/>
              <a:pathLst>
                <a:path w="1054" h="327" extrusionOk="0">
                  <a:moveTo>
                    <a:pt x="26" y="0"/>
                  </a:moveTo>
                  <a:cubicBezTo>
                    <a:pt x="1" y="25"/>
                    <a:pt x="1" y="50"/>
                    <a:pt x="26" y="75"/>
                  </a:cubicBezTo>
                  <a:cubicBezTo>
                    <a:pt x="126" y="251"/>
                    <a:pt x="327" y="326"/>
                    <a:pt x="527" y="326"/>
                  </a:cubicBezTo>
                  <a:cubicBezTo>
                    <a:pt x="728" y="301"/>
                    <a:pt x="903" y="201"/>
                    <a:pt x="1054" y="75"/>
                  </a:cubicBezTo>
                  <a:lnTo>
                    <a:pt x="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36">
            <a:extLst>
              <a:ext uri="{FF2B5EF4-FFF2-40B4-BE49-F238E27FC236}">
                <a16:creationId xmlns:a16="http://schemas.microsoft.com/office/drawing/2014/main" id="{3A3D373F-AA83-6B15-2F60-CE81FA5F75B1}"/>
              </a:ext>
            </a:extLst>
          </p:cNvPr>
          <p:cNvGrpSpPr/>
          <p:nvPr/>
        </p:nvGrpSpPr>
        <p:grpSpPr>
          <a:xfrm>
            <a:off x="3130830" y="3708736"/>
            <a:ext cx="614415" cy="895101"/>
            <a:chOff x="4393218" y="3866890"/>
            <a:chExt cx="567799" cy="827189"/>
          </a:xfrm>
        </p:grpSpPr>
        <p:sp>
          <p:nvSpPr>
            <p:cNvPr id="1048" name="Google Shape;1048;p36">
              <a:extLst>
                <a:ext uri="{FF2B5EF4-FFF2-40B4-BE49-F238E27FC236}">
                  <a16:creationId xmlns:a16="http://schemas.microsoft.com/office/drawing/2014/main" id="{0D7722EC-9E53-D9C3-C094-562D437A6C8F}"/>
                </a:ext>
              </a:extLst>
            </p:cNvPr>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a:extLst>
                <a:ext uri="{FF2B5EF4-FFF2-40B4-BE49-F238E27FC236}">
                  <a16:creationId xmlns:a16="http://schemas.microsoft.com/office/drawing/2014/main" id="{6A9C789D-BE75-20F5-456A-984E13A06884}"/>
                </a:ext>
              </a:extLst>
            </p:cNvPr>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a:extLst>
                <a:ext uri="{FF2B5EF4-FFF2-40B4-BE49-F238E27FC236}">
                  <a16:creationId xmlns:a16="http://schemas.microsoft.com/office/drawing/2014/main" id="{F0668EEA-8B16-9AC1-AFDC-83B91B60F5E4}"/>
                </a:ext>
              </a:extLst>
            </p:cNvPr>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a:extLst>
                <a:ext uri="{FF2B5EF4-FFF2-40B4-BE49-F238E27FC236}">
                  <a16:creationId xmlns:a16="http://schemas.microsoft.com/office/drawing/2014/main" id="{5980AD5C-EB9F-1921-B144-D62A648F0F92}"/>
                </a:ext>
              </a:extLst>
            </p:cNvPr>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a:extLst>
                <a:ext uri="{FF2B5EF4-FFF2-40B4-BE49-F238E27FC236}">
                  <a16:creationId xmlns:a16="http://schemas.microsoft.com/office/drawing/2014/main" id="{B2D30B87-0FEB-66F3-DAB4-99830FDE0313}"/>
                </a:ext>
              </a:extLst>
            </p:cNvPr>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831;p31">
            <a:extLst>
              <a:ext uri="{FF2B5EF4-FFF2-40B4-BE49-F238E27FC236}">
                <a16:creationId xmlns:a16="http://schemas.microsoft.com/office/drawing/2014/main" id="{E6CA5C51-1B8C-3807-96A5-C90FC17EA60C}"/>
              </a:ext>
            </a:extLst>
          </p:cNvPr>
          <p:cNvSpPr txBox="1">
            <a:spLocks/>
          </p:cNvSpPr>
          <p:nvPr/>
        </p:nvSpPr>
        <p:spPr>
          <a:xfrm>
            <a:off x="818325" y="6579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1" name="Google Shape;831;p31">
            <a:extLst>
              <a:ext uri="{FF2B5EF4-FFF2-40B4-BE49-F238E27FC236}">
                <a16:creationId xmlns:a16="http://schemas.microsoft.com/office/drawing/2014/main" id="{019C109A-728D-A3E5-5776-A582077E6630}"/>
              </a:ext>
            </a:extLst>
          </p:cNvPr>
          <p:cNvSpPr txBox="1">
            <a:spLocks/>
          </p:cNvSpPr>
          <p:nvPr/>
        </p:nvSpPr>
        <p:spPr>
          <a:xfrm>
            <a:off x="970725" y="8103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4" name="TextBox 13">
            <a:extLst>
              <a:ext uri="{FF2B5EF4-FFF2-40B4-BE49-F238E27FC236}">
                <a16:creationId xmlns:a16="http://schemas.microsoft.com/office/drawing/2014/main" id="{74348F69-3B57-7C96-278F-135B8094462A}"/>
              </a:ext>
            </a:extLst>
          </p:cNvPr>
          <p:cNvSpPr txBox="1"/>
          <p:nvPr/>
        </p:nvSpPr>
        <p:spPr>
          <a:xfrm>
            <a:off x="5534376" y="605469"/>
            <a:ext cx="1948464" cy="1631216"/>
          </a:xfrm>
          <a:prstGeom prst="rect">
            <a:avLst/>
          </a:prstGeom>
          <a:noFill/>
        </p:spPr>
        <p:txBody>
          <a:bodyPr wrap="square" rtlCol="0">
            <a:spAutoFit/>
          </a:bodyPr>
          <a:lstStyle/>
          <a:p>
            <a:r>
              <a:rPr lang="en-US" sz="10000" dirty="0">
                <a:solidFill>
                  <a:schemeClr val="bg2"/>
                </a:solidFill>
              </a:rPr>
              <a:t>06</a:t>
            </a:r>
            <a:endParaRPr lang="en-IN" sz="10000" dirty="0">
              <a:solidFill>
                <a:schemeClr val="bg2"/>
              </a:solidFill>
            </a:endParaRPr>
          </a:p>
        </p:txBody>
      </p:sp>
      <p:cxnSp>
        <p:nvCxnSpPr>
          <p:cNvPr id="15" name="Google Shape;878;p31">
            <a:extLst>
              <a:ext uri="{FF2B5EF4-FFF2-40B4-BE49-F238E27FC236}">
                <a16:creationId xmlns:a16="http://schemas.microsoft.com/office/drawing/2014/main" id="{9681AC77-BDBF-E693-09DB-F1D4C438CB2D}"/>
              </a:ext>
            </a:extLst>
          </p:cNvPr>
          <p:cNvCxnSpPr/>
          <p:nvPr/>
        </p:nvCxnSpPr>
        <p:spPr>
          <a:xfrm>
            <a:off x="5442417" y="2300460"/>
            <a:ext cx="1732800" cy="0"/>
          </a:xfrm>
          <a:prstGeom prst="straightConnector1">
            <a:avLst/>
          </a:prstGeom>
          <a:noFill/>
          <a:ln w="19050" cap="flat" cmpd="sng">
            <a:solidFill>
              <a:schemeClr val="dk1"/>
            </a:solidFill>
            <a:prstDash val="solid"/>
            <a:round/>
            <a:headEnd type="none" w="med" len="med"/>
            <a:tailEnd type="none" w="med" len="med"/>
          </a:ln>
        </p:spPr>
      </p:cxnSp>
      <p:sp>
        <p:nvSpPr>
          <p:cNvPr id="16" name="TextBox 15">
            <a:extLst>
              <a:ext uri="{FF2B5EF4-FFF2-40B4-BE49-F238E27FC236}">
                <a16:creationId xmlns:a16="http://schemas.microsoft.com/office/drawing/2014/main" id="{FC9FC1DA-DBE4-C6FA-1ACB-264B22B5FAA5}"/>
              </a:ext>
            </a:extLst>
          </p:cNvPr>
          <p:cNvSpPr txBox="1"/>
          <p:nvPr/>
        </p:nvSpPr>
        <p:spPr>
          <a:xfrm>
            <a:off x="3854022" y="2391900"/>
            <a:ext cx="4149709" cy="1815882"/>
          </a:xfrm>
          <a:prstGeom prst="rect">
            <a:avLst/>
          </a:prstGeom>
          <a:noFill/>
        </p:spPr>
        <p:txBody>
          <a:bodyPr wrap="square" rtlCol="0">
            <a:spAutoFit/>
          </a:bodyPr>
          <a:lstStyle/>
          <a:p>
            <a:pPr algn="r"/>
            <a:r>
              <a:rPr lang="en-US" sz="2800" b="1" dirty="0"/>
              <a:t>Ethical Considerations and Regulations for Generative AI in Urban Planning</a:t>
            </a:r>
            <a:endParaRPr lang="en-IN" sz="2800" b="1" dirty="0"/>
          </a:p>
        </p:txBody>
      </p:sp>
    </p:spTree>
    <p:extLst>
      <p:ext uri="{BB962C8B-B14F-4D97-AF65-F5344CB8AC3E}">
        <p14:creationId xmlns:p14="http://schemas.microsoft.com/office/powerpoint/2010/main" val="3854584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9">
          <a:extLst>
            <a:ext uri="{FF2B5EF4-FFF2-40B4-BE49-F238E27FC236}">
              <a16:creationId xmlns:a16="http://schemas.microsoft.com/office/drawing/2014/main" id="{C71F60D1-DCF7-DB40-86E6-B9E728BDFF22}"/>
            </a:ext>
          </a:extLst>
        </p:cNvPr>
        <p:cNvGrpSpPr/>
        <p:nvPr/>
      </p:nvGrpSpPr>
      <p:grpSpPr>
        <a:xfrm>
          <a:off x="0" y="0"/>
          <a:ext cx="0" cy="0"/>
          <a:chOff x="0" y="0"/>
          <a:chExt cx="0" cy="0"/>
        </a:xfrm>
      </p:grpSpPr>
      <p:sp>
        <p:nvSpPr>
          <p:cNvPr id="960" name="Google Shape;960;p35">
            <a:extLst>
              <a:ext uri="{FF2B5EF4-FFF2-40B4-BE49-F238E27FC236}">
                <a16:creationId xmlns:a16="http://schemas.microsoft.com/office/drawing/2014/main" id="{2A98820A-5D66-A005-B576-D73270177EF6}"/>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2"/>
                </a:solidFill>
              </a:rPr>
              <a:t>Ethical</a:t>
            </a:r>
            <a:r>
              <a:rPr lang="en" dirty="0">
                <a:solidFill>
                  <a:schemeClr val="dk2"/>
                </a:solidFill>
              </a:rPr>
              <a:t> </a:t>
            </a:r>
            <a:r>
              <a:rPr lang="en-IN" dirty="0"/>
              <a:t>Considerations</a:t>
            </a:r>
            <a:endParaRPr dirty="0"/>
          </a:p>
        </p:txBody>
      </p:sp>
      <p:grpSp>
        <p:nvGrpSpPr>
          <p:cNvPr id="935" name="Google Shape;935;p33">
            <a:extLst>
              <a:ext uri="{FF2B5EF4-FFF2-40B4-BE49-F238E27FC236}">
                <a16:creationId xmlns:a16="http://schemas.microsoft.com/office/drawing/2014/main" id="{C398561E-B6D1-1BF7-2F47-581985ADEE58}"/>
              </a:ext>
            </a:extLst>
          </p:cNvPr>
          <p:cNvGrpSpPr/>
          <p:nvPr/>
        </p:nvGrpSpPr>
        <p:grpSpPr>
          <a:xfrm>
            <a:off x="396409" y="1770889"/>
            <a:ext cx="2919219" cy="2444273"/>
            <a:chOff x="2567841" y="1994124"/>
            <a:chExt cx="399812" cy="306477"/>
          </a:xfrm>
        </p:grpSpPr>
        <p:sp>
          <p:nvSpPr>
            <p:cNvPr id="936" name="Google Shape;936;p33">
              <a:extLst>
                <a:ext uri="{FF2B5EF4-FFF2-40B4-BE49-F238E27FC236}">
                  <a16:creationId xmlns:a16="http://schemas.microsoft.com/office/drawing/2014/main" id="{3BB8E447-261B-6650-CD2A-885141413C1C}"/>
                </a:ext>
              </a:extLst>
            </p:cNvPr>
            <p:cNvSpPr/>
            <p:nvPr/>
          </p:nvSpPr>
          <p:spPr>
            <a:xfrm>
              <a:off x="2567841" y="1994124"/>
              <a:ext cx="399812" cy="306477"/>
            </a:xfrm>
            <a:custGeom>
              <a:avLst/>
              <a:gdLst/>
              <a:ahLst/>
              <a:cxnLst/>
              <a:rect l="l" t="t" r="r" b="b"/>
              <a:pathLst>
                <a:path w="12551" h="9621" extrusionOk="0">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3">
              <a:extLst>
                <a:ext uri="{FF2B5EF4-FFF2-40B4-BE49-F238E27FC236}">
                  <a16:creationId xmlns:a16="http://schemas.microsoft.com/office/drawing/2014/main" id="{6EBBBCE0-742B-4897-2548-5C22C869BF15}"/>
                </a:ext>
              </a:extLst>
            </p:cNvPr>
            <p:cNvSpPr/>
            <p:nvPr/>
          </p:nvSpPr>
          <p:spPr>
            <a:xfrm>
              <a:off x="2623237" y="2113963"/>
              <a:ext cx="287523" cy="77025"/>
            </a:xfrm>
            <a:custGeom>
              <a:avLst/>
              <a:gdLst/>
              <a:ahLst/>
              <a:cxnLst/>
              <a:rect l="l" t="t" r="r" b="b"/>
              <a:pathLst>
                <a:path w="9026" h="2418" extrusionOk="0">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3">
              <a:extLst>
                <a:ext uri="{FF2B5EF4-FFF2-40B4-BE49-F238E27FC236}">
                  <a16:creationId xmlns:a16="http://schemas.microsoft.com/office/drawing/2014/main" id="{997401F3-1A46-1C00-8EC2-CBAB5BA685DB}"/>
                </a:ext>
              </a:extLst>
            </p:cNvPr>
            <p:cNvSpPr/>
            <p:nvPr/>
          </p:nvSpPr>
          <p:spPr>
            <a:xfrm>
              <a:off x="2623237" y="2017251"/>
              <a:ext cx="287523" cy="77025"/>
            </a:xfrm>
            <a:custGeom>
              <a:avLst/>
              <a:gdLst/>
              <a:ahLst/>
              <a:cxnLst/>
              <a:rect l="l" t="t" r="r" b="b"/>
              <a:pathLst>
                <a:path w="9026" h="2418" extrusionOk="0">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4" name="Google Shape;878;p31">
            <a:extLst>
              <a:ext uri="{FF2B5EF4-FFF2-40B4-BE49-F238E27FC236}">
                <a16:creationId xmlns:a16="http://schemas.microsoft.com/office/drawing/2014/main" id="{473098B7-58B3-A4E2-5BCD-1E3968904F62}"/>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
        <p:nvSpPr>
          <p:cNvPr id="25" name="TextBox 24">
            <a:extLst>
              <a:ext uri="{FF2B5EF4-FFF2-40B4-BE49-F238E27FC236}">
                <a16:creationId xmlns:a16="http://schemas.microsoft.com/office/drawing/2014/main" id="{B2ABE23F-5509-3855-98AB-47553508D344}"/>
              </a:ext>
            </a:extLst>
          </p:cNvPr>
          <p:cNvSpPr txBox="1"/>
          <p:nvPr/>
        </p:nvSpPr>
        <p:spPr>
          <a:xfrm>
            <a:off x="3612995" y="1510694"/>
            <a:ext cx="4215161" cy="3046988"/>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deployment of generative AI in urban planning raises several </a:t>
            </a:r>
            <a:r>
              <a:rPr lang="en-US" sz="1600" b="1" dirty="0">
                <a:latin typeface="Times New Roman" panose="02020603050405020304" pitchFamily="18" charset="0"/>
                <a:cs typeface="Times New Roman" panose="02020603050405020304" pitchFamily="18" charset="0"/>
              </a:rPr>
              <a:t>ethical concerns</a:t>
            </a:r>
            <a:r>
              <a:rPr lang="en-US" sz="1600" dirty="0">
                <a:latin typeface="Times New Roman" panose="02020603050405020304" pitchFamily="18" charset="0"/>
                <a:cs typeface="Times New Roman" panose="02020603050405020304" pitchFamily="18" charset="0"/>
              </a:rPr>
              <a:t>. AI models can inadvertently reinforce existing biases in city design, such as unequal access to resources or services for underprivileged communities. Additionally, there is a need for strict </a:t>
            </a:r>
            <a:r>
              <a:rPr lang="en-US" sz="1600" b="1" dirty="0">
                <a:latin typeface="Times New Roman" panose="02020603050405020304" pitchFamily="18" charset="0"/>
                <a:cs typeface="Times New Roman" panose="02020603050405020304" pitchFamily="18" charset="0"/>
              </a:rPr>
              <a:t>regulatory frameworks</a:t>
            </a:r>
            <a:r>
              <a:rPr lang="en-US" sz="1600" dirty="0">
                <a:latin typeface="Times New Roman" panose="02020603050405020304" pitchFamily="18" charset="0"/>
                <a:cs typeface="Times New Roman" panose="02020603050405020304" pitchFamily="18" charset="0"/>
              </a:rPr>
              <a:t> to ensure that AI systems are transparent and accountable. Ensuring </a:t>
            </a:r>
            <a:r>
              <a:rPr lang="en-US" sz="1600" b="1" dirty="0">
                <a:latin typeface="Times New Roman" panose="02020603050405020304" pitchFamily="18" charset="0"/>
                <a:cs typeface="Times New Roman" panose="02020603050405020304" pitchFamily="18" charset="0"/>
              </a:rPr>
              <a:t>privacy protection</a:t>
            </a:r>
            <a:r>
              <a:rPr lang="en-US" sz="1600" dirty="0">
                <a:latin typeface="Times New Roman" panose="02020603050405020304" pitchFamily="18" charset="0"/>
                <a:cs typeface="Times New Roman" panose="02020603050405020304" pitchFamily="18" charset="0"/>
              </a:rPr>
              <a:t> for residents and mitigating potential surveillance issues is also crucial as more cities adopt AI-powered smart infrastructure.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123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6">
          <a:extLst>
            <a:ext uri="{FF2B5EF4-FFF2-40B4-BE49-F238E27FC236}">
              <a16:creationId xmlns:a16="http://schemas.microsoft.com/office/drawing/2014/main" id="{99FAEEF4-908B-866F-A444-B5CB9DCEA08C}"/>
            </a:ext>
          </a:extLst>
        </p:cNvPr>
        <p:cNvGrpSpPr/>
        <p:nvPr/>
      </p:nvGrpSpPr>
      <p:grpSpPr>
        <a:xfrm>
          <a:off x="0" y="0"/>
          <a:ext cx="0" cy="0"/>
          <a:chOff x="0" y="0"/>
          <a:chExt cx="0" cy="0"/>
        </a:xfrm>
      </p:grpSpPr>
      <p:cxnSp>
        <p:nvCxnSpPr>
          <p:cNvPr id="977" name="Google Shape;977;p36">
            <a:extLst>
              <a:ext uri="{FF2B5EF4-FFF2-40B4-BE49-F238E27FC236}">
                <a16:creationId xmlns:a16="http://schemas.microsoft.com/office/drawing/2014/main" id="{9AD9DB0B-5CE6-9EC2-27E9-7BD8BE82EDF5}"/>
              </a:ext>
            </a:extLst>
          </p:cNvPr>
          <p:cNvCxnSpPr/>
          <p:nvPr/>
        </p:nvCxnSpPr>
        <p:spPr>
          <a:xfrm>
            <a:off x="523925" y="4604000"/>
            <a:ext cx="3472500" cy="0"/>
          </a:xfrm>
          <a:prstGeom prst="straightConnector1">
            <a:avLst/>
          </a:prstGeom>
          <a:noFill/>
          <a:ln w="19050" cap="flat" cmpd="sng">
            <a:solidFill>
              <a:schemeClr val="dk1"/>
            </a:solidFill>
            <a:prstDash val="solid"/>
            <a:round/>
            <a:headEnd type="none" w="med" len="med"/>
            <a:tailEnd type="none" w="med" len="med"/>
          </a:ln>
        </p:spPr>
      </p:cxnSp>
      <p:grpSp>
        <p:nvGrpSpPr>
          <p:cNvPr id="980" name="Google Shape;980;p36">
            <a:extLst>
              <a:ext uri="{FF2B5EF4-FFF2-40B4-BE49-F238E27FC236}">
                <a16:creationId xmlns:a16="http://schemas.microsoft.com/office/drawing/2014/main" id="{08A37D65-4046-FAAD-8E41-A7DF66669FC8}"/>
              </a:ext>
            </a:extLst>
          </p:cNvPr>
          <p:cNvGrpSpPr/>
          <p:nvPr/>
        </p:nvGrpSpPr>
        <p:grpSpPr>
          <a:xfrm rot="5400000">
            <a:off x="8322971" y="-141834"/>
            <a:ext cx="374394" cy="962866"/>
            <a:chOff x="-720900" y="1958300"/>
            <a:chExt cx="462900" cy="1190488"/>
          </a:xfrm>
        </p:grpSpPr>
        <p:sp>
          <p:nvSpPr>
            <p:cNvPr id="981" name="Google Shape;981;p36">
              <a:extLst>
                <a:ext uri="{FF2B5EF4-FFF2-40B4-BE49-F238E27FC236}">
                  <a16:creationId xmlns:a16="http://schemas.microsoft.com/office/drawing/2014/main" id="{00D9ADFE-3B80-D027-B854-F088040E3100}"/>
                </a:ext>
              </a:extLst>
            </p:cNvPr>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6">
              <a:extLst>
                <a:ext uri="{FF2B5EF4-FFF2-40B4-BE49-F238E27FC236}">
                  <a16:creationId xmlns:a16="http://schemas.microsoft.com/office/drawing/2014/main" id="{6F3072C2-B9B2-7364-5EDA-EE69059B06CD}"/>
                </a:ext>
              </a:extLst>
            </p:cNvPr>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6">
              <a:extLst>
                <a:ext uri="{FF2B5EF4-FFF2-40B4-BE49-F238E27FC236}">
                  <a16:creationId xmlns:a16="http://schemas.microsoft.com/office/drawing/2014/main" id="{03B95DCF-63C2-B0E8-ECEF-D341A5A48E14}"/>
                </a:ext>
              </a:extLst>
            </p:cNvPr>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6">
              <a:extLst>
                <a:ext uri="{FF2B5EF4-FFF2-40B4-BE49-F238E27FC236}">
                  <a16:creationId xmlns:a16="http://schemas.microsoft.com/office/drawing/2014/main" id="{F54915A6-FC49-D54F-BDCF-113C65EA7423}"/>
                </a:ext>
              </a:extLst>
            </p:cNvPr>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6">
              <a:extLst>
                <a:ext uri="{FF2B5EF4-FFF2-40B4-BE49-F238E27FC236}">
                  <a16:creationId xmlns:a16="http://schemas.microsoft.com/office/drawing/2014/main" id="{B2BC04A2-5CBA-1A96-CB7F-2F4FC6C07176}"/>
                </a:ext>
              </a:extLst>
            </p:cNvPr>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6">
              <a:extLst>
                <a:ext uri="{FF2B5EF4-FFF2-40B4-BE49-F238E27FC236}">
                  <a16:creationId xmlns:a16="http://schemas.microsoft.com/office/drawing/2014/main" id="{E05EA34F-4B0F-7F4E-5358-928F68085FED}"/>
                </a:ext>
              </a:extLst>
            </p:cNvPr>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6">
              <a:extLst>
                <a:ext uri="{FF2B5EF4-FFF2-40B4-BE49-F238E27FC236}">
                  <a16:creationId xmlns:a16="http://schemas.microsoft.com/office/drawing/2014/main" id="{7C90766A-F062-5046-341F-7751C3388553}"/>
                </a:ext>
              </a:extLst>
            </p:cNvPr>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6">
              <a:extLst>
                <a:ext uri="{FF2B5EF4-FFF2-40B4-BE49-F238E27FC236}">
                  <a16:creationId xmlns:a16="http://schemas.microsoft.com/office/drawing/2014/main" id="{3197253F-07F2-5163-1168-29AC27AA610A}"/>
                </a:ext>
              </a:extLst>
            </p:cNvPr>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6">
              <a:extLst>
                <a:ext uri="{FF2B5EF4-FFF2-40B4-BE49-F238E27FC236}">
                  <a16:creationId xmlns:a16="http://schemas.microsoft.com/office/drawing/2014/main" id="{B3D13DD6-69B0-A386-B8D4-B73A4DE1F774}"/>
                </a:ext>
              </a:extLst>
            </p:cNvPr>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6">
              <a:extLst>
                <a:ext uri="{FF2B5EF4-FFF2-40B4-BE49-F238E27FC236}">
                  <a16:creationId xmlns:a16="http://schemas.microsoft.com/office/drawing/2014/main" id="{AB0F8E64-453A-5C81-F556-E9F56A750F59}"/>
                </a:ext>
              </a:extLst>
            </p:cNvPr>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6">
              <a:extLst>
                <a:ext uri="{FF2B5EF4-FFF2-40B4-BE49-F238E27FC236}">
                  <a16:creationId xmlns:a16="http://schemas.microsoft.com/office/drawing/2014/main" id="{A6934182-D4B4-9416-DFFE-435F7BEBAD6D}"/>
                </a:ext>
              </a:extLst>
            </p:cNvPr>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6">
              <a:extLst>
                <a:ext uri="{FF2B5EF4-FFF2-40B4-BE49-F238E27FC236}">
                  <a16:creationId xmlns:a16="http://schemas.microsoft.com/office/drawing/2014/main" id="{106BBADA-40D5-2689-17AB-80EF40B24C48}"/>
                </a:ext>
              </a:extLst>
            </p:cNvPr>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6">
              <a:extLst>
                <a:ext uri="{FF2B5EF4-FFF2-40B4-BE49-F238E27FC236}">
                  <a16:creationId xmlns:a16="http://schemas.microsoft.com/office/drawing/2014/main" id="{829DA47B-8D65-C3A8-8CB3-938CA2FF476E}"/>
                </a:ext>
              </a:extLst>
            </p:cNvPr>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6">
              <a:extLst>
                <a:ext uri="{FF2B5EF4-FFF2-40B4-BE49-F238E27FC236}">
                  <a16:creationId xmlns:a16="http://schemas.microsoft.com/office/drawing/2014/main" id="{5ED22184-8BA3-6ABA-4FD6-89F8D513FC09}"/>
                </a:ext>
              </a:extLst>
            </p:cNvPr>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6">
              <a:extLst>
                <a:ext uri="{FF2B5EF4-FFF2-40B4-BE49-F238E27FC236}">
                  <a16:creationId xmlns:a16="http://schemas.microsoft.com/office/drawing/2014/main" id="{5388216A-07A4-6490-BA2A-28715565C509}"/>
                </a:ext>
              </a:extLst>
            </p:cNvPr>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36">
            <a:extLst>
              <a:ext uri="{FF2B5EF4-FFF2-40B4-BE49-F238E27FC236}">
                <a16:creationId xmlns:a16="http://schemas.microsoft.com/office/drawing/2014/main" id="{7EEFC4B3-2442-83BF-BCAB-BA4DECD8E3D6}"/>
              </a:ext>
            </a:extLst>
          </p:cNvPr>
          <p:cNvGrpSpPr/>
          <p:nvPr/>
        </p:nvGrpSpPr>
        <p:grpSpPr>
          <a:xfrm>
            <a:off x="2032827" y="2624254"/>
            <a:ext cx="1028275" cy="1979878"/>
            <a:chOff x="2498921" y="1692268"/>
            <a:chExt cx="1312579" cy="2527289"/>
          </a:xfrm>
        </p:grpSpPr>
        <p:sp>
          <p:nvSpPr>
            <p:cNvPr id="997" name="Google Shape;997;p36">
              <a:extLst>
                <a:ext uri="{FF2B5EF4-FFF2-40B4-BE49-F238E27FC236}">
                  <a16:creationId xmlns:a16="http://schemas.microsoft.com/office/drawing/2014/main" id="{29360DA5-A000-5C0E-7F2B-FCA4213CD0EE}"/>
                </a:ext>
              </a:extLst>
            </p:cNvPr>
            <p:cNvSpPr/>
            <p:nvPr/>
          </p:nvSpPr>
          <p:spPr>
            <a:xfrm>
              <a:off x="2498921" y="2306609"/>
              <a:ext cx="743093" cy="652503"/>
            </a:xfrm>
            <a:custGeom>
              <a:avLst/>
              <a:gdLst/>
              <a:ahLst/>
              <a:cxnLst/>
              <a:rect l="l" t="t" r="r" b="b"/>
              <a:pathLst>
                <a:path w="12657" h="11114" extrusionOk="0">
                  <a:moveTo>
                    <a:pt x="10647" y="1"/>
                  </a:moveTo>
                  <a:cubicBezTo>
                    <a:pt x="9855" y="1"/>
                    <a:pt x="9151" y="537"/>
                    <a:pt x="9198" y="1361"/>
                  </a:cubicBezTo>
                  <a:cubicBezTo>
                    <a:pt x="9273" y="2464"/>
                    <a:pt x="8922" y="3541"/>
                    <a:pt x="9148" y="4619"/>
                  </a:cubicBezTo>
                  <a:cubicBezTo>
                    <a:pt x="9173" y="4744"/>
                    <a:pt x="9223" y="4870"/>
                    <a:pt x="9223" y="5020"/>
                  </a:cubicBezTo>
                  <a:cubicBezTo>
                    <a:pt x="9223" y="5145"/>
                    <a:pt x="9173" y="5271"/>
                    <a:pt x="9148" y="5396"/>
                  </a:cubicBezTo>
                  <a:cubicBezTo>
                    <a:pt x="9073" y="5797"/>
                    <a:pt x="9073" y="6223"/>
                    <a:pt x="9073" y="6649"/>
                  </a:cubicBezTo>
                  <a:cubicBezTo>
                    <a:pt x="9073" y="6925"/>
                    <a:pt x="9098" y="7050"/>
                    <a:pt x="8847" y="7176"/>
                  </a:cubicBezTo>
                  <a:cubicBezTo>
                    <a:pt x="8597" y="7276"/>
                    <a:pt x="8196" y="7251"/>
                    <a:pt x="7920" y="7301"/>
                  </a:cubicBezTo>
                  <a:cubicBezTo>
                    <a:pt x="7318" y="7401"/>
                    <a:pt x="6717" y="7577"/>
                    <a:pt x="6191" y="7927"/>
                  </a:cubicBezTo>
                  <a:cubicBezTo>
                    <a:pt x="5288" y="8504"/>
                    <a:pt x="4236" y="8604"/>
                    <a:pt x="3308" y="9206"/>
                  </a:cubicBezTo>
                  <a:cubicBezTo>
                    <a:pt x="3133" y="9306"/>
                    <a:pt x="2982" y="9406"/>
                    <a:pt x="2807" y="9456"/>
                  </a:cubicBezTo>
                  <a:cubicBezTo>
                    <a:pt x="2694" y="9494"/>
                    <a:pt x="2581" y="9506"/>
                    <a:pt x="2469" y="9506"/>
                  </a:cubicBezTo>
                  <a:cubicBezTo>
                    <a:pt x="2356" y="9506"/>
                    <a:pt x="2243" y="9494"/>
                    <a:pt x="2130" y="9481"/>
                  </a:cubicBezTo>
                  <a:cubicBezTo>
                    <a:pt x="1454" y="9481"/>
                    <a:pt x="752" y="9632"/>
                    <a:pt x="276" y="10108"/>
                  </a:cubicBezTo>
                  <a:cubicBezTo>
                    <a:pt x="125" y="10258"/>
                    <a:pt x="0" y="10509"/>
                    <a:pt x="100" y="10709"/>
                  </a:cubicBezTo>
                  <a:cubicBezTo>
                    <a:pt x="150" y="10810"/>
                    <a:pt x="276" y="10885"/>
                    <a:pt x="376" y="10935"/>
                  </a:cubicBezTo>
                  <a:cubicBezTo>
                    <a:pt x="665" y="11062"/>
                    <a:pt x="962" y="11113"/>
                    <a:pt x="1259" y="11113"/>
                  </a:cubicBezTo>
                  <a:cubicBezTo>
                    <a:pt x="1787" y="11113"/>
                    <a:pt x="2320" y="10952"/>
                    <a:pt x="2832" y="10760"/>
                  </a:cubicBezTo>
                  <a:cubicBezTo>
                    <a:pt x="3484" y="10509"/>
                    <a:pt x="4286" y="10459"/>
                    <a:pt x="4988" y="10409"/>
                  </a:cubicBezTo>
                  <a:cubicBezTo>
                    <a:pt x="6165" y="10308"/>
                    <a:pt x="7343" y="10384"/>
                    <a:pt x="8496" y="10133"/>
                  </a:cubicBezTo>
                  <a:cubicBezTo>
                    <a:pt x="9123" y="10008"/>
                    <a:pt x="9749" y="9857"/>
                    <a:pt x="10301" y="9556"/>
                  </a:cubicBezTo>
                  <a:cubicBezTo>
                    <a:pt x="10827" y="9306"/>
                    <a:pt x="11479" y="9055"/>
                    <a:pt x="11729" y="8479"/>
                  </a:cubicBezTo>
                  <a:cubicBezTo>
                    <a:pt x="11780" y="8353"/>
                    <a:pt x="11805" y="8253"/>
                    <a:pt x="11830" y="8128"/>
                  </a:cubicBezTo>
                  <a:cubicBezTo>
                    <a:pt x="12055" y="7276"/>
                    <a:pt x="12256" y="6424"/>
                    <a:pt x="12481" y="5572"/>
                  </a:cubicBezTo>
                  <a:cubicBezTo>
                    <a:pt x="12657" y="4920"/>
                    <a:pt x="12632" y="4243"/>
                    <a:pt x="12607" y="3566"/>
                  </a:cubicBezTo>
                  <a:cubicBezTo>
                    <a:pt x="12607" y="2990"/>
                    <a:pt x="12506" y="2439"/>
                    <a:pt x="12331" y="1912"/>
                  </a:cubicBezTo>
                  <a:cubicBezTo>
                    <a:pt x="12181" y="1511"/>
                    <a:pt x="12055" y="1010"/>
                    <a:pt x="11830" y="659"/>
                  </a:cubicBezTo>
                  <a:cubicBezTo>
                    <a:pt x="11604" y="283"/>
                    <a:pt x="11203" y="58"/>
                    <a:pt x="10802" y="8"/>
                  </a:cubicBezTo>
                  <a:cubicBezTo>
                    <a:pt x="10750" y="3"/>
                    <a:pt x="10698" y="1"/>
                    <a:pt x="10647"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6">
              <a:extLst>
                <a:ext uri="{FF2B5EF4-FFF2-40B4-BE49-F238E27FC236}">
                  <a16:creationId xmlns:a16="http://schemas.microsoft.com/office/drawing/2014/main" id="{C11CED2E-3791-A4A7-DF34-3F0F94BCF8F2}"/>
                </a:ext>
              </a:extLst>
            </p:cNvPr>
            <p:cNvSpPr/>
            <p:nvPr/>
          </p:nvSpPr>
          <p:spPr>
            <a:xfrm>
              <a:off x="2822589" y="3689581"/>
              <a:ext cx="292904" cy="443848"/>
            </a:xfrm>
            <a:custGeom>
              <a:avLst/>
              <a:gdLst/>
              <a:ahLst/>
              <a:cxnLst/>
              <a:rect l="l" t="t" r="r" b="b"/>
              <a:pathLst>
                <a:path w="4989" h="7560" extrusionOk="0">
                  <a:moveTo>
                    <a:pt x="1160" y="1"/>
                  </a:moveTo>
                  <a:cubicBezTo>
                    <a:pt x="862" y="1"/>
                    <a:pt x="581" y="110"/>
                    <a:pt x="377" y="336"/>
                  </a:cubicBezTo>
                  <a:cubicBezTo>
                    <a:pt x="1" y="762"/>
                    <a:pt x="26" y="1489"/>
                    <a:pt x="427" y="2066"/>
                  </a:cubicBezTo>
                  <a:cubicBezTo>
                    <a:pt x="552" y="2241"/>
                    <a:pt x="678" y="2417"/>
                    <a:pt x="803" y="2592"/>
                  </a:cubicBezTo>
                  <a:cubicBezTo>
                    <a:pt x="1129" y="3093"/>
                    <a:pt x="1379" y="3595"/>
                    <a:pt x="1279" y="4271"/>
                  </a:cubicBezTo>
                  <a:cubicBezTo>
                    <a:pt x="1154" y="5249"/>
                    <a:pt x="352" y="5925"/>
                    <a:pt x="126" y="6878"/>
                  </a:cubicBezTo>
                  <a:cubicBezTo>
                    <a:pt x="101" y="6978"/>
                    <a:pt x="101" y="7053"/>
                    <a:pt x="126" y="7153"/>
                  </a:cubicBezTo>
                  <a:cubicBezTo>
                    <a:pt x="176" y="7329"/>
                    <a:pt x="352" y="7479"/>
                    <a:pt x="527" y="7529"/>
                  </a:cubicBezTo>
                  <a:cubicBezTo>
                    <a:pt x="603" y="7550"/>
                    <a:pt x="679" y="7560"/>
                    <a:pt x="753" y="7560"/>
                  </a:cubicBezTo>
                  <a:cubicBezTo>
                    <a:pt x="1588" y="7560"/>
                    <a:pt x="2325" y="6356"/>
                    <a:pt x="2808" y="5850"/>
                  </a:cubicBezTo>
                  <a:cubicBezTo>
                    <a:pt x="3485" y="5174"/>
                    <a:pt x="4136" y="4522"/>
                    <a:pt x="4813" y="3845"/>
                  </a:cubicBezTo>
                  <a:cubicBezTo>
                    <a:pt x="4988" y="3670"/>
                    <a:pt x="4963" y="3344"/>
                    <a:pt x="4763" y="3118"/>
                  </a:cubicBezTo>
                  <a:lnTo>
                    <a:pt x="2532" y="813"/>
                  </a:lnTo>
                  <a:lnTo>
                    <a:pt x="2206" y="462"/>
                  </a:lnTo>
                  <a:cubicBezTo>
                    <a:pt x="1905" y="160"/>
                    <a:pt x="1520" y="1"/>
                    <a:pt x="1160"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6">
              <a:extLst>
                <a:ext uri="{FF2B5EF4-FFF2-40B4-BE49-F238E27FC236}">
                  <a16:creationId xmlns:a16="http://schemas.microsoft.com/office/drawing/2014/main" id="{11175301-0859-3333-B946-AE5A43D552CA}"/>
                </a:ext>
              </a:extLst>
            </p:cNvPr>
            <p:cNvSpPr/>
            <p:nvPr/>
          </p:nvSpPr>
          <p:spPr>
            <a:xfrm>
              <a:off x="3308179" y="3295813"/>
              <a:ext cx="29472" cy="644577"/>
            </a:xfrm>
            <a:custGeom>
              <a:avLst/>
              <a:gdLst/>
              <a:ahLst/>
              <a:cxnLst/>
              <a:rect l="l" t="t" r="r" b="b"/>
              <a:pathLst>
                <a:path w="502" h="10979" extrusionOk="0">
                  <a:moveTo>
                    <a:pt x="1" y="1"/>
                  </a:moveTo>
                  <a:lnTo>
                    <a:pt x="1" y="10978"/>
                  </a:lnTo>
                  <a:lnTo>
                    <a:pt x="502" y="10978"/>
                  </a:lnTo>
                  <a:lnTo>
                    <a:pt x="50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6">
              <a:extLst>
                <a:ext uri="{FF2B5EF4-FFF2-40B4-BE49-F238E27FC236}">
                  <a16:creationId xmlns:a16="http://schemas.microsoft.com/office/drawing/2014/main" id="{A754490E-197C-28E9-23F0-58C768E80BF3}"/>
                </a:ext>
              </a:extLst>
            </p:cNvPr>
            <p:cNvSpPr/>
            <p:nvPr/>
          </p:nvSpPr>
          <p:spPr>
            <a:xfrm>
              <a:off x="3072752" y="3938864"/>
              <a:ext cx="504789" cy="135385"/>
            </a:xfrm>
            <a:custGeom>
              <a:avLst/>
              <a:gdLst/>
              <a:ahLst/>
              <a:cxnLst/>
              <a:rect l="l" t="t" r="r" b="b"/>
              <a:pathLst>
                <a:path w="8598" h="2306" fill="none" extrusionOk="0">
                  <a:moveTo>
                    <a:pt x="8597" y="2306"/>
                  </a:moveTo>
                  <a:cubicBezTo>
                    <a:pt x="8597" y="702"/>
                    <a:pt x="5740" y="25"/>
                    <a:pt x="4311" y="25"/>
                  </a:cubicBezTo>
                  <a:cubicBezTo>
                    <a:pt x="2607" y="0"/>
                    <a:pt x="1" y="652"/>
                    <a:pt x="1"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6">
              <a:extLst>
                <a:ext uri="{FF2B5EF4-FFF2-40B4-BE49-F238E27FC236}">
                  <a16:creationId xmlns:a16="http://schemas.microsoft.com/office/drawing/2014/main" id="{BCFA1A9E-C65C-B112-9873-C7D3DC2A1072}"/>
                </a:ext>
              </a:extLst>
            </p:cNvPr>
            <p:cNvSpPr/>
            <p:nvPr/>
          </p:nvSpPr>
          <p:spPr>
            <a:xfrm>
              <a:off x="3322916" y="3941799"/>
              <a:ext cx="59" cy="158987"/>
            </a:xfrm>
            <a:custGeom>
              <a:avLst/>
              <a:gdLst/>
              <a:ahLst/>
              <a:cxnLst/>
              <a:rect l="l" t="t" r="r" b="b"/>
              <a:pathLst>
                <a:path w="1" h="2708" fill="none" extrusionOk="0">
                  <a:moveTo>
                    <a:pt x="0" y="2707"/>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6">
              <a:extLst>
                <a:ext uri="{FF2B5EF4-FFF2-40B4-BE49-F238E27FC236}">
                  <a16:creationId xmlns:a16="http://schemas.microsoft.com/office/drawing/2014/main" id="{22F065FC-49DF-2D19-B17F-DE4BD436A53D}"/>
                </a:ext>
              </a:extLst>
            </p:cNvPr>
            <p:cNvSpPr/>
            <p:nvPr/>
          </p:nvSpPr>
          <p:spPr>
            <a:xfrm>
              <a:off x="3031538" y="4056577"/>
              <a:ext cx="82488" cy="82429"/>
            </a:xfrm>
            <a:custGeom>
              <a:avLst/>
              <a:gdLst/>
              <a:ahLst/>
              <a:cxnLst/>
              <a:rect l="l" t="t" r="r" b="b"/>
              <a:pathLst>
                <a:path w="1405" h="1404" extrusionOk="0">
                  <a:moveTo>
                    <a:pt x="703" y="0"/>
                  </a:moveTo>
                  <a:cubicBezTo>
                    <a:pt x="301" y="0"/>
                    <a:pt x="1" y="326"/>
                    <a:pt x="1" y="702"/>
                  </a:cubicBezTo>
                  <a:cubicBezTo>
                    <a:pt x="1" y="1103"/>
                    <a:pt x="301" y="1404"/>
                    <a:pt x="703" y="1404"/>
                  </a:cubicBezTo>
                  <a:cubicBezTo>
                    <a:pt x="1078" y="1404"/>
                    <a:pt x="1404" y="1103"/>
                    <a:pt x="1404" y="702"/>
                  </a:cubicBezTo>
                  <a:cubicBezTo>
                    <a:pt x="1404" y="326"/>
                    <a:pt x="1078"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6">
              <a:extLst>
                <a:ext uri="{FF2B5EF4-FFF2-40B4-BE49-F238E27FC236}">
                  <a16:creationId xmlns:a16="http://schemas.microsoft.com/office/drawing/2014/main" id="{FF33A643-B6A8-1F45-4D0D-612C33A98FF8}"/>
                </a:ext>
              </a:extLst>
            </p:cNvPr>
            <p:cNvSpPr/>
            <p:nvPr/>
          </p:nvSpPr>
          <p:spPr>
            <a:xfrm>
              <a:off x="3281701"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6">
              <a:extLst>
                <a:ext uri="{FF2B5EF4-FFF2-40B4-BE49-F238E27FC236}">
                  <a16:creationId xmlns:a16="http://schemas.microsoft.com/office/drawing/2014/main" id="{1AB30919-1504-E23E-CDD7-FC95E55B7E53}"/>
                </a:ext>
              </a:extLst>
            </p:cNvPr>
            <p:cNvSpPr/>
            <p:nvPr/>
          </p:nvSpPr>
          <p:spPr>
            <a:xfrm>
              <a:off x="3531865"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6">
              <a:extLst>
                <a:ext uri="{FF2B5EF4-FFF2-40B4-BE49-F238E27FC236}">
                  <a16:creationId xmlns:a16="http://schemas.microsoft.com/office/drawing/2014/main" id="{C67449AF-FA09-507C-6E42-AA808837FEA4}"/>
                </a:ext>
              </a:extLst>
            </p:cNvPr>
            <p:cNvSpPr/>
            <p:nvPr/>
          </p:nvSpPr>
          <p:spPr>
            <a:xfrm>
              <a:off x="2604834" y="3879919"/>
              <a:ext cx="366468" cy="339637"/>
            </a:xfrm>
            <a:custGeom>
              <a:avLst/>
              <a:gdLst/>
              <a:ahLst/>
              <a:cxnLst/>
              <a:rect l="l" t="t" r="r" b="b"/>
              <a:pathLst>
                <a:path w="6242" h="5785" extrusionOk="0">
                  <a:moveTo>
                    <a:pt x="5077" y="1"/>
                  </a:moveTo>
                  <a:cubicBezTo>
                    <a:pt x="5064" y="1"/>
                    <a:pt x="5051" y="1"/>
                    <a:pt x="5038" y="2"/>
                  </a:cubicBezTo>
                  <a:cubicBezTo>
                    <a:pt x="4462" y="52"/>
                    <a:pt x="3960" y="603"/>
                    <a:pt x="3860" y="1280"/>
                  </a:cubicBezTo>
                  <a:cubicBezTo>
                    <a:pt x="3810" y="1505"/>
                    <a:pt x="3785" y="1706"/>
                    <a:pt x="3735" y="1932"/>
                  </a:cubicBezTo>
                  <a:cubicBezTo>
                    <a:pt x="3635" y="2533"/>
                    <a:pt x="3484" y="3034"/>
                    <a:pt x="2933" y="3460"/>
                  </a:cubicBezTo>
                  <a:cubicBezTo>
                    <a:pt x="2156" y="4087"/>
                    <a:pt x="1103" y="3987"/>
                    <a:pt x="276" y="4538"/>
                  </a:cubicBezTo>
                  <a:cubicBezTo>
                    <a:pt x="201" y="4588"/>
                    <a:pt x="126" y="4638"/>
                    <a:pt x="101" y="4739"/>
                  </a:cubicBezTo>
                  <a:cubicBezTo>
                    <a:pt x="1" y="4889"/>
                    <a:pt x="26" y="5115"/>
                    <a:pt x="126" y="5265"/>
                  </a:cubicBezTo>
                  <a:cubicBezTo>
                    <a:pt x="376" y="5678"/>
                    <a:pt x="890" y="5785"/>
                    <a:pt x="1435" y="5785"/>
                  </a:cubicBezTo>
                  <a:cubicBezTo>
                    <a:pt x="1980" y="5785"/>
                    <a:pt x="2557" y="5678"/>
                    <a:pt x="2933" y="5666"/>
                  </a:cubicBezTo>
                  <a:lnTo>
                    <a:pt x="5765" y="5616"/>
                  </a:lnTo>
                  <a:cubicBezTo>
                    <a:pt x="6016" y="5616"/>
                    <a:pt x="6216" y="5365"/>
                    <a:pt x="6216" y="5064"/>
                  </a:cubicBezTo>
                  <a:lnTo>
                    <a:pt x="6216" y="1831"/>
                  </a:lnTo>
                  <a:lnTo>
                    <a:pt x="6241" y="1380"/>
                  </a:lnTo>
                  <a:cubicBezTo>
                    <a:pt x="6241" y="594"/>
                    <a:pt x="5712" y="1"/>
                    <a:pt x="5077"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6">
              <a:extLst>
                <a:ext uri="{FF2B5EF4-FFF2-40B4-BE49-F238E27FC236}">
                  <a16:creationId xmlns:a16="http://schemas.microsoft.com/office/drawing/2014/main" id="{D08DEF6F-7879-4FD1-702F-D8E369BBEA04}"/>
                </a:ext>
              </a:extLst>
            </p:cNvPr>
            <p:cNvSpPr/>
            <p:nvPr/>
          </p:nvSpPr>
          <p:spPr>
            <a:xfrm>
              <a:off x="3134574" y="2802884"/>
              <a:ext cx="59" cy="1526"/>
            </a:xfrm>
            <a:custGeom>
              <a:avLst/>
              <a:gdLst/>
              <a:ahLst/>
              <a:cxnLst/>
              <a:rect l="l" t="t" r="r" b="b"/>
              <a:pathLst>
                <a:path w="1" h="26" extrusionOk="0">
                  <a:moveTo>
                    <a:pt x="0" y="26"/>
                  </a:moveTo>
                  <a:lnTo>
                    <a:pt x="0" y="26"/>
                  </a:lnTo>
                  <a:cubicBezTo>
                    <a:pt x="0" y="26"/>
                    <a:pt x="0" y="1"/>
                    <a:pt x="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a:extLst>
                <a:ext uri="{FF2B5EF4-FFF2-40B4-BE49-F238E27FC236}">
                  <a16:creationId xmlns:a16="http://schemas.microsoft.com/office/drawing/2014/main" id="{AECADFC6-98E0-6571-DFA2-B44C5897A212}"/>
                </a:ext>
              </a:extLst>
            </p:cNvPr>
            <p:cNvSpPr/>
            <p:nvPr/>
          </p:nvSpPr>
          <p:spPr>
            <a:xfrm>
              <a:off x="3243422" y="2273203"/>
              <a:ext cx="1526" cy="10333"/>
            </a:xfrm>
            <a:custGeom>
              <a:avLst/>
              <a:gdLst/>
              <a:ahLst/>
              <a:cxnLst/>
              <a:rect l="l" t="t" r="r" b="b"/>
              <a:pathLst>
                <a:path w="26" h="176" extrusionOk="0">
                  <a:moveTo>
                    <a:pt x="26" y="0"/>
                  </a:moveTo>
                  <a:lnTo>
                    <a:pt x="1" y="176"/>
                  </a:lnTo>
                  <a:lnTo>
                    <a:pt x="1" y="176"/>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6">
              <a:extLst>
                <a:ext uri="{FF2B5EF4-FFF2-40B4-BE49-F238E27FC236}">
                  <a16:creationId xmlns:a16="http://schemas.microsoft.com/office/drawing/2014/main" id="{16A6A2EB-D9BD-1E2F-2B42-F2FBF82A4113}"/>
                </a:ext>
              </a:extLst>
            </p:cNvPr>
            <p:cNvSpPr/>
            <p:nvPr/>
          </p:nvSpPr>
          <p:spPr>
            <a:xfrm>
              <a:off x="3134574" y="2795546"/>
              <a:ext cx="1526" cy="7397"/>
            </a:xfrm>
            <a:custGeom>
              <a:avLst/>
              <a:gdLst/>
              <a:ahLst/>
              <a:cxnLst/>
              <a:rect l="l" t="t" r="r" b="b"/>
              <a:pathLst>
                <a:path w="26" h="126" extrusionOk="0">
                  <a:moveTo>
                    <a:pt x="25" y="0"/>
                  </a:moveTo>
                  <a:lnTo>
                    <a:pt x="11" y="69"/>
                  </a:lnTo>
                  <a:lnTo>
                    <a:pt x="11" y="69"/>
                  </a:lnTo>
                  <a:cubicBezTo>
                    <a:pt x="18" y="52"/>
                    <a:pt x="25" y="39"/>
                    <a:pt x="25" y="25"/>
                  </a:cubicBezTo>
                  <a:cubicBezTo>
                    <a:pt x="25" y="0"/>
                    <a:pt x="25" y="0"/>
                    <a:pt x="25" y="0"/>
                  </a:cubicBezTo>
                  <a:close/>
                  <a:moveTo>
                    <a:pt x="11" y="69"/>
                  </a:moveTo>
                  <a:cubicBezTo>
                    <a:pt x="6" y="84"/>
                    <a:pt x="0" y="102"/>
                    <a:pt x="0" y="126"/>
                  </a:cubicBezTo>
                  <a:lnTo>
                    <a:pt x="11" y="69"/>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6">
              <a:extLst>
                <a:ext uri="{FF2B5EF4-FFF2-40B4-BE49-F238E27FC236}">
                  <a16:creationId xmlns:a16="http://schemas.microsoft.com/office/drawing/2014/main" id="{43112FA0-A0E7-5E52-08F7-3F4875C0E539}"/>
                </a:ext>
              </a:extLst>
            </p:cNvPr>
            <p:cNvSpPr/>
            <p:nvPr/>
          </p:nvSpPr>
          <p:spPr>
            <a:xfrm>
              <a:off x="3024199" y="2245198"/>
              <a:ext cx="17730" cy="145777"/>
            </a:xfrm>
            <a:custGeom>
              <a:avLst/>
              <a:gdLst/>
              <a:ahLst/>
              <a:cxnLst/>
              <a:rect l="l" t="t" r="r" b="b"/>
              <a:pathLst>
                <a:path w="302" h="2483" extrusionOk="0">
                  <a:moveTo>
                    <a:pt x="0" y="2482"/>
                  </a:moveTo>
                  <a:lnTo>
                    <a:pt x="301" y="1"/>
                  </a:lnTo>
                  <a:lnTo>
                    <a:pt x="0" y="2482"/>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6">
              <a:extLst>
                <a:ext uri="{FF2B5EF4-FFF2-40B4-BE49-F238E27FC236}">
                  <a16:creationId xmlns:a16="http://schemas.microsoft.com/office/drawing/2014/main" id="{094BAF3B-9EEA-2E55-0A4C-A825BBF65882}"/>
                </a:ext>
              </a:extLst>
            </p:cNvPr>
            <p:cNvSpPr/>
            <p:nvPr/>
          </p:nvSpPr>
          <p:spPr>
            <a:xfrm>
              <a:off x="3024199" y="2115214"/>
              <a:ext cx="238421" cy="308110"/>
            </a:xfrm>
            <a:custGeom>
              <a:avLst/>
              <a:gdLst/>
              <a:ahLst/>
              <a:cxnLst/>
              <a:rect l="l" t="t" r="r" b="b"/>
              <a:pathLst>
                <a:path w="4061" h="5248" extrusionOk="0">
                  <a:moveTo>
                    <a:pt x="3873" y="0"/>
                  </a:moveTo>
                  <a:cubicBezTo>
                    <a:pt x="3851" y="0"/>
                    <a:pt x="3829" y="3"/>
                    <a:pt x="3810" y="9"/>
                  </a:cubicBezTo>
                  <a:cubicBezTo>
                    <a:pt x="3259" y="85"/>
                    <a:pt x="2732" y="260"/>
                    <a:pt x="2231" y="435"/>
                  </a:cubicBezTo>
                  <a:cubicBezTo>
                    <a:pt x="2031" y="486"/>
                    <a:pt x="1805" y="561"/>
                    <a:pt x="1630" y="661"/>
                  </a:cubicBezTo>
                  <a:cubicBezTo>
                    <a:pt x="978" y="987"/>
                    <a:pt x="602" y="1588"/>
                    <a:pt x="401" y="2240"/>
                  </a:cubicBezTo>
                  <a:cubicBezTo>
                    <a:pt x="126" y="3042"/>
                    <a:pt x="101" y="3869"/>
                    <a:pt x="0" y="4696"/>
                  </a:cubicBezTo>
                  <a:lnTo>
                    <a:pt x="3234" y="5248"/>
                  </a:lnTo>
                  <a:cubicBezTo>
                    <a:pt x="3234" y="5248"/>
                    <a:pt x="3509" y="3969"/>
                    <a:pt x="3534" y="3869"/>
                  </a:cubicBezTo>
                  <a:cubicBezTo>
                    <a:pt x="3534" y="3318"/>
                    <a:pt x="3835" y="2842"/>
                    <a:pt x="3760" y="2265"/>
                  </a:cubicBezTo>
                  <a:cubicBezTo>
                    <a:pt x="3735" y="1889"/>
                    <a:pt x="3810" y="1513"/>
                    <a:pt x="3910" y="1137"/>
                  </a:cubicBezTo>
                  <a:cubicBezTo>
                    <a:pt x="3960" y="962"/>
                    <a:pt x="4036" y="786"/>
                    <a:pt x="4061" y="611"/>
                  </a:cubicBezTo>
                  <a:cubicBezTo>
                    <a:pt x="4061" y="461"/>
                    <a:pt x="3985" y="335"/>
                    <a:pt x="4036" y="210"/>
                  </a:cubicBezTo>
                  <a:cubicBezTo>
                    <a:pt x="4036" y="160"/>
                    <a:pt x="4036" y="135"/>
                    <a:pt x="4036" y="85"/>
                  </a:cubicBezTo>
                  <a:cubicBezTo>
                    <a:pt x="4017" y="28"/>
                    <a:pt x="3942" y="0"/>
                    <a:pt x="387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a:extLst>
                <a:ext uri="{FF2B5EF4-FFF2-40B4-BE49-F238E27FC236}">
                  <a16:creationId xmlns:a16="http://schemas.microsoft.com/office/drawing/2014/main" id="{3219300A-F90B-695C-8AD0-C36FB13A78D9}"/>
                </a:ext>
              </a:extLst>
            </p:cNvPr>
            <p:cNvSpPr/>
            <p:nvPr/>
          </p:nvSpPr>
          <p:spPr>
            <a:xfrm>
              <a:off x="3040403" y="2455615"/>
              <a:ext cx="771097" cy="891746"/>
            </a:xfrm>
            <a:custGeom>
              <a:avLst/>
              <a:gdLst/>
              <a:ahLst/>
              <a:cxnLst/>
              <a:rect l="l" t="t" r="r" b="b"/>
              <a:pathLst>
                <a:path w="13134" h="15189" extrusionOk="0">
                  <a:moveTo>
                    <a:pt x="7820" y="1"/>
                  </a:moveTo>
                  <a:cubicBezTo>
                    <a:pt x="6416" y="1"/>
                    <a:pt x="5288" y="1129"/>
                    <a:pt x="5288" y="2532"/>
                  </a:cubicBezTo>
                  <a:lnTo>
                    <a:pt x="5288" y="10628"/>
                  </a:lnTo>
                  <a:cubicBezTo>
                    <a:pt x="5288" y="12683"/>
                    <a:pt x="3609" y="14337"/>
                    <a:pt x="1554" y="14337"/>
                  </a:cubicBezTo>
                  <a:lnTo>
                    <a:pt x="426" y="14337"/>
                  </a:lnTo>
                  <a:cubicBezTo>
                    <a:pt x="176" y="14337"/>
                    <a:pt x="0" y="14537"/>
                    <a:pt x="0" y="14763"/>
                  </a:cubicBezTo>
                  <a:cubicBezTo>
                    <a:pt x="0" y="15014"/>
                    <a:pt x="176" y="15189"/>
                    <a:pt x="426" y="15189"/>
                  </a:cubicBezTo>
                  <a:lnTo>
                    <a:pt x="9499" y="15189"/>
                  </a:lnTo>
                  <a:cubicBezTo>
                    <a:pt x="11504" y="15189"/>
                    <a:pt x="13133" y="13560"/>
                    <a:pt x="13133" y="11580"/>
                  </a:cubicBezTo>
                  <a:lnTo>
                    <a:pt x="13133" y="2532"/>
                  </a:lnTo>
                  <a:cubicBezTo>
                    <a:pt x="13133" y="1129"/>
                    <a:pt x="12005" y="1"/>
                    <a:pt x="106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a:extLst>
                <a:ext uri="{FF2B5EF4-FFF2-40B4-BE49-F238E27FC236}">
                  <a16:creationId xmlns:a16="http://schemas.microsoft.com/office/drawing/2014/main" id="{791E5D32-3E43-5D3E-C6A5-50545469E7D3}"/>
                </a:ext>
              </a:extLst>
            </p:cNvPr>
            <p:cNvSpPr/>
            <p:nvPr/>
          </p:nvSpPr>
          <p:spPr>
            <a:xfrm>
              <a:off x="2572485" y="2949777"/>
              <a:ext cx="924096" cy="367936"/>
            </a:xfrm>
            <a:custGeom>
              <a:avLst/>
              <a:gdLst/>
              <a:ahLst/>
              <a:cxnLst/>
              <a:rect l="l" t="t" r="r" b="b"/>
              <a:pathLst>
                <a:path w="15740" h="6267" extrusionOk="0">
                  <a:moveTo>
                    <a:pt x="12769" y="0"/>
                  </a:moveTo>
                  <a:cubicBezTo>
                    <a:pt x="12724" y="0"/>
                    <a:pt x="12678" y="2"/>
                    <a:pt x="12632" y="5"/>
                  </a:cubicBezTo>
                  <a:cubicBezTo>
                    <a:pt x="11629" y="80"/>
                    <a:pt x="10777" y="932"/>
                    <a:pt x="9750" y="982"/>
                  </a:cubicBezTo>
                  <a:cubicBezTo>
                    <a:pt x="9349" y="982"/>
                    <a:pt x="8973" y="882"/>
                    <a:pt x="8597" y="857"/>
                  </a:cubicBezTo>
                  <a:cubicBezTo>
                    <a:pt x="8522" y="855"/>
                    <a:pt x="8447" y="853"/>
                    <a:pt x="8372" y="853"/>
                  </a:cubicBezTo>
                  <a:cubicBezTo>
                    <a:pt x="6941" y="853"/>
                    <a:pt x="5489" y="1286"/>
                    <a:pt x="4060" y="1333"/>
                  </a:cubicBezTo>
                  <a:cubicBezTo>
                    <a:pt x="3308" y="1358"/>
                    <a:pt x="2531" y="1333"/>
                    <a:pt x="1805" y="1559"/>
                  </a:cubicBezTo>
                  <a:cubicBezTo>
                    <a:pt x="1103" y="1759"/>
                    <a:pt x="401" y="2236"/>
                    <a:pt x="151" y="2962"/>
                  </a:cubicBezTo>
                  <a:cubicBezTo>
                    <a:pt x="25" y="3338"/>
                    <a:pt x="0" y="3689"/>
                    <a:pt x="50" y="4015"/>
                  </a:cubicBezTo>
                  <a:cubicBezTo>
                    <a:pt x="201" y="5419"/>
                    <a:pt x="1780" y="6120"/>
                    <a:pt x="3158" y="6246"/>
                  </a:cubicBezTo>
                  <a:cubicBezTo>
                    <a:pt x="3388" y="6261"/>
                    <a:pt x="3617" y="6267"/>
                    <a:pt x="3846" y="6267"/>
                  </a:cubicBezTo>
                  <a:cubicBezTo>
                    <a:pt x="4656" y="6267"/>
                    <a:pt x="5466" y="6193"/>
                    <a:pt x="6276" y="6193"/>
                  </a:cubicBezTo>
                  <a:cubicBezTo>
                    <a:pt x="6365" y="6193"/>
                    <a:pt x="6453" y="6194"/>
                    <a:pt x="6542" y="6196"/>
                  </a:cubicBezTo>
                  <a:cubicBezTo>
                    <a:pt x="8070" y="6196"/>
                    <a:pt x="9599" y="6221"/>
                    <a:pt x="11128" y="6221"/>
                  </a:cubicBezTo>
                  <a:cubicBezTo>
                    <a:pt x="11303" y="6227"/>
                    <a:pt x="11468" y="6232"/>
                    <a:pt x="11627" y="6232"/>
                  </a:cubicBezTo>
                  <a:cubicBezTo>
                    <a:pt x="12102" y="6232"/>
                    <a:pt x="12525" y="6189"/>
                    <a:pt x="13033" y="6020"/>
                  </a:cubicBezTo>
                  <a:cubicBezTo>
                    <a:pt x="13609" y="5845"/>
                    <a:pt x="14161" y="5594"/>
                    <a:pt x="14587" y="5143"/>
                  </a:cubicBezTo>
                  <a:cubicBezTo>
                    <a:pt x="14887" y="4842"/>
                    <a:pt x="15113" y="4441"/>
                    <a:pt x="15263" y="4040"/>
                  </a:cubicBezTo>
                  <a:cubicBezTo>
                    <a:pt x="15664" y="3038"/>
                    <a:pt x="15740" y="1784"/>
                    <a:pt x="15038" y="982"/>
                  </a:cubicBezTo>
                  <a:cubicBezTo>
                    <a:pt x="14687" y="556"/>
                    <a:pt x="14161" y="306"/>
                    <a:pt x="13634" y="155"/>
                  </a:cubicBezTo>
                  <a:cubicBezTo>
                    <a:pt x="13351" y="68"/>
                    <a:pt x="13068" y="0"/>
                    <a:pt x="127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a:extLst>
                <a:ext uri="{FF2B5EF4-FFF2-40B4-BE49-F238E27FC236}">
                  <a16:creationId xmlns:a16="http://schemas.microsoft.com/office/drawing/2014/main" id="{0F8B6773-6CB5-462E-5591-2F6EBD9CA56C}"/>
                </a:ext>
              </a:extLst>
            </p:cNvPr>
            <p:cNvSpPr/>
            <p:nvPr/>
          </p:nvSpPr>
          <p:spPr>
            <a:xfrm>
              <a:off x="2559216" y="3033849"/>
              <a:ext cx="451774" cy="832978"/>
            </a:xfrm>
            <a:custGeom>
              <a:avLst/>
              <a:gdLst/>
              <a:ahLst/>
              <a:cxnLst/>
              <a:rect l="l" t="t" r="r" b="b"/>
              <a:pathLst>
                <a:path w="7695" h="14188" extrusionOk="0">
                  <a:moveTo>
                    <a:pt x="2704" y="0"/>
                  </a:moveTo>
                  <a:cubicBezTo>
                    <a:pt x="2217" y="0"/>
                    <a:pt x="1781" y="186"/>
                    <a:pt x="1404" y="478"/>
                  </a:cubicBezTo>
                  <a:cubicBezTo>
                    <a:pt x="402" y="1230"/>
                    <a:pt x="1" y="2282"/>
                    <a:pt x="251" y="3510"/>
                  </a:cubicBezTo>
                  <a:cubicBezTo>
                    <a:pt x="452" y="4613"/>
                    <a:pt x="828" y="5741"/>
                    <a:pt x="1254" y="6769"/>
                  </a:cubicBezTo>
                  <a:cubicBezTo>
                    <a:pt x="1630" y="7646"/>
                    <a:pt x="2081" y="8498"/>
                    <a:pt x="2382" y="9400"/>
                  </a:cubicBezTo>
                  <a:cubicBezTo>
                    <a:pt x="2858" y="11029"/>
                    <a:pt x="3585" y="12608"/>
                    <a:pt x="4186" y="14187"/>
                  </a:cubicBezTo>
                  <a:cubicBezTo>
                    <a:pt x="4161" y="14112"/>
                    <a:pt x="7319" y="13811"/>
                    <a:pt x="7519" y="13736"/>
                  </a:cubicBezTo>
                  <a:cubicBezTo>
                    <a:pt x="7695" y="13636"/>
                    <a:pt x="7118" y="10703"/>
                    <a:pt x="7068" y="10378"/>
                  </a:cubicBezTo>
                  <a:cubicBezTo>
                    <a:pt x="6893" y="9225"/>
                    <a:pt x="6692" y="8072"/>
                    <a:pt x="6442" y="6919"/>
                  </a:cubicBezTo>
                  <a:cubicBezTo>
                    <a:pt x="6041" y="4964"/>
                    <a:pt x="5765" y="2383"/>
                    <a:pt x="4412" y="829"/>
                  </a:cubicBezTo>
                  <a:cubicBezTo>
                    <a:pt x="4136" y="528"/>
                    <a:pt x="3785" y="277"/>
                    <a:pt x="3409" y="127"/>
                  </a:cubicBezTo>
                  <a:cubicBezTo>
                    <a:pt x="3164" y="40"/>
                    <a:pt x="2929" y="0"/>
                    <a:pt x="2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a:extLst>
                <a:ext uri="{FF2B5EF4-FFF2-40B4-BE49-F238E27FC236}">
                  <a16:creationId xmlns:a16="http://schemas.microsoft.com/office/drawing/2014/main" id="{F3214906-A0F6-9F35-83FB-CE631FC9C5D6}"/>
                </a:ext>
              </a:extLst>
            </p:cNvPr>
            <p:cNvSpPr/>
            <p:nvPr/>
          </p:nvSpPr>
          <p:spPr>
            <a:xfrm>
              <a:off x="3075688" y="2815801"/>
              <a:ext cx="603363" cy="502147"/>
            </a:xfrm>
            <a:custGeom>
              <a:avLst/>
              <a:gdLst/>
              <a:ahLst/>
              <a:cxnLst/>
              <a:rect l="l" t="t" r="r" b="b"/>
              <a:pathLst>
                <a:path w="10277" h="8553" extrusionOk="0">
                  <a:moveTo>
                    <a:pt x="4513" y="1"/>
                  </a:moveTo>
                  <a:cubicBezTo>
                    <a:pt x="4231" y="1"/>
                    <a:pt x="3952" y="15"/>
                    <a:pt x="3685" y="56"/>
                  </a:cubicBezTo>
                  <a:cubicBezTo>
                    <a:pt x="3108" y="132"/>
                    <a:pt x="3184" y="6"/>
                    <a:pt x="2933" y="583"/>
                  </a:cubicBezTo>
                  <a:cubicBezTo>
                    <a:pt x="2632" y="1285"/>
                    <a:pt x="2783" y="2412"/>
                    <a:pt x="2657" y="3189"/>
                  </a:cubicBezTo>
                  <a:cubicBezTo>
                    <a:pt x="2507" y="4192"/>
                    <a:pt x="2181" y="5169"/>
                    <a:pt x="1555" y="5946"/>
                  </a:cubicBezTo>
                  <a:cubicBezTo>
                    <a:pt x="1379" y="6122"/>
                    <a:pt x="1229" y="6297"/>
                    <a:pt x="1078" y="6498"/>
                  </a:cubicBezTo>
                  <a:cubicBezTo>
                    <a:pt x="1053" y="6548"/>
                    <a:pt x="1003" y="6598"/>
                    <a:pt x="978" y="6648"/>
                  </a:cubicBezTo>
                  <a:cubicBezTo>
                    <a:pt x="1" y="8177"/>
                    <a:pt x="2607" y="8553"/>
                    <a:pt x="3534" y="8553"/>
                  </a:cubicBezTo>
                  <a:lnTo>
                    <a:pt x="6818" y="8553"/>
                  </a:lnTo>
                  <a:cubicBezTo>
                    <a:pt x="8722" y="8553"/>
                    <a:pt x="10201" y="7600"/>
                    <a:pt x="10276" y="5721"/>
                  </a:cubicBezTo>
                  <a:cubicBezTo>
                    <a:pt x="10276" y="5721"/>
                    <a:pt x="10276" y="31"/>
                    <a:pt x="10276" y="31"/>
                  </a:cubicBezTo>
                  <a:cubicBezTo>
                    <a:pt x="8923" y="31"/>
                    <a:pt x="7545" y="56"/>
                    <a:pt x="6191" y="56"/>
                  </a:cubicBezTo>
                  <a:cubicBezTo>
                    <a:pt x="5656" y="56"/>
                    <a:pt x="5077" y="1"/>
                    <a:pt x="451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a:extLst>
                <a:ext uri="{FF2B5EF4-FFF2-40B4-BE49-F238E27FC236}">
                  <a16:creationId xmlns:a16="http://schemas.microsoft.com/office/drawing/2014/main" id="{F95C3AE9-0106-E6B6-5EE3-ABD558CA7BDD}"/>
                </a:ext>
              </a:extLst>
            </p:cNvPr>
            <p:cNvSpPr/>
            <p:nvPr/>
          </p:nvSpPr>
          <p:spPr>
            <a:xfrm>
              <a:off x="2775504" y="2957820"/>
              <a:ext cx="924154" cy="621563"/>
            </a:xfrm>
            <a:custGeom>
              <a:avLst/>
              <a:gdLst/>
              <a:ahLst/>
              <a:cxnLst/>
              <a:rect l="l" t="t" r="r" b="b"/>
              <a:pathLst>
                <a:path w="15741" h="10587" extrusionOk="0">
                  <a:moveTo>
                    <a:pt x="11230" y="0"/>
                  </a:moveTo>
                  <a:cubicBezTo>
                    <a:pt x="10459" y="0"/>
                    <a:pt x="9698" y="151"/>
                    <a:pt x="8973" y="444"/>
                  </a:cubicBezTo>
                  <a:cubicBezTo>
                    <a:pt x="8347" y="670"/>
                    <a:pt x="7820" y="921"/>
                    <a:pt x="7269" y="1297"/>
                  </a:cubicBezTo>
                  <a:cubicBezTo>
                    <a:pt x="5991" y="2149"/>
                    <a:pt x="4637" y="2876"/>
                    <a:pt x="3234" y="3502"/>
                  </a:cubicBezTo>
                  <a:cubicBezTo>
                    <a:pt x="2783" y="3703"/>
                    <a:pt x="2357" y="3878"/>
                    <a:pt x="1956" y="4129"/>
                  </a:cubicBezTo>
                  <a:cubicBezTo>
                    <a:pt x="753" y="4906"/>
                    <a:pt x="1" y="6334"/>
                    <a:pt x="76" y="7763"/>
                  </a:cubicBezTo>
                  <a:cubicBezTo>
                    <a:pt x="126" y="8640"/>
                    <a:pt x="176" y="9868"/>
                    <a:pt x="878" y="10470"/>
                  </a:cubicBezTo>
                  <a:cubicBezTo>
                    <a:pt x="936" y="10528"/>
                    <a:pt x="1010" y="10586"/>
                    <a:pt x="1098" y="10586"/>
                  </a:cubicBezTo>
                  <a:cubicBezTo>
                    <a:pt x="1124" y="10586"/>
                    <a:pt x="1151" y="10581"/>
                    <a:pt x="1179" y="10570"/>
                  </a:cubicBezTo>
                  <a:cubicBezTo>
                    <a:pt x="1229" y="10570"/>
                    <a:pt x="1254" y="10520"/>
                    <a:pt x="1279" y="10495"/>
                  </a:cubicBezTo>
                  <a:cubicBezTo>
                    <a:pt x="1655" y="10069"/>
                    <a:pt x="1780" y="9517"/>
                    <a:pt x="2031" y="9041"/>
                  </a:cubicBezTo>
                  <a:cubicBezTo>
                    <a:pt x="2131" y="8866"/>
                    <a:pt x="2307" y="8465"/>
                    <a:pt x="2532" y="8414"/>
                  </a:cubicBezTo>
                  <a:cubicBezTo>
                    <a:pt x="2546" y="8411"/>
                    <a:pt x="2560" y="8410"/>
                    <a:pt x="2575" y="8410"/>
                  </a:cubicBezTo>
                  <a:cubicBezTo>
                    <a:pt x="2792" y="8410"/>
                    <a:pt x="3046" y="8745"/>
                    <a:pt x="3234" y="8815"/>
                  </a:cubicBezTo>
                  <a:cubicBezTo>
                    <a:pt x="3526" y="8919"/>
                    <a:pt x="3830" y="8986"/>
                    <a:pt x="4130" y="8986"/>
                  </a:cubicBezTo>
                  <a:cubicBezTo>
                    <a:pt x="4267" y="8986"/>
                    <a:pt x="4403" y="8972"/>
                    <a:pt x="4537" y="8941"/>
                  </a:cubicBezTo>
                  <a:cubicBezTo>
                    <a:pt x="4587" y="8941"/>
                    <a:pt x="4637" y="8916"/>
                    <a:pt x="4688" y="8916"/>
                  </a:cubicBezTo>
                  <a:cubicBezTo>
                    <a:pt x="4713" y="8891"/>
                    <a:pt x="4738" y="8891"/>
                    <a:pt x="4763" y="8891"/>
                  </a:cubicBezTo>
                  <a:lnTo>
                    <a:pt x="14086" y="5758"/>
                  </a:lnTo>
                  <a:cubicBezTo>
                    <a:pt x="14111" y="5758"/>
                    <a:pt x="14136" y="5758"/>
                    <a:pt x="14161" y="5733"/>
                  </a:cubicBezTo>
                  <a:cubicBezTo>
                    <a:pt x="15164" y="5382"/>
                    <a:pt x="15740" y="4003"/>
                    <a:pt x="15414" y="2500"/>
                  </a:cubicBezTo>
                  <a:cubicBezTo>
                    <a:pt x="14988" y="570"/>
                    <a:pt x="13635" y="294"/>
                    <a:pt x="12282" y="94"/>
                  </a:cubicBezTo>
                  <a:cubicBezTo>
                    <a:pt x="11930" y="31"/>
                    <a:pt x="11579" y="0"/>
                    <a:pt x="112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a:extLst>
                <a:ext uri="{FF2B5EF4-FFF2-40B4-BE49-F238E27FC236}">
                  <a16:creationId xmlns:a16="http://schemas.microsoft.com/office/drawing/2014/main" id="{776AA1D3-C587-C2B4-D77E-D70E72E7BFDC}"/>
                </a:ext>
              </a:extLst>
            </p:cNvPr>
            <p:cNvSpPr/>
            <p:nvPr/>
          </p:nvSpPr>
          <p:spPr>
            <a:xfrm>
              <a:off x="3124241" y="2107876"/>
              <a:ext cx="598959" cy="889339"/>
            </a:xfrm>
            <a:custGeom>
              <a:avLst/>
              <a:gdLst/>
              <a:ahLst/>
              <a:cxnLst/>
              <a:rect l="l" t="t" r="r" b="b"/>
              <a:pathLst>
                <a:path w="10202" h="15148" extrusionOk="0">
                  <a:moveTo>
                    <a:pt x="4622" y="0"/>
                  </a:moveTo>
                  <a:cubicBezTo>
                    <a:pt x="4453" y="0"/>
                    <a:pt x="4283" y="3"/>
                    <a:pt x="4111" y="9"/>
                  </a:cubicBezTo>
                  <a:cubicBezTo>
                    <a:pt x="3008" y="34"/>
                    <a:pt x="1655" y="9"/>
                    <a:pt x="778" y="811"/>
                  </a:cubicBezTo>
                  <a:cubicBezTo>
                    <a:pt x="627" y="987"/>
                    <a:pt x="502" y="1187"/>
                    <a:pt x="402" y="1388"/>
                  </a:cubicBezTo>
                  <a:cubicBezTo>
                    <a:pt x="276" y="1713"/>
                    <a:pt x="226" y="2039"/>
                    <a:pt x="151" y="2365"/>
                  </a:cubicBezTo>
                  <a:cubicBezTo>
                    <a:pt x="1" y="3067"/>
                    <a:pt x="51" y="3819"/>
                    <a:pt x="201" y="4545"/>
                  </a:cubicBezTo>
                  <a:cubicBezTo>
                    <a:pt x="402" y="5573"/>
                    <a:pt x="803" y="6576"/>
                    <a:pt x="1028" y="7603"/>
                  </a:cubicBezTo>
                  <a:cubicBezTo>
                    <a:pt x="1279" y="8781"/>
                    <a:pt x="1329" y="9959"/>
                    <a:pt x="1404" y="11137"/>
                  </a:cubicBezTo>
                  <a:cubicBezTo>
                    <a:pt x="1454" y="11613"/>
                    <a:pt x="1555" y="12064"/>
                    <a:pt x="1605" y="12515"/>
                  </a:cubicBezTo>
                  <a:cubicBezTo>
                    <a:pt x="1655" y="12941"/>
                    <a:pt x="1680" y="13368"/>
                    <a:pt x="1705" y="13769"/>
                  </a:cubicBezTo>
                  <a:cubicBezTo>
                    <a:pt x="1705" y="13894"/>
                    <a:pt x="1680" y="14270"/>
                    <a:pt x="1730" y="14345"/>
                  </a:cubicBezTo>
                  <a:cubicBezTo>
                    <a:pt x="1830" y="14470"/>
                    <a:pt x="1956" y="14395"/>
                    <a:pt x="2081" y="14495"/>
                  </a:cubicBezTo>
                  <a:cubicBezTo>
                    <a:pt x="2357" y="14646"/>
                    <a:pt x="2306" y="14821"/>
                    <a:pt x="2707" y="14871"/>
                  </a:cubicBezTo>
                  <a:cubicBezTo>
                    <a:pt x="2883" y="14884"/>
                    <a:pt x="3058" y="14884"/>
                    <a:pt x="3231" y="14884"/>
                  </a:cubicBezTo>
                  <a:cubicBezTo>
                    <a:pt x="3403" y="14884"/>
                    <a:pt x="3572" y="14884"/>
                    <a:pt x="3735" y="14896"/>
                  </a:cubicBezTo>
                  <a:cubicBezTo>
                    <a:pt x="4387" y="14947"/>
                    <a:pt x="5013" y="14997"/>
                    <a:pt x="5665" y="15022"/>
                  </a:cubicBezTo>
                  <a:cubicBezTo>
                    <a:pt x="6918" y="15072"/>
                    <a:pt x="8171" y="15097"/>
                    <a:pt x="9424" y="15147"/>
                  </a:cubicBezTo>
                  <a:cubicBezTo>
                    <a:pt x="9374" y="15147"/>
                    <a:pt x="10201" y="5222"/>
                    <a:pt x="10201" y="4245"/>
                  </a:cubicBezTo>
                  <a:cubicBezTo>
                    <a:pt x="10176" y="3267"/>
                    <a:pt x="10026" y="2215"/>
                    <a:pt x="9324" y="1538"/>
                  </a:cubicBezTo>
                  <a:cubicBezTo>
                    <a:pt x="9023" y="1237"/>
                    <a:pt x="8622" y="1062"/>
                    <a:pt x="8246" y="861"/>
                  </a:cubicBezTo>
                  <a:cubicBezTo>
                    <a:pt x="7595" y="535"/>
                    <a:pt x="7018" y="235"/>
                    <a:pt x="6266" y="109"/>
                  </a:cubicBezTo>
                  <a:cubicBezTo>
                    <a:pt x="5711" y="33"/>
                    <a:pt x="5171" y="0"/>
                    <a:pt x="462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6">
              <a:extLst>
                <a:ext uri="{FF2B5EF4-FFF2-40B4-BE49-F238E27FC236}">
                  <a16:creationId xmlns:a16="http://schemas.microsoft.com/office/drawing/2014/main" id="{19423C56-8FE3-F066-F4CB-8570DEB2EDED}"/>
                </a:ext>
              </a:extLst>
            </p:cNvPr>
            <p:cNvSpPr/>
            <p:nvPr/>
          </p:nvSpPr>
          <p:spPr>
            <a:xfrm>
              <a:off x="3211073" y="1786145"/>
              <a:ext cx="251690" cy="439621"/>
            </a:xfrm>
            <a:custGeom>
              <a:avLst/>
              <a:gdLst/>
              <a:ahLst/>
              <a:cxnLst/>
              <a:rect l="l" t="t" r="r" b="b"/>
              <a:pathLst>
                <a:path w="4287" h="7488" extrusionOk="0">
                  <a:moveTo>
                    <a:pt x="577" y="0"/>
                  </a:moveTo>
                  <a:lnTo>
                    <a:pt x="151" y="2657"/>
                  </a:lnTo>
                  <a:cubicBezTo>
                    <a:pt x="0" y="3334"/>
                    <a:pt x="226" y="4010"/>
                    <a:pt x="727" y="4436"/>
                  </a:cubicBezTo>
                  <a:lnTo>
                    <a:pt x="1003" y="6291"/>
                  </a:lnTo>
                  <a:cubicBezTo>
                    <a:pt x="1093" y="6991"/>
                    <a:pt x="1692" y="7488"/>
                    <a:pt x="2378" y="7488"/>
                  </a:cubicBezTo>
                  <a:cubicBezTo>
                    <a:pt x="2453" y="7488"/>
                    <a:pt x="2530" y="7481"/>
                    <a:pt x="2607" y="7469"/>
                  </a:cubicBezTo>
                  <a:cubicBezTo>
                    <a:pt x="3359" y="7319"/>
                    <a:pt x="3860" y="6567"/>
                    <a:pt x="3685" y="5815"/>
                  </a:cubicBezTo>
                  <a:lnTo>
                    <a:pt x="3509" y="3910"/>
                  </a:lnTo>
                  <a:cubicBezTo>
                    <a:pt x="3660" y="3710"/>
                    <a:pt x="3609" y="3760"/>
                    <a:pt x="3685" y="3484"/>
                  </a:cubicBezTo>
                  <a:lnTo>
                    <a:pt x="4286" y="852"/>
                  </a:lnTo>
                  <a:lnTo>
                    <a:pt x="577"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6">
              <a:extLst>
                <a:ext uri="{FF2B5EF4-FFF2-40B4-BE49-F238E27FC236}">
                  <a16:creationId xmlns:a16="http://schemas.microsoft.com/office/drawing/2014/main" id="{8A6ED466-B65D-53CC-55F5-AE9F9F8FF520}"/>
                </a:ext>
              </a:extLst>
            </p:cNvPr>
            <p:cNvSpPr/>
            <p:nvPr/>
          </p:nvSpPr>
          <p:spPr>
            <a:xfrm>
              <a:off x="3246358" y="2034136"/>
              <a:ext cx="79552" cy="38983"/>
            </a:xfrm>
            <a:custGeom>
              <a:avLst/>
              <a:gdLst/>
              <a:ahLst/>
              <a:cxnLst/>
              <a:rect l="l" t="t" r="r" b="b"/>
              <a:pathLst>
                <a:path w="1355" h="664" extrusionOk="0">
                  <a:moveTo>
                    <a:pt x="1354" y="12"/>
                  </a:moveTo>
                  <a:cubicBezTo>
                    <a:pt x="1354" y="14"/>
                    <a:pt x="1353" y="17"/>
                    <a:pt x="1352" y="19"/>
                  </a:cubicBezTo>
                  <a:lnTo>
                    <a:pt x="1352" y="19"/>
                  </a:lnTo>
                  <a:cubicBezTo>
                    <a:pt x="1354" y="17"/>
                    <a:pt x="1354" y="14"/>
                    <a:pt x="1354" y="12"/>
                  </a:cubicBezTo>
                  <a:close/>
                  <a:moveTo>
                    <a:pt x="95" y="1"/>
                  </a:moveTo>
                  <a:cubicBezTo>
                    <a:pt x="90" y="1"/>
                    <a:pt x="84" y="4"/>
                    <a:pt x="76" y="12"/>
                  </a:cubicBezTo>
                  <a:cubicBezTo>
                    <a:pt x="76" y="12"/>
                    <a:pt x="51" y="12"/>
                    <a:pt x="51" y="37"/>
                  </a:cubicBezTo>
                  <a:cubicBezTo>
                    <a:pt x="1" y="87"/>
                    <a:pt x="26" y="212"/>
                    <a:pt x="76" y="263"/>
                  </a:cubicBezTo>
                  <a:cubicBezTo>
                    <a:pt x="126" y="313"/>
                    <a:pt x="176" y="338"/>
                    <a:pt x="176" y="413"/>
                  </a:cubicBezTo>
                  <a:cubicBezTo>
                    <a:pt x="201" y="488"/>
                    <a:pt x="201" y="563"/>
                    <a:pt x="226" y="613"/>
                  </a:cubicBezTo>
                  <a:cubicBezTo>
                    <a:pt x="226" y="639"/>
                    <a:pt x="277" y="664"/>
                    <a:pt x="327" y="664"/>
                  </a:cubicBezTo>
                  <a:cubicBezTo>
                    <a:pt x="775" y="664"/>
                    <a:pt x="1224" y="465"/>
                    <a:pt x="1352" y="19"/>
                  </a:cubicBezTo>
                  <a:lnTo>
                    <a:pt x="1352" y="19"/>
                  </a:lnTo>
                  <a:cubicBezTo>
                    <a:pt x="1340" y="42"/>
                    <a:pt x="1277" y="62"/>
                    <a:pt x="1254" y="62"/>
                  </a:cubicBezTo>
                  <a:cubicBezTo>
                    <a:pt x="1104" y="129"/>
                    <a:pt x="942" y="140"/>
                    <a:pt x="784" y="140"/>
                  </a:cubicBezTo>
                  <a:cubicBezTo>
                    <a:pt x="705" y="140"/>
                    <a:pt x="627" y="137"/>
                    <a:pt x="552" y="137"/>
                  </a:cubicBezTo>
                  <a:cubicBezTo>
                    <a:pt x="402" y="112"/>
                    <a:pt x="252" y="87"/>
                    <a:pt x="126" y="12"/>
                  </a:cubicBezTo>
                  <a:cubicBezTo>
                    <a:pt x="110" y="12"/>
                    <a:pt x="104" y="1"/>
                    <a:pt x="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6">
              <a:extLst>
                <a:ext uri="{FF2B5EF4-FFF2-40B4-BE49-F238E27FC236}">
                  <a16:creationId xmlns:a16="http://schemas.microsoft.com/office/drawing/2014/main" id="{8C72B7D4-E0A1-74A2-8710-FA327AC0C9F6}"/>
                </a:ext>
              </a:extLst>
            </p:cNvPr>
            <p:cNvSpPr/>
            <p:nvPr/>
          </p:nvSpPr>
          <p:spPr>
            <a:xfrm>
              <a:off x="3190466" y="1692268"/>
              <a:ext cx="286975" cy="323022"/>
            </a:xfrm>
            <a:custGeom>
              <a:avLst/>
              <a:gdLst/>
              <a:ahLst/>
              <a:cxnLst/>
              <a:rect l="l" t="t" r="r" b="b"/>
              <a:pathLst>
                <a:path w="4888" h="5502" extrusionOk="0">
                  <a:moveTo>
                    <a:pt x="2171" y="1"/>
                  </a:moveTo>
                  <a:cubicBezTo>
                    <a:pt x="1951" y="1"/>
                    <a:pt x="1728" y="74"/>
                    <a:pt x="1554" y="196"/>
                  </a:cubicBezTo>
                  <a:cubicBezTo>
                    <a:pt x="1479" y="271"/>
                    <a:pt x="1404" y="346"/>
                    <a:pt x="1329" y="371"/>
                  </a:cubicBezTo>
                  <a:cubicBezTo>
                    <a:pt x="1265" y="392"/>
                    <a:pt x="1202" y="400"/>
                    <a:pt x="1138" y="400"/>
                  </a:cubicBezTo>
                  <a:cubicBezTo>
                    <a:pt x="1051" y="400"/>
                    <a:pt x="965" y="386"/>
                    <a:pt x="878" y="371"/>
                  </a:cubicBezTo>
                  <a:cubicBezTo>
                    <a:pt x="652" y="371"/>
                    <a:pt x="402" y="421"/>
                    <a:pt x="251" y="572"/>
                  </a:cubicBezTo>
                  <a:cubicBezTo>
                    <a:pt x="76" y="722"/>
                    <a:pt x="1" y="973"/>
                    <a:pt x="101" y="1198"/>
                  </a:cubicBezTo>
                  <a:cubicBezTo>
                    <a:pt x="151" y="1299"/>
                    <a:pt x="251" y="1399"/>
                    <a:pt x="301" y="1524"/>
                  </a:cubicBezTo>
                  <a:cubicBezTo>
                    <a:pt x="427" y="1800"/>
                    <a:pt x="376" y="2025"/>
                    <a:pt x="677" y="2151"/>
                  </a:cubicBezTo>
                  <a:lnTo>
                    <a:pt x="752" y="2151"/>
                  </a:lnTo>
                  <a:cubicBezTo>
                    <a:pt x="1003" y="2251"/>
                    <a:pt x="1279" y="2301"/>
                    <a:pt x="1554" y="2376"/>
                  </a:cubicBezTo>
                  <a:cubicBezTo>
                    <a:pt x="1930" y="2477"/>
                    <a:pt x="2306" y="2552"/>
                    <a:pt x="2682" y="2652"/>
                  </a:cubicBezTo>
                  <a:cubicBezTo>
                    <a:pt x="3710" y="2953"/>
                    <a:pt x="3484" y="3955"/>
                    <a:pt x="3484" y="4807"/>
                  </a:cubicBezTo>
                  <a:cubicBezTo>
                    <a:pt x="3484" y="5033"/>
                    <a:pt x="3484" y="5309"/>
                    <a:pt x="3685" y="5434"/>
                  </a:cubicBezTo>
                  <a:cubicBezTo>
                    <a:pt x="3755" y="5480"/>
                    <a:pt x="3817" y="5501"/>
                    <a:pt x="3874" y="5501"/>
                  </a:cubicBezTo>
                  <a:cubicBezTo>
                    <a:pt x="4245" y="5501"/>
                    <a:pt x="4356" y="4624"/>
                    <a:pt x="4487" y="4406"/>
                  </a:cubicBezTo>
                  <a:cubicBezTo>
                    <a:pt x="4537" y="4256"/>
                    <a:pt x="4662" y="4131"/>
                    <a:pt x="4712" y="3980"/>
                  </a:cubicBezTo>
                  <a:cubicBezTo>
                    <a:pt x="4838" y="3680"/>
                    <a:pt x="4712" y="3354"/>
                    <a:pt x="4762" y="3028"/>
                  </a:cubicBezTo>
                  <a:cubicBezTo>
                    <a:pt x="4788" y="2878"/>
                    <a:pt x="4838" y="2752"/>
                    <a:pt x="4838" y="2602"/>
                  </a:cubicBezTo>
                  <a:cubicBezTo>
                    <a:pt x="4888" y="1975"/>
                    <a:pt x="4336" y="1424"/>
                    <a:pt x="3835" y="1173"/>
                  </a:cubicBezTo>
                  <a:cubicBezTo>
                    <a:pt x="3434" y="973"/>
                    <a:pt x="3008" y="697"/>
                    <a:pt x="2757" y="321"/>
                  </a:cubicBezTo>
                  <a:cubicBezTo>
                    <a:pt x="2707" y="246"/>
                    <a:pt x="2682" y="171"/>
                    <a:pt x="2607" y="146"/>
                  </a:cubicBezTo>
                  <a:cubicBezTo>
                    <a:pt x="2582" y="96"/>
                    <a:pt x="2507" y="71"/>
                    <a:pt x="2457" y="45"/>
                  </a:cubicBezTo>
                  <a:cubicBezTo>
                    <a:pt x="2365" y="15"/>
                    <a:pt x="2268" y="1"/>
                    <a:pt x="217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6">
              <a:extLst>
                <a:ext uri="{FF2B5EF4-FFF2-40B4-BE49-F238E27FC236}">
                  <a16:creationId xmlns:a16="http://schemas.microsoft.com/office/drawing/2014/main" id="{1693E388-6E11-36BF-3722-3C122709AFEC}"/>
                </a:ext>
              </a:extLst>
            </p:cNvPr>
            <p:cNvSpPr/>
            <p:nvPr/>
          </p:nvSpPr>
          <p:spPr>
            <a:xfrm>
              <a:off x="3368533" y="1932685"/>
              <a:ext cx="50080" cy="46909"/>
            </a:xfrm>
            <a:custGeom>
              <a:avLst/>
              <a:gdLst/>
              <a:ahLst/>
              <a:cxnLst/>
              <a:rect l="l" t="t" r="r" b="b"/>
              <a:pathLst>
                <a:path w="853" h="799" extrusionOk="0">
                  <a:moveTo>
                    <a:pt x="439" y="1"/>
                  </a:moveTo>
                  <a:cubicBezTo>
                    <a:pt x="251" y="1"/>
                    <a:pt x="94" y="137"/>
                    <a:pt x="50" y="311"/>
                  </a:cubicBezTo>
                  <a:cubicBezTo>
                    <a:pt x="0" y="512"/>
                    <a:pt x="125" y="737"/>
                    <a:pt x="351" y="788"/>
                  </a:cubicBezTo>
                  <a:cubicBezTo>
                    <a:pt x="381" y="795"/>
                    <a:pt x="411" y="799"/>
                    <a:pt x="441" y="799"/>
                  </a:cubicBezTo>
                  <a:cubicBezTo>
                    <a:pt x="614" y="799"/>
                    <a:pt x="784" y="679"/>
                    <a:pt x="827" y="487"/>
                  </a:cubicBezTo>
                  <a:cubicBezTo>
                    <a:pt x="852" y="286"/>
                    <a:pt x="727" y="61"/>
                    <a:pt x="526" y="11"/>
                  </a:cubicBezTo>
                  <a:cubicBezTo>
                    <a:pt x="497" y="4"/>
                    <a:pt x="468" y="1"/>
                    <a:pt x="4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6">
              <a:extLst>
                <a:ext uri="{FF2B5EF4-FFF2-40B4-BE49-F238E27FC236}">
                  <a16:creationId xmlns:a16="http://schemas.microsoft.com/office/drawing/2014/main" id="{1D5D46BF-CE6C-37DA-8516-D4A39996AFB5}"/>
                </a:ext>
              </a:extLst>
            </p:cNvPr>
            <p:cNvSpPr/>
            <p:nvPr/>
          </p:nvSpPr>
          <p:spPr>
            <a:xfrm>
              <a:off x="2785837" y="3152855"/>
              <a:ext cx="343512" cy="877186"/>
            </a:xfrm>
            <a:custGeom>
              <a:avLst/>
              <a:gdLst/>
              <a:ahLst/>
              <a:cxnLst/>
              <a:rect l="l" t="t" r="r" b="b"/>
              <a:pathLst>
                <a:path w="5851" h="14941" extrusionOk="0">
                  <a:moveTo>
                    <a:pt x="4317" y="1"/>
                  </a:moveTo>
                  <a:cubicBezTo>
                    <a:pt x="3422" y="1"/>
                    <a:pt x="2345" y="431"/>
                    <a:pt x="1805" y="907"/>
                  </a:cubicBezTo>
                  <a:cubicBezTo>
                    <a:pt x="1579" y="1133"/>
                    <a:pt x="1379" y="1383"/>
                    <a:pt x="1203" y="1634"/>
                  </a:cubicBezTo>
                  <a:cubicBezTo>
                    <a:pt x="852" y="2185"/>
                    <a:pt x="652" y="2812"/>
                    <a:pt x="502" y="3438"/>
                  </a:cubicBezTo>
                  <a:cubicBezTo>
                    <a:pt x="251" y="4416"/>
                    <a:pt x="0" y="5443"/>
                    <a:pt x="151" y="6446"/>
                  </a:cubicBezTo>
                  <a:cubicBezTo>
                    <a:pt x="201" y="6722"/>
                    <a:pt x="276" y="7022"/>
                    <a:pt x="276" y="7323"/>
                  </a:cubicBezTo>
                  <a:cubicBezTo>
                    <a:pt x="326" y="7849"/>
                    <a:pt x="151" y="8376"/>
                    <a:pt x="151" y="8902"/>
                  </a:cubicBezTo>
                  <a:cubicBezTo>
                    <a:pt x="151" y="9278"/>
                    <a:pt x="251" y="9654"/>
                    <a:pt x="326" y="10030"/>
                  </a:cubicBezTo>
                  <a:cubicBezTo>
                    <a:pt x="527" y="10957"/>
                    <a:pt x="577" y="11859"/>
                    <a:pt x="552" y="12787"/>
                  </a:cubicBezTo>
                  <a:cubicBezTo>
                    <a:pt x="527" y="13087"/>
                    <a:pt x="527" y="13413"/>
                    <a:pt x="502" y="13714"/>
                  </a:cubicBezTo>
                  <a:cubicBezTo>
                    <a:pt x="476" y="13940"/>
                    <a:pt x="527" y="14290"/>
                    <a:pt x="401" y="14516"/>
                  </a:cubicBezTo>
                  <a:cubicBezTo>
                    <a:pt x="777" y="14566"/>
                    <a:pt x="1128" y="14591"/>
                    <a:pt x="1479" y="14641"/>
                  </a:cubicBezTo>
                  <a:cubicBezTo>
                    <a:pt x="2156" y="14742"/>
                    <a:pt x="2832" y="14842"/>
                    <a:pt x="3509" y="14892"/>
                  </a:cubicBezTo>
                  <a:cubicBezTo>
                    <a:pt x="3634" y="14892"/>
                    <a:pt x="3858" y="14941"/>
                    <a:pt x="4050" y="14941"/>
                  </a:cubicBezTo>
                  <a:cubicBezTo>
                    <a:pt x="4166" y="14941"/>
                    <a:pt x="4270" y="14923"/>
                    <a:pt x="4336" y="14867"/>
                  </a:cubicBezTo>
                  <a:cubicBezTo>
                    <a:pt x="4486" y="14767"/>
                    <a:pt x="4512" y="14391"/>
                    <a:pt x="4562" y="14240"/>
                  </a:cubicBezTo>
                  <a:cubicBezTo>
                    <a:pt x="4862" y="12987"/>
                    <a:pt x="5138" y="11709"/>
                    <a:pt x="4888" y="10431"/>
                  </a:cubicBezTo>
                  <a:cubicBezTo>
                    <a:pt x="4837" y="10205"/>
                    <a:pt x="4762" y="9980"/>
                    <a:pt x="4737" y="9729"/>
                  </a:cubicBezTo>
                  <a:cubicBezTo>
                    <a:pt x="4712" y="9453"/>
                    <a:pt x="4737" y="9153"/>
                    <a:pt x="4787" y="8877"/>
                  </a:cubicBezTo>
                  <a:cubicBezTo>
                    <a:pt x="4938" y="7674"/>
                    <a:pt x="5238" y="6496"/>
                    <a:pt x="5389" y="5293"/>
                  </a:cubicBezTo>
                  <a:cubicBezTo>
                    <a:pt x="5564" y="4040"/>
                    <a:pt x="5664" y="2762"/>
                    <a:pt x="5765" y="1483"/>
                  </a:cubicBezTo>
                  <a:cubicBezTo>
                    <a:pt x="5850" y="386"/>
                    <a:pt x="5165" y="1"/>
                    <a:pt x="4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6">
              <a:extLst>
                <a:ext uri="{FF2B5EF4-FFF2-40B4-BE49-F238E27FC236}">
                  <a16:creationId xmlns:a16="http://schemas.microsoft.com/office/drawing/2014/main" id="{DF46C0A1-C9D0-7CEB-A697-907FC3121840}"/>
                </a:ext>
              </a:extLst>
            </p:cNvPr>
            <p:cNvSpPr/>
            <p:nvPr/>
          </p:nvSpPr>
          <p:spPr>
            <a:xfrm>
              <a:off x="2806444" y="1937558"/>
              <a:ext cx="759297" cy="591327"/>
            </a:xfrm>
            <a:custGeom>
              <a:avLst/>
              <a:gdLst/>
              <a:ahLst/>
              <a:cxnLst/>
              <a:rect l="l" t="t" r="r" b="b"/>
              <a:pathLst>
                <a:path w="12933" h="10072" extrusionOk="0">
                  <a:moveTo>
                    <a:pt x="568" y="0"/>
                  </a:moveTo>
                  <a:cubicBezTo>
                    <a:pt x="474" y="0"/>
                    <a:pt x="368" y="45"/>
                    <a:pt x="251" y="153"/>
                  </a:cubicBezTo>
                  <a:cubicBezTo>
                    <a:pt x="0" y="379"/>
                    <a:pt x="100" y="855"/>
                    <a:pt x="151" y="1181"/>
                  </a:cubicBezTo>
                  <a:cubicBezTo>
                    <a:pt x="226" y="1632"/>
                    <a:pt x="326" y="2108"/>
                    <a:pt x="426" y="2559"/>
                  </a:cubicBezTo>
                  <a:cubicBezTo>
                    <a:pt x="577" y="3236"/>
                    <a:pt x="652" y="3461"/>
                    <a:pt x="1253" y="3787"/>
                  </a:cubicBezTo>
                  <a:cubicBezTo>
                    <a:pt x="1855" y="4138"/>
                    <a:pt x="2456" y="4539"/>
                    <a:pt x="2932" y="5040"/>
                  </a:cubicBezTo>
                  <a:cubicBezTo>
                    <a:pt x="3233" y="5366"/>
                    <a:pt x="3484" y="5742"/>
                    <a:pt x="3785" y="6093"/>
                  </a:cubicBezTo>
                  <a:cubicBezTo>
                    <a:pt x="4812" y="7271"/>
                    <a:pt x="6341" y="7948"/>
                    <a:pt x="7469" y="9025"/>
                  </a:cubicBezTo>
                  <a:cubicBezTo>
                    <a:pt x="7947" y="9482"/>
                    <a:pt x="8464" y="10071"/>
                    <a:pt x="9133" y="10071"/>
                  </a:cubicBezTo>
                  <a:cubicBezTo>
                    <a:pt x="9234" y="10071"/>
                    <a:pt x="9340" y="10058"/>
                    <a:pt x="9449" y="10028"/>
                  </a:cubicBezTo>
                  <a:cubicBezTo>
                    <a:pt x="9724" y="9953"/>
                    <a:pt x="12933" y="9101"/>
                    <a:pt x="12832" y="8925"/>
                  </a:cubicBezTo>
                  <a:cubicBezTo>
                    <a:pt x="12431" y="8223"/>
                    <a:pt x="12156" y="7572"/>
                    <a:pt x="11880" y="6845"/>
                  </a:cubicBezTo>
                  <a:cubicBezTo>
                    <a:pt x="11704" y="6419"/>
                    <a:pt x="11454" y="5993"/>
                    <a:pt x="11303" y="5542"/>
                  </a:cubicBezTo>
                  <a:cubicBezTo>
                    <a:pt x="10902" y="5918"/>
                    <a:pt x="10276" y="6218"/>
                    <a:pt x="9825" y="6519"/>
                  </a:cubicBezTo>
                  <a:cubicBezTo>
                    <a:pt x="9424" y="6168"/>
                    <a:pt x="8948" y="5893"/>
                    <a:pt x="8421" y="5742"/>
                  </a:cubicBezTo>
                  <a:cubicBezTo>
                    <a:pt x="8120" y="5642"/>
                    <a:pt x="7820" y="5592"/>
                    <a:pt x="7544" y="5492"/>
                  </a:cubicBezTo>
                  <a:cubicBezTo>
                    <a:pt x="6266" y="5015"/>
                    <a:pt x="5263" y="4063"/>
                    <a:pt x="3960" y="3637"/>
                  </a:cubicBezTo>
                  <a:cubicBezTo>
                    <a:pt x="3283" y="3411"/>
                    <a:pt x="2557" y="3261"/>
                    <a:pt x="2080" y="2735"/>
                  </a:cubicBezTo>
                  <a:cubicBezTo>
                    <a:pt x="1529" y="2083"/>
                    <a:pt x="1429" y="1106"/>
                    <a:pt x="1003" y="379"/>
                  </a:cubicBezTo>
                  <a:cubicBezTo>
                    <a:pt x="902" y="178"/>
                    <a:pt x="758" y="0"/>
                    <a:pt x="56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6">
              <a:extLst>
                <a:ext uri="{FF2B5EF4-FFF2-40B4-BE49-F238E27FC236}">
                  <a16:creationId xmlns:a16="http://schemas.microsoft.com/office/drawing/2014/main" id="{2095D7C5-6423-F3B6-6660-22F8B35E8723}"/>
                </a:ext>
              </a:extLst>
            </p:cNvPr>
            <p:cNvSpPr/>
            <p:nvPr/>
          </p:nvSpPr>
          <p:spPr>
            <a:xfrm>
              <a:off x="3559810" y="2377648"/>
              <a:ext cx="116305" cy="89826"/>
            </a:xfrm>
            <a:custGeom>
              <a:avLst/>
              <a:gdLst/>
              <a:ahLst/>
              <a:cxnLst/>
              <a:rect l="l" t="t" r="r" b="b"/>
              <a:pathLst>
                <a:path w="1981" h="1530" extrusionOk="0">
                  <a:moveTo>
                    <a:pt x="1980" y="1"/>
                  </a:moveTo>
                  <a:lnTo>
                    <a:pt x="0" y="1529"/>
                  </a:lnTo>
                  <a:cubicBezTo>
                    <a:pt x="827" y="1279"/>
                    <a:pt x="1529" y="727"/>
                    <a:pt x="1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a:extLst>
                <a:ext uri="{FF2B5EF4-FFF2-40B4-BE49-F238E27FC236}">
                  <a16:creationId xmlns:a16="http://schemas.microsoft.com/office/drawing/2014/main" id="{70C1B8E7-8D27-3B51-C81D-BD02E1B6EB61}"/>
                </a:ext>
              </a:extLst>
            </p:cNvPr>
            <p:cNvSpPr/>
            <p:nvPr/>
          </p:nvSpPr>
          <p:spPr>
            <a:xfrm>
              <a:off x="3559810" y="2377648"/>
              <a:ext cx="116305" cy="89826"/>
            </a:xfrm>
            <a:custGeom>
              <a:avLst/>
              <a:gdLst/>
              <a:ahLst/>
              <a:cxnLst/>
              <a:rect l="l" t="t" r="r" b="b"/>
              <a:pathLst>
                <a:path w="1981" h="1530" fill="none" extrusionOk="0">
                  <a:moveTo>
                    <a:pt x="1980" y="1"/>
                  </a:moveTo>
                  <a:cubicBezTo>
                    <a:pt x="1529" y="727"/>
                    <a:pt x="827" y="1279"/>
                    <a:pt x="0" y="1529"/>
                  </a:cubicBezTo>
                </a:path>
              </a:pathLst>
            </a:custGeom>
            <a:solidFill>
              <a:schemeClr val="accent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6">
              <a:extLst>
                <a:ext uri="{FF2B5EF4-FFF2-40B4-BE49-F238E27FC236}">
                  <a16:creationId xmlns:a16="http://schemas.microsoft.com/office/drawing/2014/main" id="{26238AB0-9B38-225C-C1BE-68FA1A6EA0AF}"/>
                </a:ext>
              </a:extLst>
            </p:cNvPr>
            <p:cNvSpPr/>
            <p:nvPr/>
          </p:nvSpPr>
          <p:spPr>
            <a:xfrm>
              <a:off x="3125709" y="2776406"/>
              <a:ext cx="33934" cy="50080"/>
            </a:xfrm>
            <a:custGeom>
              <a:avLst/>
              <a:gdLst/>
              <a:ahLst/>
              <a:cxnLst/>
              <a:rect l="l" t="t" r="r" b="b"/>
              <a:pathLst>
                <a:path w="578" h="853" extrusionOk="0">
                  <a:moveTo>
                    <a:pt x="552" y="1"/>
                  </a:moveTo>
                  <a:lnTo>
                    <a:pt x="1" y="853"/>
                  </a:lnTo>
                  <a:cubicBezTo>
                    <a:pt x="151" y="828"/>
                    <a:pt x="302" y="778"/>
                    <a:pt x="402" y="702"/>
                  </a:cubicBezTo>
                  <a:cubicBezTo>
                    <a:pt x="577" y="527"/>
                    <a:pt x="577" y="251"/>
                    <a:pt x="5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a:extLst>
                <a:ext uri="{FF2B5EF4-FFF2-40B4-BE49-F238E27FC236}">
                  <a16:creationId xmlns:a16="http://schemas.microsoft.com/office/drawing/2014/main" id="{F7664A91-4248-F0D3-F8A4-A20043962FF1}"/>
                </a:ext>
              </a:extLst>
            </p:cNvPr>
            <p:cNvSpPr/>
            <p:nvPr/>
          </p:nvSpPr>
          <p:spPr>
            <a:xfrm>
              <a:off x="3316986" y="2468883"/>
              <a:ext cx="50138" cy="22427"/>
            </a:xfrm>
            <a:custGeom>
              <a:avLst/>
              <a:gdLst/>
              <a:ahLst/>
              <a:cxnLst/>
              <a:rect l="l" t="t" r="r" b="b"/>
              <a:pathLst>
                <a:path w="854" h="382" extrusionOk="0">
                  <a:moveTo>
                    <a:pt x="1" y="0"/>
                  </a:moveTo>
                  <a:lnTo>
                    <a:pt x="1" y="0"/>
                  </a:lnTo>
                  <a:cubicBezTo>
                    <a:pt x="26" y="176"/>
                    <a:pt x="176" y="326"/>
                    <a:pt x="352" y="376"/>
                  </a:cubicBezTo>
                  <a:cubicBezTo>
                    <a:pt x="374" y="380"/>
                    <a:pt x="397" y="381"/>
                    <a:pt x="420" y="381"/>
                  </a:cubicBezTo>
                  <a:cubicBezTo>
                    <a:pt x="577" y="381"/>
                    <a:pt x="744" y="307"/>
                    <a:pt x="853" y="176"/>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a:extLst>
                <a:ext uri="{FF2B5EF4-FFF2-40B4-BE49-F238E27FC236}">
                  <a16:creationId xmlns:a16="http://schemas.microsoft.com/office/drawing/2014/main" id="{FBF74CCE-AE3B-C87C-2943-46CB31F58221}"/>
                </a:ext>
              </a:extLst>
            </p:cNvPr>
            <p:cNvSpPr/>
            <p:nvPr/>
          </p:nvSpPr>
          <p:spPr>
            <a:xfrm>
              <a:off x="3396479" y="1946541"/>
              <a:ext cx="10333" cy="20666"/>
            </a:xfrm>
            <a:custGeom>
              <a:avLst/>
              <a:gdLst/>
              <a:ahLst/>
              <a:cxnLst/>
              <a:rect l="l" t="t" r="r" b="b"/>
              <a:pathLst>
                <a:path w="176" h="352" extrusionOk="0">
                  <a:moveTo>
                    <a:pt x="0" y="0"/>
                  </a:moveTo>
                  <a:lnTo>
                    <a:pt x="0" y="351"/>
                  </a:lnTo>
                  <a:lnTo>
                    <a:pt x="25" y="351"/>
                  </a:lnTo>
                  <a:cubicBezTo>
                    <a:pt x="76" y="326"/>
                    <a:pt x="126" y="301"/>
                    <a:pt x="151" y="251"/>
                  </a:cubicBezTo>
                  <a:cubicBezTo>
                    <a:pt x="176" y="201"/>
                    <a:pt x="176" y="126"/>
                    <a:pt x="151" y="75"/>
                  </a:cubicBezTo>
                  <a:cubicBezTo>
                    <a:pt x="126" y="25"/>
                    <a:pt x="5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a:extLst>
                <a:ext uri="{FF2B5EF4-FFF2-40B4-BE49-F238E27FC236}">
                  <a16:creationId xmlns:a16="http://schemas.microsoft.com/office/drawing/2014/main" id="{403B1BCB-46C8-D900-3B5B-ABF85909DF73}"/>
                </a:ext>
              </a:extLst>
            </p:cNvPr>
            <p:cNvSpPr/>
            <p:nvPr/>
          </p:nvSpPr>
          <p:spPr>
            <a:xfrm>
              <a:off x="3236084" y="1970083"/>
              <a:ext cx="47144" cy="21370"/>
            </a:xfrm>
            <a:custGeom>
              <a:avLst/>
              <a:gdLst/>
              <a:ahLst/>
              <a:cxnLst/>
              <a:rect l="l" t="t" r="r" b="b"/>
              <a:pathLst>
                <a:path w="803" h="364" extrusionOk="0">
                  <a:moveTo>
                    <a:pt x="26" y="0"/>
                  </a:moveTo>
                  <a:lnTo>
                    <a:pt x="26" y="0"/>
                  </a:lnTo>
                  <a:cubicBezTo>
                    <a:pt x="0" y="50"/>
                    <a:pt x="26" y="100"/>
                    <a:pt x="76" y="151"/>
                  </a:cubicBezTo>
                  <a:cubicBezTo>
                    <a:pt x="126" y="226"/>
                    <a:pt x="176" y="301"/>
                    <a:pt x="251" y="326"/>
                  </a:cubicBezTo>
                  <a:cubicBezTo>
                    <a:pt x="301" y="351"/>
                    <a:pt x="358" y="364"/>
                    <a:pt x="414" y="364"/>
                  </a:cubicBezTo>
                  <a:cubicBezTo>
                    <a:pt x="470" y="364"/>
                    <a:pt x="527" y="351"/>
                    <a:pt x="577" y="326"/>
                  </a:cubicBezTo>
                  <a:cubicBezTo>
                    <a:pt x="677" y="276"/>
                    <a:pt x="752" y="201"/>
                    <a:pt x="802" y="100"/>
                  </a:cubicBezTo>
                  <a:lnTo>
                    <a:pt x="777" y="100"/>
                  </a:lnTo>
                  <a:lnTo>
                    <a:pt x="26"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36">
            <a:extLst>
              <a:ext uri="{FF2B5EF4-FFF2-40B4-BE49-F238E27FC236}">
                <a16:creationId xmlns:a16="http://schemas.microsoft.com/office/drawing/2014/main" id="{6F264554-7D65-48E9-B4EE-B2AB8B71FC15}"/>
              </a:ext>
            </a:extLst>
          </p:cNvPr>
          <p:cNvGrpSpPr/>
          <p:nvPr/>
        </p:nvGrpSpPr>
        <p:grpSpPr>
          <a:xfrm>
            <a:off x="713233" y="2624150"/>
            <a:ext cx="1363909" cy="1979754"/>
            <a:chOff x="-2164348" y="3003119"/>
            <a:chExt cx="1255670" cy="1822643"/>
          </a:xfrm>
        </p:grpSpPr>
        <p:sp>
          <p:nvSpPr>
            <p:cNvPr id="1030" name="Google Shape;1030;p36">
              <a:extLst>
                <a:ext uri="{FF2B5EF4-FFF2-40B4-BE49-F238E27FC236}">
                  <a16:creationId xmlns:a16="http://schemas.microsoft.com/office/drawing/2014/main" id="{5AC4DAAB-B057-9A15-D88E-7A29A65A9578}"/>
                </a:ext>
              </a:extLst>
            </p:cNvPr>
            <p:cNvSpPr/>
            <p:nvPr/>
          </p:nvSpPr>
          <p:spPr>
            <a:xfrm>
              <a:off x="-1598696" y="4557942"/>
              <a:ext cx="252735" cy="170744"/>
            </a:xfrm>
            <a:custGeom>
              <a:avLst/>
              <a:gdLst/>
              <a:ahLst/>
              <a:cxnLst/>
              <a:rect l="l" t="t" r="r" b="b"/>
              <a:pathLst>
                <a:path w="6316" h="4267" extrusionOk="0">
                  <a:moveTo>
                    <a:pt x="927" y="1"/>
                  </a:moveTo>
                  <a:cubicBezTo>
                    <a:pt x="877" y="1"/>
                    <a:pt x="827" y="1"/>
                    <a:pt x="777" y="26"/>
                  </a:cubicBezTo>
                  <a:cubicBezTo>
                    <a:pt x="702" y="51"/>
                    <a:pt x="677" y="151"/>
                    <a:pt x="652" y="226"/>
                  </a:cubicBezTo>
                  <a:cubicBezTo>
                    <a:pt x="577" y="527"/>
                    <a:pt x="501" y="803"/>
                    <a:pt x="426" y="1104"/>
                  </a:cubicBezTo>
                  <a:cubicBezTo>
                    <a:pt x="326" y="1530"/>
                    <a:pt x="201" y="1981"/>
                    <a:pt x="150" y="2432"/>
                  </a:cubicBezTo>
                  <a:cubicBezTo>
                    <a:pt x="100" y="2758"/>
                    <a:pt x="100" y="3084"/>
                    <a:pt x="75" y="3409"/>
                  </a:cubicBezTo>
                  <a:cubicBezTo>
                    <a:pt x="50" y="3610"/>
                    <a:pt x="0" y="3810"/>
                    <a:pt x="150" y="3986"/>
                  </a:cubicBezTo>
                  <a:cubicBezTo>
                    <a:pt x="301" y="4161"/>
                    <a:pt x="577" y="4211"/>
                    <a:pt x="852" y="4236"/>
                  </a:cubicBezTo>
                  <a:cubicBezTo>
                    <a:pt x="1053" y="4236"/>
                    <a:pt x="1278" y="4211"/>
                    <a:pt x="1429" y="4186"/>
                  </a:cubicBezTo>
                  <a:cubicBezTo>
                    <a:pt x="1668" y="4151"/>
                    <a:pt x="1906" y="4138"/>
                    <a:pt x="2143" y="4138"/>
                  </a:cubicBezTo>
                  <a:cubicBezTo>
                    <a:pt x="2748" y="4138"/>
                    <a:pt x="3348" y="4225"/>
                    <a:pt x="3960" y="4261"/>
                  </a:cubicBezTo>
                  <a:cubicBezTo>
                    <a:pt x="4016" y="4265"/>
                    <a:pt x="4072" y="4267"/>
                    <a:pt x="4128" y="4267"/>
                  </a:cubicBezTo>
                  <a:cubicBezTo>
                    <a:pt x="4473" y="4267"/>
                    <a:pt x="4818" y="4208"/>
                    <a:pt x="5163" y="4186"/>
                  </a:cubicBezTo>
                  <a:cubicBezTo>
                    <a:pt x="5222" y="4186"/>
                    <a:pt x="5281" y="4187"/>
                    <a:pt x="5338" y="4187"/>
                  </a:cubicBezTo>
                  <a:cubicBezTo>
                    <a:pt x="5597" y="4187"/>
                    <a:pt x="5840" y="4170"/>
                    <a:pt x="6065" y="3986"/>
                  </a:cubicBezTo>
                  <a:cubicBezTo>
                    <a:pt x="6216" y="3860"/>
                    <a:pt x="6316" y="3660"/>
                    <a:pt x="6266" y="3459"/>
                  </a:cubicBezTo>
                  <a:cubicBezTo>
                    <a:pt x="6166" y="3184"/>
                    <a:pt x="5865" y="3109"/>
                    <a:pt x="5589" y="3033"/>
                  </a:cubicBezTo>
                  <a:cubicBezTo>
                    <a:pt x="4912" y="2908"/>
                    <a:pt x="4236" y="2758"/>
                    <a:pt x="3559" y="2632"/>
                  </a:cubicBezTo>
                  <a:cubicBezTo>
                    <a:pt x="3308" y="2557"/>
                    <a:pt x="2782" y="2457"/>
                    <a:pt x="2707" y="2131"/>
                  </a:cubicBezTo>
                  <a:cubicBezTo>
                    <a:pt x="2682" y="1956"/>
                    <a:pt x="2782" y="1680"/>
                    <a:pt x="2782" y="1505"/>
                  </a:cubicBezTo>
                  <a:cubicBezTo>
                    <a:pt x="2807" y="1304"/>
                    <a:pt x="2832" y="1079"/>
                    <a:pt x="2832" y="878"/>
                  </a:cubicBezTo>
                  <a:cubicBezTo>
                    <a:pt x="2857" y="477"/>
                    <a:pt x="2983" y="101"/>
                    <a:pt x="2481" y="76"/>
                  </a:cubicBezTo>
                  <a:lnTo>
                    <a:pt x="927"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6">
              <a:extLst>
                <a:ext uri="{FF2B5EF4-FFF2-40B4-BE49-F238E27FC236}">
                  <a16:creationId xmlns:a16="http://schemas.microsoft.com/office/drawing/2014/main" id="{50538413-8D87-D422-A48A-907440DCDC7E}"/>
                </a:ext>
              </a:extLst>
            </p:cNvPr>
            <p:cNvSpPr/>
            <p:nvPr/>
          </p:nvSpPr>
          <p:spPr>
            <a:xfrm>
              <a:off x="-1413187" y="4645334"/>
              <a:ext cx="257777" cy="172785"/>
            </a:xfrm>
            <a:custGeom>
              <a:avLst/>
              <a:gdLst/>
              <a:ahLst/>
              <a:cxnLst/>
              <a:rect l="l" t="t" r="r" b="b"/>
              <a:pathLst>
                <a:path w="6442" h="4318" extrusionOk="0">
                  <a:moveTo>
                    <a:pt x="2967" y="1"/>
                  </a:moveTo>
                  <a:cubicBezTo>
                    <a:pt x="2271" y="1"/>
                    <a:pt x="1581" y="112"/>
                    <a:pt x="878" y="223"/>
                  </a:cubicBezTo>
                  <a:cubicBezTo>
                    <a:pt x="828" y="248"/>
                    <a:pt x="778" y="248"/>
                    <a:pt x="728" y="298"/>
                  </a:cubicBezTo>
                  <a:cubicBezTo>
                    <a:pt x="702" y="323"/>
                    <a:pt x="677" y="373"/>
                    <a:pt x="677" y="423"/>
                  </a:cubicBezTo>
                  <a:cubicBezTo>
                    <a:pt x="527" y="1050"/>
                    <a:pt x="602" y="1626"/>
                    <a:pt x="402" y="2228"/>
                  </a:cubicBezTo>
                  <a:cubicBezTo>
                    <a:pt x="301" y="2504"/>
                    <a:pt x="1" y="3331"/>
                    <a:pt x="101" y="3807"/>
                  </a:cubicBezTo>
                  <a:cubicBezTo>
                    <a:pt x="126" y="3932"/>
                    <a:pt x="201" y="4032"/>
                    <a:pt x="301" y="4083"/>
                  </a:cubicBezTo>
                  <a:cubicBezTo>
                    <a:pt x="502" y="4183"/>
                    <a:pt x="878" y="4183"/>
                    <a:pt x="1104" y="4208"/>
                  </a:cubicBezTo>
                  <a:cubicBezTo>
                    <a:pt x="1374" y="4262"/>
                    <a:pt x="1645" y="4303"/>
                    <a:pt x="1916" y="4303"/>
                  </a:cubicBezTo>
                  <a:cubicBezTo>
                    <a:pt x="2021" y="4303"/>
                    <a:pt x="2126" y="4297"/>
                    <a:pt x="2231" y="4283"/>
                  </a:cubicBezTo>
                  <a:cubicBezTo>
                    <a:pt x="2532" y="4258"/>
                    <a:pt x="2808" y="4208"/>
                    <a:pt x="3083" y="4183"/>
                  </a:cubicBezTo>
                  <a:cubicBezTo>
                    <a:pt x="3116" y="4182"/>
                    <a:pt x="3149" y="4181"/>
                    <a:pt x="3181" y="4181"/>
                  </a:cubicBezTo>
                  <a:cubicBezTo>
                    <a:pt x="3731" y="4181"/>
                    <a:pt x="4291" y="4317"/>
                    <a:pt x="4846" y="4317"/>
                  </a:cubicBezTo>
                  <a:cubicBezTo>
                    <a:pt x="5070" y="4317"/>
                    <a:pt x="5293" y="4295"/>
                    <a:pt x="5515" y="4233"/>
                  </a:cubicBezTo>
                  <a:cubicBezTo>
                    <a:pt x="5790" y="4158"/>
                    <a:pt x="6266" y="3982"/>
                    <a:pt x="6342" y="3656"/>
                  </a:cubicBezTo>
                  <a:cubicBezTo>
                    <a:pt x="6442" y="3255"/>
                    <a:pt x="6091" y="2980"/>
                    <a:pt x="5740" y="2905"/>
                  </a:cubicBezTo>
                  <a:cubicBezTo>
                    <a:pt x="5314" y="2779"/>
                    <a:pt x="4838" y="2704"/>
                    <a:pt x="4387" y="2704"/>
                  </a:cubicBezTo>
                  <a:cubicBezTo>
                    <a:pt x="4211" y="2704"/>
                    <a:pt x="4011" y="2704"/>
                    <a:pt x="3835" y="2654"/>
                  </a:cubicBezTo>
                  <a:cubicBezTo>
                    <a:pt x="3384" y="2554"/>
                    <a:pt x="3209" y="2178"/>
                    <a:pt x="3309" y="1752"/>
                  </a:cubicBezTo>
                  <a:cubicBezTo>
                    <a:pt x="3434" y="1200"/>
                    <a:pt x="3560" y="624"/>
                    <a:pt x="3710" y="47"/>
                  </a:cubicBezTo>
                  <a:cubicBezTo>
                    <a:pt x="3461" y="15"/>
                    <a:pt x="3214" y="1"/>
                    <a:pt x="296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6">
              <a:extLst>
                <a:ext uri="{FF2B5EF4-FFF2-40B4-BE49-F238E27FC236}">
                  <a16:creationId xmlns:a16="http://schemas.microsoft.com/office/drawing/2014/main" id="{74F6B13B-24AA-9EC2-142D-E757650B329E}"/>
                </a:ext>
              </a:extLst>
            </p:cNvPr>
            <p:cNvSpPr/>
            <p:nvPr/>
          </p:nvSpPr>
          <p:spPr>
            <a:xfrm>
              <a:off x="-1789248" y="3971362"/>
              <a:ext cx="440285" cy="666170"/>
            </a:xfrm>
            <a:custGeom>
              <a:avLst/>
              <a:gdLst/>
              <a:ahLst/>
              <a:cxnLst/>
              <a:rect l="l" t="t" r="r" b="b"/>
              <a:pathLst>
                <a:path w="11003" h="16648" extrusionOk="0">
                  <a:moveTo>
                    <a:pt x="2014" y="1"/>
                  </a:moveTo>
                  <a:cubicBezTo>
                    <a:pt x="1825" y="1"/>
                    <a:pt x="1638" y="31"/>
                    <a:pt x="1479" y="123"/>
                  </a:cubicBezTo>
                  <a:cubicBezTo>
                    <a:pt x="1303" y="249"/>
                    <a:pt x="1178" y="399"/>
                    <a:pt x="1078" y="575"/>
                  </a:cubicBezTo>
                  <a:cubicBezTo>
                    <a:pt x="627" y="1226"/>
                    <a:pt x="226" y="1928"/>
                    <a:pt x="126" y="2680"/>
                  </a:cubicBezTo>
                  <a:cubicBezTo>
                    <a:pt x="0" y="3432"/>
                    <a:pt x="176" y="4234"/>
                    <a:pt x="727" y="4710"/>
                  </a:cubicBezTo>
                  <a:cubicBezTo>
                    <a:pt x="1228" y="5161"/>
                    <a:pt x="1955" y="5261"/>
                    <a:pt x="2632" y="5362"/>
                  </a:cubicBezTo>
                  <a:cubicBezTo>
                    <a:pt x="3058" y="5412"/>
                    <a:pt x="3459" y="5512"/>
                    <a:pt x="3860" y="5587"/>
                  </a:cubicBezTo>
                  <a:cubicBezTo>
                    <a:pt x="4110" y="5612"/>
                    <a:pt x="4336" y="5587"/>
                    <a:pt x="4537" y="5712"/>
                  </a:cubicBezTo>
                  <a:cubicBezTo>
                    <a:pt x="5138" y="6113"/>
                    <a:pt x="4963" y="7066"/>
                    <a:pt x="4812" y="7692"/>
                  </a:cubicBezTo>
                  <a:cubicBezTo>
                    <a:pt x="4662" y="8269"/>
                    <a:pt x="4461" y="8895"/>
                    <a:pt x="4612" y="9447"/>
                  </a:cubicBezTo>
                  <a:cubicBezTo>
                    <a:pt x="4662" y="9597"/>
                    <a:pt x="4737" y="9748"/>
                    <a:pt x="4762" y="9898"/>
                  </a:cubicBezTo>
                  <a:cubicBezTo>
                    <a:pt x="4787" y="10098"/>
                    <a:pt x="4737" y="10299"/>
                    <a:pt x="4712" y="10499"/>
                  </a:cubicBezTo>
                  <a:cubicBezTo>
                    <a:pt x="4511" y="11552"/>
                    <a:pt x="4161" y="12680"/>
                    <a:pt x="4562" y="13682"/>
                  </a:cubicBezTo>
                  <a:cubicBezTo>
                    <a:pt x="4612" y="13783"/>
                    <a:pt x="4662" y="13908"/>
                    <a:pt x="4687" y="14033"/>
                  </a:cubicBezTo>
                  <a:cubicBezTo>
                    <a:pt x="4712" y="14134"/>
                    <a:pt x="4687" y="14234"/>
                    <a:pt x="4687" y="14359"/>
                  </a:cubicBezTo>
                  <a:cubicBezTo>
                    <a:pt x="4587" y="15061"/>
                    <a:pt x="4511" y="15788"/>
                    <a:pt x="4436" y="16489"/>
                  </a:cubicBezTo>
                  <a:cubicBezTo>
                    <a:pt x="4436" y="16489"/>
                    <a:pt x="6867" y="16615"/>
                    <a:pt x="7068" y="16615"/>
                  </a:cubicBezTo>
                  <a:cubicBezTo>
                    <a:pt x="7225" y="16615"/>
                    <a:pt x="7498" y="16647"/>
                    <a:pt x="7749" y="16647"/>
                  </a:cubicBezTo>
                  <a:cubicBezTo>
                    <a:pt x="7937" y="16647"/>
                    <a:pt x="8113" y="16629"/>
                    <a:pt x="8221" y="16565"/>
                  </a:cubicBezTo>
                  <a:cubicBezTo>
                    <a:pt x="8622" y="16314"/>
                    <a:pt x="8697" y="15136"/>
                    <a:pt x="8772" y="14710"/>
                  </a:cubicBezTo>
                  <a:cubicBezTo>
                    <a:pt x="8847" y="14083"/>
                    <a:pt x="8897" y="13457"/>
                    <a:pt x="9023" y="12855"/>
                  </a:cubicBezTo>
                  <a:cubicBezTo>
                    <a:pt x="9223" y="11753"/>
                    <a:pt x="9699" y="10700"/>
                    <a:pt x="9900" y="9597"/>
                  </a:cubicBezTo>
                  <a:cubicBezTo>
                    <a:pt x="10000" y="9046"/>
                    <a:pt x="9950" y="8444"/>
                    <a:pt x="10075" y="7918"/>
                  </a:cubicBezTo>
                  <a:cubicBezTo>
                    <a:pt x="10151" y="7442"/>
                    <a:pt x="10276" y="6991"/>
                    <a:pt x="10351" y="6514"/>
                  </a:cubicBezTo>
                  <a:cubicBezTo>
                    <a:pt x="10552" y="5387"/>
                    <a:pt x="10727" y="4284"/>
                    <a:pt x="10928" y="3156"/>
                  </a:cubicBezTo>
                  <a:cubicBezTo>
                    <a:pt x="10953" y="2880"/>
                    <a:pt x="11003" y="2630"/>
                    <a:pt x="10978" y="2379"/>
                  </a:cubicBezTo>
                  <a:cubicBezTo>
                    <a:pt x="10953" y="2354"/>
                    <a:pt x="10953" y="2329"/>
                    <a:pt x="10953" y="2304"/>
                  </a:cubicBezTo>
                  <a:cubicBezTo>
                    <a:pt x="10677" y="925"/>
                    <a:pt x="8196" y="1026"/>
                    <a:pt x="7068" y="850"/>
                  </a:cubicBezTo>
                  <a:cubicBezTo>
                    <a:pt x="5539" y="575"/>
                    <a:pt x="4035" y="324"/>
                    <a:pt x="2506" y="48"/>
                  </a:cubicBezTo>
                  <a:cubicBezTo>
                    <a:pt x="2353" y="25"/>
                    <a:pt x="2183" y="1"/>
                    <a:pt x="201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a:extLst>
                <a:ext uri="{FF2B5EF4-FFF2-40B4-BE49-F238E27FC236}">
                  <a16:creationId xmlns:a16="http://schemas.microsoft.com/office/drawing/2014/main" id="{D422C1CE-15C7-BCDA-8D69-14A8582D063D}"/>
                </a:ext>
              </a:extLst>
            </p:cNvPr>
            <p:cNvSpPr/>
            <p:nvPr/>
          </p:nvSpPr>
          <p:spPr>
            <a:xfrm>
              <a:off x="-1771201" y="3836351"/>
              <a:ext cx="668971" cy="886732"/>
            </a:xfrm>
            <a:custGeom>
              <a:avLst/>
              <a:gdLst/>
              <a:ahLst/>
              <a:cxnLst/>
              <a:rect l="l" t="t" r="r" b="b"/>
              <a:pathLst>
                <a:path w="16718" h="22160" extrusionOk="0">
                  <a:moveTo>
                    <a:pt x="2784" y="1"/>
                  </a:moveTo>
                  <a:cubicBezTo>
                    <a:pt x="2489" y="1"/>
                    <a:pt x="2209" y="40"/>
                    <a:pt x="1980" y="114"/>
                  </a:cubicBezTo>
                  <a:cubicBezTo>
                    <a:pt x="727" y="515"/>
                    <a:pt x="326" y="2069"/>
                    <a:pt x="201" y="3372"/>
                  </a:cubicBezTo>
                  <a:cubicBezTo>
                    <a:pt x="76" y="4450"/>
                    <a:pt x="0" y="5527"/>
                    <a:pt x="301" y="6580"/>
                  </a:cubicBezTo>
                  <a:cubicBezTo>
                    <a:pt x="777" y="8109"/>
                    <a:pt x="2055" y="9287"/>
                    <a:pt x="3509" y="9939"/>
                  </a:cubicBezTo>
                  <a:cubicBezTo>
                    <a:pt x="4662" y="10440"/>
                    <a:pt x="5915" y="10640"/>
                    <a:pt x="7168" y="10715"/>
                  </a:cubicBezTo>
                  <a:cubicBezTo>
                    <a:pt x="7282" y="10721"/>
                    <a:pt x="7397" y="10724"/>
                    <a:pt x="7511" y="10724"/>
                  </a:cubicBezTo>
                  <a:cubicBezTo>
                    <a:pt x="8349" y="10724"/>
                    <a:pt x="9187" y="10575"/>
                    <a:pt x="10025" y="10465"/>
                  </a:cubicBezTo>
                  <a:cubicBezTo>
                    <a:pt x="10113" y="10455"/>
                    <a:pt x="10186" y="10450"/>
                    <a:pt x="10248" y="10450"/>
                  </a:cubicBezTo>
                  <a:cubicBezTo>
                    <a:pt x="10648" y="10450"/>
                    <a:pt x="10550" y="10664"/>
                    <a:pt x="10376" y="11142"/>
                  </a:cubicBezTo>
                  <a:cubicBezTo>
                    <a:pt x="10251" y="11442"/>
                    <a:pt x="10151" y="11743"/>
                    <a:pt x="10025" y="12019"/>
                  </a:cubicBezTo>
                  <a:cubicBezTo>
                    <a:pt x="9950" y="12219"/>
                    <a:pt x="9875" y="12395"/>
                    <a:pt x="9825" y="12595"/>
                  </a:cubicBezTo>
                  <a:cubicBezTo>
                    <a:pt x="9624" y="13046"/>
                    <a:pt x="9449" y="13548"/>
                    <a:pt x="9424" y="14049"/>
                  </a:cubicBezTo>
                  <a:cubicBezTo>
                    <a:pt x="9399" y="14550"/>
                    <a:pt x="9524" y="15051"/>
                    <a:pt x="9549" y="15553"/>
                  </a:cubicBezTo>
                  <a:cubicBezTo>
                    <a:pt x="9574" y="16405"/>
                    <a:pt x="9123" y="17157"/>
                    <a:pt x="9123" y="18009"/>
                  </a:cubicBezTo>
                  <a:cubicBezTo>
                    <a:pt x="9123" y="18310"/>
                    <a:pt x="9198" y="18610"/>
                    <a:pt x="9223" y="18936"/>
                  </a:cubicBezTo>
                  <a:cubicBezTo>
                    <a:pt x="9248" y="19237"/>
                    <a:pt x="9198" y="19563"/>
                    <a:pt x="9173" y="19863"/>
                  </a:cubicBezTo>
                  <a:lnTo>
                    <a:pt x="8948" y="21392"/>
                  </a:lnTo>
                  <a:cubicBezTo>
                    <a:pt x="8898" y="21793"/>
                    <a:pt x="8772" y="22069"/>
                    <a:pt x="9248" y="22119"/>
                  </a:cubicBezTo>
                  <a:cubicBezTo>
                    <a:pt x="9535" y="22148"/>
                    <a:pt x="9818" y="22159"/>
                    <a:pt x="10101" y="22159"/>
                  </a:cubicBezTo>
                  <a:cubicBezTo>
                    <a:pt x="11054" y="22159"/>
                    <a:pt x="11991" y="22027"/>
                    <a:pt x="12958" y="21969"/>
                  </a:cubicBezTo>
                  <a:cubicBezTo>
                    <a:pt x="13008" y="21969"/>
                    <a:pt x="13058" y="21969"/>
                    <a:pt x="13108" y="21919"/>
                  </a:cubicBezTo>
                  <a:cubicBezTo>
                    <a:pt x="13133" y="21893"/>
                    <a:pt x="13133" y="21868"/>
                    <a:pt x="13158" y="21818"/>
                  </a:cubicBezTo>
                  <a:cubicBezTo>
                    <a:pt x="13609" y="20064"/>
                    <a:pt x="14035" y="18385"/>
                    <a:pt x="14261" y="16580"/>
                  </a:cubicBezTo>
                  <a:cubicBezTo>
                    <a:pt x="14261" y="16405"/>
                    <a:pt x="14286" y="16254"/>
                    <a:pt x="14361" y="16104"/>
                  </a:cubicBezTo>
                  <a:cubicBezTo>
                    <a:pt x="14436" y="15929"/>
                    <a:pt x="14587" y="15778"/>
                    <a:pt x="14737" y="15628"/>
                  </a:cubicBezTo>
                  <a:cubicBezTo>
                    <a:pt x="15038" y="15227"/>
                    <a:pt x="15063" y="14801"/>
                    <a:pt x="15188" y="14350"/>
                  </a:cubicBezTo>
                  <a:cubicBezTo>
                    <a:pt x="15339" y="13898"/>
                    <a:pt x="15489" y="13472"/>
                    <a:pt x="15589" y="12996"/>
                  </a:cubicBezTo>
                  <a:cubicBezTo>
                    <a:pt x="15815" y="11893"/>
                    <a:pt x="16066" y="10791"/>
                    <a:pt x="16291" y="9688"/>
                  </a:cubicBezTo>
                  <a:cubicBezTo>
                    <a:pt x="16492" y="8786"/>
                    <a:pt x="16717" y="7959"/>
                    <a:pt x="16241" y="7081"/>
                  </a:cubicBezTo>
                  <a:cubicBezTo>
                    <a:pt x="16066" y="6806"/>
                    <a:pt x="15815" y="6580"/>
                    <a:pt x="15564" y="6380"/>
                  </a:cubicBezTo>
                  <a:cubicBezTo>
                    <a:pt x="13384" y="4600"/>
                    <a:pt x="10602" y="3573"/>
                    <a:pt x="7795" y="3472"/>
                  </a:cubicBezTo>
                  <a:cubicBezTo>
                    <a:pt x="6742" y="3447"/>
                    <a:pt x="5414" y="3372"/>
                    <a:pt x="5013" y="2395"/>
                  </a:cubicBezTo>
                  <a:cubicBezTo>
                    <a:pt x="4863" y="2044"/>
                    <a:pt x="4913" y="1618"/>
                    <a:pt x="4863" y="1217"/>
                  </a:cubicBezTo>
                  <a:cubicBezTo>
                    <a:pt x="4730" y="367"/>
                    <a:pt x="3687" y="1"/>
                    <a:pt x="278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6">
              <a:extLst>
                <a:ext uri="{FF2B5EF4-FFF2-40B4-BE49-F238E27FC236}">
                  <a16:creationId xmlns:a16="http://schemas.microsoft.com/office/drawing/2014/main" id="{DD65FA46-2CE4-5041-7ABA-E3E835FD2EBC}"/>
                </a:ext>
              </a:extLst>
            </p:cNvPr>
            <p:cNvSpPr/>
            <p:nvPr/>
          </p:nvSpPr>
          <p:spPr>
            <a:xfrm>
              <a:off x="-1847430" y="3089072"/>
              <a:ext cx="149456" cy="319760"/>
            </a:xfrm>
            <a:custGeom>
              <a:avLst/>
              <a:gdLst/>
              <a:ahLst/>
              <a:cxnLst/>
              <a:rect l="l" t="t" r="r" b="b"/>
              <a:pathLst>
                <a:path w="3735" h="7991" extrusionOk="0">
                  <a:moveTo>
                    <a:pt x="2378" y="1"/>
                  </a:moveTo>
                  <a:cubicBezTo>
                    <a:pt x="2161" y="1"/>
                    <a:pt x="1935" y="82"/>
                    <a:pt x="1755" y="217"/>
                  </a:cubicBezTo>
                  <a:cubicBezTo>
                    <a:pt x="1454" y="443"/>
                    <a:pt x="1204" y="869"/>
                    <a:pt x="978" y="1195"/>
                  </a:cubicBezTo>
                  <a:cubicBezTo>
                    <a:pt x="677" y="1646"/>
                    <a:pt x="502" y="2247"/>
                    <a:pt x="376" y="2774"/>
                  </a:cubicBezTo>
                  <a:cubicBezTo>
                    <a:pt x="1" y="4177"/>
                    <a:pt x="326" y="5656"/>
                    <a:pt x="652" y="7060"/>
                  </a:cubicBezTo>
                  <a:cubicBezTo>
                    <a:pt x="677" y="7235"/>
                    <a:pt x="727" y="7435"/>
                    <a:pt x="853" y="7586"/>
                  </a:cubicBezTo>
                  <a:cubicBezTo>
                    <a:pt x="1078" y="7912"/>
                    <a:pt x="1529" y="7962"/>
                    <a:pt x="1930" y="7987"/>
                  </a:cubicBezTo>
                  <a:cubicBezTo>
                    <a:pt x="1963" y="7989"/>
                    <a:pt x="1996" y="7991"/>
                    <a:pt x="2028" y="7991"/>
                  </a:cubicBezTo>
                  <a:cubicBezTo>
                    <a:pt x="2632" y="7991"/>
                    <a:pt x="3085" y="7550"/>
                    <a:pt x="3108" y="6884"/>
                  </a:cubicBezTo>
                  <a:cubicBezTo>
                    <a:pt x="3133" y="6533"/>
                    <a:pt x="2983" y="6207"/>
                    <a:pt x="2958" y="5857"/>
                  </a:cubicBezTo>
                  <a:cubicBezTo>
                    <a:pt x="2933" y="5531"/>
                    <a:pt x="2933" y="5230"/>
                    <a:pt x="2883" y="4879"/>
                  </a:cubicBezTo>
                  <a:cubicBezTo>
                    <a:pt x="2833" y="4603"/>
                    <a:pt x="2858" y="4278"/>
                    <a:pt x="3058" y="4077"/>
                  </a:cubicBezTo>
                  <a:cubicBezTo>
                    <a:pt x="3184" y="3927"/>
                    <a:pt x="3384" y="3852"/>
                    <a:pt x="3509" y="3701"/>
                  </a:cubicBezTo>
                  <a:cubicBezTo>
                    <a:pt x="3735" y="3450"/>
                    <a:pt x="3685" y="3075"/>
                    <a:pt x="3635" y="2749"/>
                  </a:cubicBezTo>
                  <a:cubicBezTo>
                    <a:pt x="3610" y="2573"/>
                    <a:pt x="3585" y="2423"/>
                    <a:pt x="3534" y="2247"/>
                  </a:cubicBezTo>
                  <a:cubicBezTo>
                    <a:pt x="3434" y="1746"/>
                    <a:pt x="3309" y="1245"/>
                    <a:pt x="3133" y="744"/>
                  </a:cubicBezTo>
                  <a:cubicBezTo>
                    <a:pt x="3058" y="518"/>
                    <a:pt x="2958" y="268"/>
                    <a:pt x="2783" y="117"/>
                  </a:cubicBezTo>
                  <a:cubicBezTo>
                    <a:pt x="2662" y="37"/>
                    <a:pt x="2522" y="1"/>
                    <a:pt x="2378"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6">
              <a:extLst>
                <a:ext uri="{FF2B5EF4-FFF2-40B4-BE49-F238E27FC236}">
                  <a16:creationId xmlns:a16="http://schemas.microsoft.com/office/drawing/2014/main" id="{6A3F7510-2CAF-AC42-8F87-607A8B13D5F7}"/>
                </a:ext>
              </a:extLst>
            </p:cNvPr>
            <p:cNvSpPr/>
            <p:nvPr/>
          </p:nvSpPr>
          <p:spPr>
            <a:xfrm>
              <a:off x="-1569646" y="3004480"/>
              <a:ext cx="660968" cy="480300"/>
            </a:xfrm>
            <a:custGeom>
              <a:avLst/>
              <a:gdLst/>
              <a:ahLst/>
              <a:cxnLst/>
              <a:rect l="l" t="t" r="r" b="b"/>
              <a:pathLst>
                <a:path w="16518" h="12003" extrusionOk="0">
                  <a:moveTo>
                    <a:pt x="15858" y="0"/>
                  </a:moveTo>
                  <a:cubicBezTo>
                    <a:pt x="15678" y="0"/>
                    <a:pt x="15514" y="237"/>
                    <a:pt x="15415" y="452"/>
                  </a:cubicBezTo>
                  <a:cubicBezTo>
                    <a:pt x="15064" y="1254"/>
                    <a:pt x="15289" y="2382"/>
                    <a:pt x="14537" y="2958"/>
                  </a:cubicBezTo>
                  <a:cubicBezTo>
                    <a:pt x="13635" y="3635"/>
                    <a:pt x="12658" y="4136"/>
                    <a:pt x="11630" y="4612"/>
                  </a:cubicBezTo>
                  <a:cubicBezTo>
                    <a:pt x="10126" y="5314"/>
                    <a:pt x="8623" y="6066"/>
                    <a:pt x="7094" y="6692"/>
                  </a:cubicBezTo>
                  <a:cubicBezTo>
                    <a:pt x="5690" y="7269"/>
                    <a:pt x="4211" y="7570"/>
                    <a:pt x="2783" y="8071"/>
                  </a:cubicBezTo>
                  <a:cubicBezTo>
                    <a:pt x="2708" y="8096"/>
                    <a:pt x="2633" y="8121"/>
                    <a:pt x="2557" y="8146"/>
                  </a:cubicBezTo>
                  <a:cubicBezTo>
                    <a:pt x="2031" y="8346"/>
                    <a:pt x="1505" y="8647"/>
                    <a:pt x="1029" y="8923"/>
                  </a:cubicBezTo>
                  <a:cubicBezTo>
                    <a:pt x="552" y="9199"/>
                    <a:pt x="277" y="9700"/>
                    <a:pt x="176" y="10201"/>
                  </a:cubicBezTo>
                  <a:cubicBezTo>
                    <a:pt x="1" y="11279"/>
                    <a:pt x="1104" y="11880"/>
                    <a:pt x="2031" y="11981"/>
                  </a:cubicBezTo>
                  <a:cubicBezTo>
                    <a:pt x="2169" y="11995"/>
                    <a:pt x="2305" y="12002"/>
                    <a:pt x="2439" y="12002"/>
                  </a:cubicBezTo>
                  <a:cubicBezTo>
                    <a:pt x="3446" y="12002"/>
                    <a:pt x="4344" y="11619"/>
                    <a:pt x="5339" y="11354"/>
                  </a:cubicBezTo>
                  <a:cubicBezTo>
                    <a:pt x="5339" y="11354"/>
                    <a:pt x="5364" y="11354"/>
                    <a:pt x="5389" y="11329"/>
                  </a:cubicBezTo>
                  <a:cubicBezTo>
                    <a:pt x="6492" y="11053"/>
                    <a:pt x="7595" y="10502"/>
                    <a:pt x="8572" y="9875"/>
                  </a:cubicBezTo>
                  <a:cubicBezTo>
                    <a:pt x="9575" y="9224"/>
                    <a:pt x="10377" y="8422"/>
                    <a:pt x="11254" y="7620"/>
                  </a:cubicBezTo>
                  <a:cubicBezTo>
                    <a:pt x="12131" y="6818"/>
                    <a:pt x="13059" y="6041"/>
                    <a:pt x="14011" y="5314"/>
                  </a:cubicBezTo>
                  <a:cubicBezTo>
                    <a:pt x="14312" y="5088"/>
                    <a:pt x="14587" y="4813"/>
                    <a:pt x="14888" y="4562"/>
                  </a:cubicBezTo>
                  <a:cubicBezTo>
                    <a:pt x="15139" y="4336"/>
                    <a:pt x="15389" y="4111"/>
                    <a:pt x="15640" y="3885"/>
                  </a:cubicBezTo>
                  <a:cubicBezTo>
                    <a:pt x="15891" y="3635"/>
                    <a:pt x="16166" y="3409"/>
                    <a:pt x="16292" y="3083"/>
                  </a:cubicBezTo>
                  <a:cubicBezTo>
                    <a:pt x="16517" y="2632"/>
                    <a:pt x="16442" y="2156"/>
                    <a:pt x="16392" y="1680"/>
                  </a:cubicBezTo>
                  <a:cubicBezTo>
                    <a:pt x="16317" y="1204"/>
                    <a:pt x="16392" y="652"/>
                    <a:pt x="16141" y="226"/>
                  </a:cubicBezTo>
                  <a:cubicBezTo>
                    <a:pt x="16047" y="64"/>
                    <a:pt x="15950" y="0"/>
                    <a:pt x="1585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6">
              <a:extLst>
                <a:ext uri="{FF2B5EF4-FFF2-40B4-BE49-F238E27FC236}">
                  <a16:creationId xmlns:a16="http://schemas.microsoft.com/office/drawing/2014/main" id="{2A989863-3FAD-706B-EAEA-0B0E5911DA1F}"/>
                </a:ext>
              </a:extLst>
            </p:cNvPr>
            <p:cNvSpPr/>
            <p:nvPr/>
          </p:nvSpPr>
          <p:spPr>
            <a:xfrm>
              <a:off x="-2002888" y="3316397"/>
              <a:ext cx="587740" cy="567893"/>
            </a:xfrm>
            <a:custGeom>
              <a:avLst/>
              <a:gdLst/>
              <a:ahLst/>
              <a:cxnLst/>
              <a:rect l="l" t="t" r="r" b="b"/>
              <a:pathLst>
                <a:path w="14688" h="14192" extrusionOk="0">
                  <a:moveTo>
                    <a:pt x="13460" y="0"/>
                  </a:moveTo>
                  <a:cubicBezTo>
                    <a:pt x="11755" y="451"/>
                    <a:pt x="10001" y="677"/>
                    <a:pt x="8221" y="702"/>
                  </a:cubicBezTo>
                  <a:cubicBezTo>
                    <a:pt x="6041" y="727"/>
                    <a:pt x="4988" y="852"/>
                    <a:pt x="3485" y="2406"/>
                  </a:cubicBezTo>
                  <a:cubicBezTo>
                    <a:pt x="2081" y="3910"/>
                    <a:pt x="853" y="5514"/>
                    <a:pt x="1" y="7394"/>
                  </a:cubicBezTo>
                  <a:cubicBezTo>
                    <a:pt x="452" y="7694"/>
                    <a:pt x="928" y="7995"/>
                    <a:pt x="1379" y="8271"/>
                  </a:cubicBezTo>
                  <a:cubicBezTo>
                    <a:pt x="2056" y="8697"/>
                    <a:pt x="3234" y="8973"/>
                    <a:pt x="3284" y="9900"/>
                  </a:cubicBezTo>
                  <a:cubicBezTo>
                    <a:pt x="3334" y="11053"/>
                    <a:pt x="3409" y="12206"/>
                    <a:pt x="3459" y="13333"/>
                  </a:cubicBezTo>
                  <a:cubicBezTo>
                    <a:pt x="3485" y="13509"/>
                    <a:pt x="3485" y="13684"/>
                    <a:pt x="3610" y="13785"/>
                  </a:cubicBezTo>
                  <a:cubicBezTo>
                    <a:pt x="3693" y="13868"/>
                    <a:pt x="3804" y="13895"/>
                    <a:pt x="3924" y="13895"/>
                  </a:cubicBezTo>
                  <a:cubicBezTo>
                    <a:pt x="4059" y="13895"/>
                    <a:pt x="4205" y="13861"/>
                    <a:pt x="4337" y="13835"/>
                  </a:cubicBezTo>
                  <a:cubicBezTo>
                    <a:pt x="4375" y="13828"/>
                    <a:pt x="4411" y="13824"/>
                    <a:pt x="4446" y="13824"/>
                  </a:cubicBezTo>
                  <a:cubicBezTo>
                    <a:pt x="4768" y="13824"/>
                    <a:pt x="4919" y="14115"/>
                    <a:pt x="5214" y="14161"/>
                  </a:cubicBezTo>
                  <a:cubicBezTo>
                    <a:pt x="5335" y="14183"/>
                    <a:pt x="5462" y="14191"/>
                    <a:pt x="5594" y="14191"/>
                  </a:cubicBezTo>
                  <a:cubicBezTo>
                    <a:pt x="6065" y="14191"/>
                    <a:pt x="6588" y="14080"/>
                    <a:pt x="7018" y="14060"/>
                  </a:cubicBezTo>
                  <a:cubicBezTo>
                    <a:pt x="7294" y="14035"/>
                    <a:pt x="10327" y="13885"/>
                    <a:pt x="10327" y="13860"/>
                  </a:cubicBezTo>
                  <a:cubicBezTo>
                    <a:pt x="10352" y="11579"/>
                    <a:pt x="10377" y="9298"/>
                    <a:pt x="10377" y="6993"/>
                  </a:cubicBezTo>
                  <a:cubicBezTo>
                    <a:pt x="10402" y="6742"/>
                    <a:pt x="10402" y="6441"/>
                    <a:pt x="10527" y="6216"/>
                  </a:cubicBezTo>
                  <a:cubicBezTo>
                    <a:pt x="10703" y="5915"/>
                    <a:pt x="11054" y="5765"/>
                    <a:pt x="11379" y="5664"/>
                  </a:cubicBezTo>
                  <a:cubicBezTo>
                    <a:pt x="12457" y="5288"/>
                    <a:pt x="13685" y="4887"/>
                    <a:pt x="14688" y="4361"/>
                  </a:cubicBezTo>
                  <a:cubicBezTo>
                    <a:pt x="14287" y="2907"/>
                    <a:pt x="13861" y="1454"/>
                    <a:pt x="134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6">
              <a:extLst>
                <a:ext uri="{FF2B5EF4-FFF2-40B4-BE49-F238E27FC236}">
                  <a16:creationId xmlns:a16="http://schemas.microsoft.com/office/drawing/2014/main" id="{A0F319C1-30C0-990B-24C4-AB42F332561A}"/>
                </a:ext>
              </a:extLst>
            </p:cNvPr>
            <p:cNvSpPr/>
            <p:nvPr/>
          </p:nvSpPr>
          <p:spPr>
            <a:xfrm>
              <a:off x="-1714060" y="3983286"/>
              <a:ext cx="306955" cy="282866"/>
            </a:xfrm>
            <a:custGeom>
              <a:avLst/>
              <a:gdLst/>
              <a:ahLst/>
              <a:cxnLst/>
              <a:rect l="l" t="t" r="r" b="b"/>
              <a:pathLst>
                <a:path w="7671" h="7069" fill="none" extrusionOk="0">
                  <a:moveTo>
                    <a:pt x="1" y="1"/>
                  </a:moveTo>
                  <a:cubicBezTo>
                    <a:pt x="828" y="101"/>
                    <a:pt x="1630" y="201"/>
                    <a:pt x="2457" y="302"/>
                  </a:cubicBezTo>
                  <a:cubicBezTo>
                    <a:pt x="3911" y="477"/>
                    <a:pt x="5515" y="703"/>
                    <a:pt x="6542" y="1780"/>
                  </a:cubicBezTo>
                  <a:cubicBezTo>
                    <a:pt x="7169" y="2457"/>
                    <a:pt x="7470" y="3384"/>
                    <a:pt x="7570" y="4287"/>
                  </a:cubicBezTo>
                  <a:cubicBezTo>
                    <a:pt x="7670" y="5214"/>
                    <a:pt x="7570" y="6141"/>
                    <a:pt x="7470" y="7069"/>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6">
              <a:extLst>
                <a:ext uri="{FF2B5EF4-FFF2-40B4-BE49-F238E27FC236}">
                  <a16:creationId xmlns:a16="http://schemas.microsoft.com/office/drawing/2014/main" id="{BCBDD1F4-9003-EE1E-54D1-27F8F9310DE3}"/>
                </a:ext>
              </a:extLst>
            </p:cNvPr>
            <p:cNvSpPr/>
            <p:nvPr/>
          </p:nvSpPr>
          <p:spPr>
            <a:xfrm>
              <a:off x="-1801292" y="4251067"/>
              <a:ext cx="20088" cy="439325"/>
            </a:xfrm>
            <a:custGeom>
              <a:avLst/>
              <a:gdLst/>
              <a:ahLst/>
              <a:cxnLst/>
              <a:rect l="l" t="t" r="r" b="b"/>
              <a:pathLst>
                <a:path w="502" h="10979" extrusionOk="0">
                  <a:moveTo>
                    <a:pt x="0" y="1"/>
                  </a:moveTo>
                  <a:lnTo>
                    <a:pt x="0" y="10978"/>
                  </a:lnTo>
                  <a:lnTo>
                    <a:pt x="502" y="10978"/>
                  </a:lnTo>
                  <a:lnTo>
                    <a:pt x="50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6">
              <a:extLst>
                <a:ext uri="{FF2B5EF4-FFF2-40B4-BE49-F238E27FC236}">
                  <a16:creationId xmlns:a16="http://schemas.microsoft.com/office/drawing/2014/main" id="{5A8A6353-85B4-19F4-BA90-D37F9697D163}"/>
                </a:ext>
              </a:extLst>
            </p:cNvPr>
            <p:cNvSpPr/>
            <p:nvPr/>
          </p:nvSpPr>
          <p:spPr>
            <a:xfrm>
              <a:off x="-1965754" y="4690351"/>
              <a:ext cx="344009" cy="92275"/>
            </a:xfrm>
            <a:custGeom>
              <a:avLst/>
              <a:gdLst/>
              <a:ahLst/>
              <a:cxnLst/>
              <a:rect l="l" t="t" r="r" b="b"/>
              <a:pathLst>
                <a:path w="8597" h="2306" fill="none" extrusionOk="0">
                  <a:moveTo>
                    <a:pt x="0" y="2306"/>
                  </a:moveTo>
                  <a:cubicBezTo>
                    <a:pt x="0" y="677"/>
                    <a:pt x="2882" y="0"/>
                    <a:pt x="4311" y="0"/>
                  </a:cubicBezTo>
                  <a:cubicBezTo>
                    <a:pt x="6015" y="0"/>
                    <a:pt x="8597" y="627"/>
                    <a:pt x="8597"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6">
              <a:extLst>
                <a:ext uri="{FF2B5EF4-FFF2-40B4-BE49-F238E27FC236}">
                  <a16:creationId xmlns:a16="http://schemas.microsoft.com/office/drawing/2014/main" id="{46E75D5A-0DF0-063F-E286-B47F5069692C}"/>
                </a:ext>
              </a:extLst>
            </p:cNvPr>
            <p:cNvSpPr/>
            <p:nvPr/>
          </p:nvSpPr>
          <p:spPr>
            <a:xfrm>
              <a:off x="-1791249" y="4692352"/>
              <a:ext cx="40" cy="107320"/>
            </a:xfrm>
            <a:custGeom>
              <a:avLst/>
              <a:gdLst/>
              <a:ahLst/>
              <a:cxnLst/>
              <a:rect l="l" t="t" r="r" b="b"/>
              <a:pathLst>
                <a:path w="1" h="2682" fill="none" extrusionOk="0">
                  <a:moveTo>
                    <a:pt x="0" y="2682"/>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6">
              <a:extLst>
                <a:ext uri="{FF2B5EF4-FFF2-40B4-BE49-F238E27FC236}">
                  <a16:creationId xmlns:a16="http://schemas.microsoft.com/office/drawing/2014/main" id="{BAC6ADAC-6E57-18C3-4907-AB71D83586A4}"/>
                </a:ext>
              </a:extLst>
            </p:cNvPr>
            <p:cNvSpPr/>
            <p:nvPr/>
          </p:nvSpPr>
          <p:spPr>
            <a:xfrm>
              <a:off x="-1649876" y="4769581"/>
              <a:ext cx="57221" cy="56181"/>
            </a:xfrm>
            <a:custGeom>
              <a:avLst/>
              <a:gdLst/>
              <a:ahLst/>
              <a:cxnLst/>
              <a:rect l="l" t="t" r="r" b="b"/>
              <a:pathLst>
                <a:path w="1430" h="1404" extrusionOk="0">
                  <a:moveTo>
                    <a:pt x="703" y="0"/>
                  </a:moveTo>
                  <a:cubicBezTo>
                    <a:pt x="327" y="0"/>
                    <a:pt x="1" y="326"/>
                    <a:pt x="1" y="702"/>
                  </a:cubicBezTo>
                  <a:cubicBezTo>
                    <a:pt x="1" y="1103"/>
                    <a:pt x="327" y="1404"/>
                    <a:pt x="703" y="1404"/>
                  </a:cubicBezTo>
                  <a:cubicBezTo>
                    <a:pt x="1104" y="1404"/>
                    <a:pt x="1429" y="1103"/>
                    <a:pt x="1429" y="702"/>
                  </a:cubicBezTo>
                  <a:cubicBezTo>
                    <a:pt x="1429" y="326"/>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6">
              <a:extLst>
                <a:ext uri="{FF2B5EF4-FFF2-40B4-BE49-F238E27FC236}">
                  <a16:creationId xmlns:a16="http://schemas.microsoft.com/office/drawing/2014/main" id="{63C9E166-D185-6EEC-558D-3303B29ECF53}"/>
                </a:ext>
              </a:extLst>
            </p:cNvPr>
            <p:cNvSpPr/>
            <p:nvPr/>
          </p:nvSpPr>
          <p:spPr>
            <a:xfrm>
              <a:off x="-1820339" y="4769581"/>
              <a:ext cx="56181" cy="56181"/>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6">
              <a:extLst>
                <a:ext uri="{FF2B5EF4-FFF2-40B4-BE49-F238E27FC236}">
                  <a16:creationId xmlns:a16="http://schemas.microsoft.com/office/drawing/2014/main" id="{C7E4ECC1-72F0-C51D-082F-D55725FF97F0}"/>
                </a:ext>
              </a:extLst>
            </p:cNvPr>
            <p:cNvSpPr/>
            <p:nvPr/>
          </p:nvSpPr>
          <p:spPr>
            <a:xfrm>
              <a:off x="-1990843" y="4769581"/>
              <a:ext cx="56221" cy="56181"/>
            </a:xfrm>
            <a:custGeom>
              <a:avLst/>
              <a:gdLst/>
              <a:ahLst/>
              <a:cxnLst/>
              <a:rect l="l" t="t" r="r" b="b"/>
              <a:pathLst>
                <a:path w="1405" h="1404" extrusionOk="0">
                  <a:moveTo>
                    <a:pt x="702" y="0"/>
                  </a:moveTo>
                  <a:cubicBezTo>
                    <a:pt x="301" y="0"/>
                    <a:pt x="1" y="326"/>
                    <a:pt x="1" y="702"/>
                  </a:cubicBezTo>
                  <a:cubicBezTo>
                    <a:pt x="1" y="1103"/>
                    <a:pt x="301"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6">
              <a:extLst>
                <a:ext uri="{FF2B5EF4-FFF2-40B4-BE49-F238E27FC236}">
                  <a16:creationId xmlns:a16="http://schemas.microsoft.com/office/drawing/2014/main" id="{A2933EE5-1154-058A-3C3B-2ADA1FF94E97}"/>
                </a:ext>
              </a:extLst>
            </p:cNvPr>
            <p:cNvSpPr/>
            <p:nvPr/>
          </p:nvSpPr>
          <p:spPr>
            <a:xfrm>
              <a:off x="-2071073" y="3590179"/>
              <a:ext cx="694020" cy="709066"/>
            </a:xfrm>
            <a:custGeom>
              <a:avLst/>
              <a:gdLst/>
              <a:ahLst/>
              <a:cxnLst/>
              <a:rect l="l" t="t" r="r" b="b"/>
              <a:pathLst>
                <a:path w="17344" h="17720" extrusionOk="0">
                  <a:moveTo>
                    <a:pt x="3334" y="0"/>
                  </a:moveTo>
                  <a:cubicBezTo>
                    <a:pt x="1504" y="0"/>
                    <a:pt x="1" y="1329"/>
                    <a:pt x="1" y="2958"/>
                  </a:cubicBezTo>
                  <a:lnTo>
                    <a:pt x="1" y="13484"/>
                  </a:lnTo>
                  <a:cubicBezTo>
                    <a:pt x="1" y="15815"/>
                    <a:pt x="2156" y="17720"/>
                    <a:pt x="4788" y="17720"/>
                  </a:cubicBezTo>
                  <a:lnTo>
                    <a:pt x="16793" y="17720"/>
                  </a:lnTo>
                  <a:cubicBezTo>
                    <a:pt x="17093" y="17720"/>
                    <a:pt x="17344" y="17494"/>
                    <a:pt x="17344" y="17218"/>
                  </a:cubicBezTo>
                  <a:cubicBezTo>
                    <a:pt x="17344" y="16943"/>
                    <a:pt x="17093" y="16717"/>
                    <a:pt x="16793" y="16717"/>
                  </a:cubicBezTo>
                  <a:lnTo>
                    <a:pt x="15289" y="16717"/>
                  </a:lnTo>
                  <a:cubicBezTo>
                    <a:pt x="12557" y="16717"/>
                    <a:pt x="10351" y="14787"/>
                    <a:pt x="10351" y="12381"/>
                  </a:cubicBezTo>
                  <a:lnTo>
                    <a:pt x="10351" y="2958"/>
                  </a:lnTo>
                  <a:cubicBezTo>
                    <a:pt x="10351" y="1329"/>
                    <a:pt x="8873" y="0"/>
                    <a:pt x="701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6">
              <a:extLst>
                <a:ext uri="{FF2B5EF4-FFF2-40B4-BE49-F238E27FC236}">
                  <a16:creationId xmlns:a16="http://schemas.microsoft.com/office/drawing/2014/main" id="{97AA2EFA-DEB3-CAB3-BE5E-836E9D034040}"/>
                </a:ext>
              </a:extLst>
            </p:cNvPr>
            <p:cNvSpPr/>
            <p:nvPr/>
          </p:nvSpPr>
          <p:spPr>
            <a:xfrm>
              <a:off x="-2164348" y="3003119"/>
              <a:ext cx="479420" cy="487503"/>
            </a:xfrm>
            <a:custGeom>
              <a:avLst/>
              <a:gdLst/>
              <a:ahLst/>
              <a:cxnLst/>
              <a:rect l="l" t="t" r="r" b="b"/>
              <a:pathLst>
                <a:path w="11981" h="12183" extrusionOk="0">
                  <a:moveTo>
                    <a:pt x="10174" y="0"/>
                  </a:moveTo>
                  <a:cubicBezTo>
                    <a:pt x="9983" y="0"/>
                    <a:pt x="9791" y="33"/>
                    <a:pt x="9600" y="110"/>
                  </a:cubicBezTo>
                  <a:cubicBezTo>
                    <a:pt x="9023" y="360"/>
                    <a:pt x="8723" y="962"/>
                    <a:pt x="8196" y="1313"/>
                  </a:cubicBezTo>
                  <a:cubicBezTo>
                    <a:pt x="7670" y="1689"/>
                    <a:pt x="6993" y="1714"/>
                    <a:pt x="6317" y="1764"/>
                  </a:cubicBezTo>
                  <a:cubicBezTo>
                    <a:pt x="5815" y="1789"/>
                    <a:pt x="5314" y="1814"/>
                    <a:pt x="4863" y="1964"/>
                  </a:cubicBezTo>
                  <a:cubicBezTo>
                    <a:pt x="3961" y="2290"/>
                    <a:pt x="3535" y="2992"/>
                    <a:pt x="3058" y="3744"/>
                  </a:cubicBezTo>
                  <a:cubicBezTo>
                    <a:pt x="2607" y="4496"/>
                    <a:pt x="1830" y="4972"/>
                    <a:pt x="1229" y="5624"/>
                  </a:cubicBezTo>
                  <a:cubicBezTo>
                    <a:pt x="151" y="6852"/>
                    <a:pt x="1" y="8807"/>
                    <a:pt x="903" y="10185"/>
                  </a:cubicBezTo>
                  <a:cubicBezTo>
                    <a:pt x="1204" y="10636"/>
                    <a:pt x="1580" y="11012"/>
                    <a:pt x="2006" y="11338"/>
                  </a:cubicBezTo>
                  <a:cubicBezTo>
                    <a:pt x="2784" y="11921"/>
                    <a:pt x="3716" y="12182"/>
                    <a:pt x="4669" y="12182"/>
                  </a:cubicBezTo>
                  <a:cubicBezTo>
                    <a:pt x="6664" y="12182"/>
                    <a:pt x="8750" y="11038"/>
                    <a:pt x="9700" y="9308"/>
                  </a:cubicBezTo>
                  <a:cubicBezTo>
                    <a:pt x="10427" y="7979"/>
                    <a:pt x="10151" y="6325"/>
                    <a:pt x="9850" y="4822"/>
                  </a:cubicBezTo>
                  <a:cubicBezTo>
                    <a:pt x="9700" y="3994"/>
                    <a:pt x="9775" y="3368"/>
                    <a:pt x="10627" y="2942"/>
                  </a:cubicBezTo>
                  <a:cubicBezTo>
                    <a:pt x="10853" y="2817"/>
                    <a:pt x="11104" y="2741"/>
                    <a:pt x="11304" y="2616"/>
                  </a:cubicBezTo>
                  <a:cubicBezTo>
                    <a:pt x="11805" y="2290"/>
                    <a:pt x="11981" y="1563"/>
                    <a:pt x="11755" y="1012"/>
                  </a:cubicBezTo>
                  <a:cubicBezTo>
                    <a:pt x="11530" y="461"/>
                    <a:pt x="10953" y="85"/>
                    <a:pt x="10352" y="9"/>
                  </a:cubicBezTo>
                  <a:cubicBezTo>
                    <a:pt x="10292" y="4"/>
                    <a:pt x="10233" y="0"/>
                    <a:pt x="101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6">
              <a:extLst>
                <a:ext uri="{FF2B5EF4-FFF2-40B4-BE49-F238E27FC236}">
                  <a16:creationId xmlns:a16="http://schemas.microsoft.com/office/drawing/2014/main" id="{A65E753C-73BA-3849-C97F-B195A38B85E7}"/>
                </a:ext>
              </a:extLst>
            </p:cNvPr>
            <p:cNvSpPr/>
            <p:nvPr/>
          </p:nvSpPr>
          <p:spPr>
            <a:xfrm>
              <a:off x="-1281818" y="3383582"/>
              <a:ext cx="42176" cy="13085"/>
            </a:xfrm>
            <a:custGeom>
              <a:avLst/>
              <a:gdLst/>
              <a:ahLst/>
              <a:cxnLst/>
              <a:rect l="l" t="t" r="r" b="b"/>
              <a:pathLst>
                <a:path w="1054" h="327" extrusionOk="0">
                  <a:moveTo>
                    <a:pt x="26" y="0"/>
                  </a:moveTo>
                  <a:cubicBezTo>
                    <a:pt x="1" y="25"/>
                    <a:pt x="1" y="50"/>
                    <a:pt x="26" y="75"/>
                  </a:cubicBezTo>
                  <a:cubicBezTo>
                    <a:pt x="126" y="251"/>
                    <a:pt x="327" y="326"/>
                    <a:pt x="527" y="326"/>
                  </a:cubicBezTo>
                  <a:cubicBezTo>
                    <a:pt x="728" y="301"/>
                    <a:pt x="903" y="201"/>
                    <a:pt x="1054" y="75"/>
                  </a:cubicBezTo>
                  <a:lnTo>
                    <a:pt x="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36">
            <a:extLst>
              <a:ext uri="{FF2B5EF4-FFF2-40B4-BE49-F238E27FC236}">
                <a16:creationId xmlns:a16="http://schemas.microsoft.com/office/drawing/2014/main" id="{3E890788-F815-4C9F-D5AC-E489F3D73207}"/>
              </a:ext>
            </a:extLst>
          </p:cNvPr>
          <p:cNvGrpSpPr/>
          <p:nvPr/>
        </p:nvGrpSpPr>
        <p:grpSpPr>
          <a:xfrm>
            <a:off x="3130830" y="3708736"/>
            <a:ext cx="614415" cy="895101"/>
            <a:chOff x="4393218" y="3866890"/>
            <a:chExt cx="567799" cy="827189"/>
          </a:xfrm>
        </p:grpSpPr>
        <p:sp>
          <p:nvSpPr>
            <p:cNvPr id="1048" name="Google Shape;1048;p36">
              <a:extLst>
                <a:ext uri="{FF2B5EF4-FFF2-40B4-BE49-F238E27FC236}">
                  <a16:creationId xmlns:a16="http://schemas.microsoft.com/office/drawing/2014/main" id="{68381144-ADB3-CC5A-6048-790C1E491BB7}"/>
                </a:ext>
              </a:extLst>
            </p:cNvPr>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a:extLst>
                <a:ext uri="{FF2B5EF4-FFF2-40B4-BE49-F238E27FC236}">
                  <a16:creationId xmlns:a16="http://schemas.microsoft.com/office/drawing/2014/main" id="{B78BA486-4E75-4EAE-CFCA-1D66F7497D1D}"/>
                </a:ext>
              </a:extLst>
            </p:cNvPr>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a:extLst>
                <a:ext uri="{FF2B5EF4-FFF2-40B4-BE49-F238E27FC236}">
                  <a16:creationId xmlns:a16="http://schemas.microsoft.com/office/drawing/2014/main" id="{420A856E-D600-F3AC-2C0D-B6CEDDC370DE}"/>
                </a:ext>
              </a:extLst>
            </p:cNvPr>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a:extLst>
                <a:ext uri="{FF2B5EF4-FFF2-40B4-BE49-F238E27FC236}">
                  <a16:creationId xmlns:a16="http://schemas.microsoft.com/office/drawing/2014/main" id="{A97378CE-A8D9-F120-CFAF-B8090CDD9631}"/>
                </a:ext>
              </a:extLst>
            </p:cNvPr>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a:extLst>
                <a:ext uri="{FF2B5EF4-FFF2-40B4-BE49-F238E27FC236}">
                  <a16:creationId xmlns:a16="http://schemas.microsoft.com/office/drawing/2014/main" id="{7180132B-0B0B-0F3D-723B-DBA63D90CBB2}"/>
                </a:ext>
              </a:extLst>
            </p:cNvPr>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831;p31">
            <a:extLst>
              <a:ext uri="{FF2B5EF4-FFF2-40B4-BE49-F238E27FC236}">
                <a16:creationId xmlns:a16="http://schemas.microsoft.com/office/drawing/2014/main" id="{E89063EA-728C-594E-AC3D-EB1ABDEBB15F}"/>
              </a:ext>
            </a:extLst>
          </p:cNvPr>
          <p:cNvSpPr txBox="1">
            <a:spLocks/>
          </p:cNvSpPr>
          <p:nvPr/>
        </p:nvSpPr>
        <p:spPr>
          <a:xfrm>
            <a:off x="818325" y="6579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1" name="Google Shape;831;p31">
            <a:extLst>
              <a:ext uri="{FF2B5EF4-FFF2-40B4-BE49-F238E27FC236}">
                <a16:creationId xmlns:a16="http://schemas.microsoft.com/office/drawing/2014/main" id="{B721B8A0-2644-2990-88F8-B250461A7B08}"/>
              </a:ext>
            </a:extLst>
          </p:cNvPr>
          <p:cNvSpPr txBox="1">
            <a:spLocks/>
          </p:cNvSpPr>
          <p:nvPr/>
        </p:nvSpPr>
        <p:spPr>
          <a:xfrm>
            <a:off x="970725" y="8103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4" name="TextBox 13">
            <a:extLst>
              <a:ext uri="{FF2B5EF4-FFF2-40B4-BE49-F238E27FC236}">
                <a16:creationId xmlns:a16="http://schemas.microsoft.com/office/drawing/2014/main" id="{C8C1B143-5966-0BEB-A2DF-9C0CC186839E}"/>
              </a:ext>
            </a:extLst>
          </p:cNvPr>
          <p:cNvSpPr txBox="1"/>
          <p:nvPr/>
        </p:nvSpPr>
        <p:spPr>
          <a:xfrm>
            <a:off x="5534376" y="605469"/>
            <a:ext cx="1948464" cy="1631216"/>
          </a:xfrm>
          <a:prstGeom prst="rect">
            <a:avLst/>
          </a:prstGeom>
          <a:noFill/>
        </p:spPr>
        <p:txBody>
          <a:bodyPr wrap="square" rtlCol="0">
            <a:spAutoFit/>
          </a:bodyPr>
          <a:lstStyle/>
          <a:p>
            <a:r>
              <a:rPr lang="en-US" sz="10000" dirty="0">
                <a:solidFill>
                  <a:schemeClr val="bg2"/>
                </a:solidFill>
              </a:rPr>
              <a:t>07</a:t>
            </a:r>
            <a:endParaRPr lang="en-IN" sz="10000" dirty="0">
              <a:solidFill>
                <a:schemeClr val="bg2"/>
              </a:solidFill>
            </a:endParaRPr>
          </a:p>
        </p:txBody>
      </p:sp>
      <p:cxnSp>
        <p:nvCxnSpPr>
          <p:cNvPr id="15" name="Google Shape;878;p31">
            <a:extLst>
              <a:ext uri="{FF2B5EF4-FFF2-40B4-BE49-F238E27FC236}">
                <a16:creationId xmlns:a16="http://schemas.microsoft.com/office/drawing/2014/main" id="{BA136D05-FAE6-7CA2-2B8B-C073AA849BFB}"/>
              </a:ext>
            </a:extLst>
          </p:cNvPr>
          <p:cNvCxnSpPr/>
          <p:nvPr/>
        </p:nvCxnSpPr>
        <p:spPr>
          <a:xfrm>
            <a:off x="5442417" y="2300460"/>
            <a:ext cx="1732800" cy="0"/>
          </a:xfrm>
          <a:prstGeom prst="straightConnector1">
            <a:avLst/>
          </a:prstGeom>
          <a:noFill/>
          <a:ln w="19050" cap="flat" cmpd="sng">
            <a:solidFill>
              <a:schemeClr val="dk1"/>
            </a:solidFill>
            <a:prstDash val="solid"/>
            <a:round/>
            <a:headEnd type="none" w="med" len="med"/>
            <a:tailEnd type="none" w="med" len="med"/>
          </a:ln>
        </p:spPr>
      </p:cxnSp>
      <p:sp>
        <p:nvSpPr>
          <p:cNvPr id="16" name="TextBox 15">
            <a:extLst>
              <a:ext uri="{FF2B5EF4-FFF2-40B4-BE49-F238E27FC236}">
                <a16:creationId xmlns:a16="http://schemas.microsoft.com/office/drawing/2014/main" id="{FC4B5591-9AAA-9522-B65A-F543CF9C0D84}"/>
              </a:ext>
            </a:extLst>
          </p:cNvPr>
          <p:cNvSpPr txBox="1"/>
          <p:nvPr/>
        </p:nvSpPr>
        <p:spPr>
          <a:xfrm>
            <a:off x="3854022" y="2391900"/>
            <a:ext cx="4149709" cy="1815882"/>
          </a:xfrm>
          <a:prstGeom prst="rect">
            <a:avLst/>
          </a:prstGeom>
          <a:noFill/>
        </p:spPr>
        <p:txBody>
          <a:bodyPr wrap="square" rtlCol="0">
            <a:spAutoFit/>
          </a:bodyPr>
          <a:lstStyle/>
          <a:p>
            <a:pPr algn="r"/>
            <a:r>
              <a:rPr lang="en-US" sz="2800" b="1" dirty="0"/>
              <a:t>Future Directions and Opportunities for Generative AI in Urban Planning</a:t>
            </a:r>
            <a:endParaRPr lang="en-IN" sz="2800" b="1" dirty="0"/>
          </a:p>
        </p:txBody>
      </p:sp>
    </p:spTree>
    <p:extLst>
      <p:ext uri="{BB962C8B-B14F-4D97-AF65-F5344CB8AC3E}">
        <p14:creationId xmlns:p14="http://schemas.microsoft.com/office/powerpoint/2010/main" val="485565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9">
          <a:extLst>
            <a:ext uri="{FF2B5EF4-FFF2-40B4-BE49-F238E27FC236}">
              <a16:creationId xmlns:a16="http://schemas.microsoft.com/office/drawing/2014/main" id="{764AD973-B8DE-3350-04ED-82E35E3FFDFD}"/>
            </a:ext>
          </a:extLst>
        </p:cNvPr>
        <p:cNvGrpSpPr/>
        <p:nvPr/>
      </p:nvGrpSpPr>
      <p:grpSpPr>
        <a:xfrm>
          <a:off x="0" y="0"/>
          <a:ext cx="0" cy="0"/>
          <a:chOff x="0" y="0"/>
          <a:chExt cx="0" cy="0"/>
        </a:xfrm>
      </p:grpSpPr>
      <p:sp>
        <p:nvSpPr>
          <p:cNvPr id="901" name="Google Shape;901;p32">
            <a:extLst>
              <a:ext uri="{FF2B5EF4-FFF2-40B4-BE49-F238E27FC236}">
                <a16:creationId xmlns:a16="http://schemas.microsoft.com/office/drawing/2014/main" id="{52B952AC-2F85-EF32-8BE5-0849DA789B8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r>
              <a:rPr lang="en-US" dirty="0">
                <a:solidFill>
                  <a:schemeClr val="dk2"/>
                </a:solidFill>
              </a:rPr>
              <a:t>New Areas </a:t>
            </a:r>
            <a:r>
              <a:rPr lang="en-US" dirty="0"/>
              <a:t>for AI Integration</a:t>
            </a:r>
            <a:br>
              <a:rPr lang="en-IN" dirty="0"/>
            </a:br>
            <a:endParaRPr dirty="0"/>
          </a:p>
        </p:txBody>
      </p:sp>
      <p:sp>
        <p:nvSpPr>
          <p:cNvPr id="10" name="TextBox 9">
            <a:extLst>
              <a:ext uri="{FF2B5EF4-FFF2-40B4-BE49-F238E27FC236}">
                <a16:creationId xmlns:a16="http://schemas.microsoft.com/office/drawing/2014/main" id="{3EBD4276-2977-DE03-315D-E6051922933F}"/>
              </a:ext>
            </a:extLst>
          </p:cNvPr>
          <p:cNvSpPr txBox="1"/>
          <p:nvPr/>
        </p:nvSpPr>
        <p:spPr>
          <a:xfrm>
            <a:off x="594176" y="1546302"/>
            <a:ext cx="7359804" cy="2677656"/>
          </a:xfrm>
          <a:prstGeom prst="rect">
            <a:avLst/>
          </a:prstGeom>
          <a:noFill/>
        </p:spPr>
        <p:txBody>
          <a:bodyPr wrap="square" rtlCol="0">
            <a:sp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IoT-Enhanced Cities</a:t>
            </a:r>
            <a:r>
              <a:rPr lang="en-US" sz="2400" dirty="0">
                <a:latin typeface="Times New Roman" panose="02020603050405020304" pitchFamily="18" charset="0"/>
                <a:cs typeface="Times New Roman" panose="02020603050405020304" pitchFamily="18" charset="0"/>
              </a:rPr>
              <a:t>: AI analyzing data from millions of sensors to make cities more responsive to citizens' needs.</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Public Safety</a:t>
            </a:r>
            <a:r>
              <a:rPr lang="en-US" sz="2400" dirty="0">
                <a:latin typeface="Times New Roman" panose="02020603050405020304" pitchFamily="18" charset="0"/>
                <a:cs typeface="Times New Roman" panose="02020603050405020304" pitchFamily="18" charset="0"/>
              </a:rPr>
              <a:t>: AI could enhance emergency responses by analyzing real-time city data to predict and prevent accidents or natural disasters.</a:t>
            </a:r>
          </a:p>
        </p:txBody>
      </p:sp>
      <p:cxnSp>
        <p:nvCxnSpPr>
          <p:cNvPr id="11" name="Google Shape;878;p31">
            <a:extLst>
              <a:ext uri="{FF2B5EF4-FFF2-40B4-BE49-F238E27FC236}">
                <a16:creationId xmlns:a16="http://schemas.microsoft.com/office/drawing/2014/main" id="{A85FA24E-6D2D-DDFA-996C-45C78AD7D239}"/>
              </a:ext>
            </a:extLst>
          </p:cNvPr>
          <p:cNvCxnSpPr>
            <a:cxnSpLocks/>
          </p:cNvCxnSpPr>
          <p:nvPr/>
        </p:nvCxnSpPr>
        <p:spPr>
          <a:xfrm>
            <a:off x="720000" y="1206153"/>
            <a:ext cx="7108156"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4073908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9">
          <a:extLst>
            <a:ext uri="{FF2B5EF4-FFF2-40B4-BE49-F238E27FC236}">
              <a16:creationId xmlns:a16="http://schemas.microsoft.com/office/drawing/2014/main" id="{BBB4DE9E-D706-1C26-EEF4-24A19897FF2D}"/>
            </a:ext>
          </a:extLst>
        </p:cNvPr>
        <p:cNvGrpSpPr/>
        <p:nvPr/>
      </p:nvGrpSpPr>
      <p:grpSpPr>
        <a:xfrm>
          <a:off x="0" y="0"/>
          <a:ext cx="0" cy="0"/>
          <a:chOff x="0" y="0"/>
          <a:chExt cx="0" cy="0"/>
        </a:xfrm>
      </p:grpSpPr>
      <p:sp>
        <p:nvSpPr>
          <p:cNvPr id="960" name="Google Shape;960;p35">
            <a:extLst>
              <a:ext uri="{FF2B5EF4-FFF2-40B4-BE49-F238E27FC236}">
                <a16:creationId xmlns:a16="http://schemas.microsoft.com/office/drawing/2014/main" id="{ABEF6FB5-9398-C53F-AB9D-B4B4FC1D29A5}"/>
              </a:ext>
            </a:extLst>
          </p:cNvPr>
          <p:cNvSpPr txBox="1">
            <a:spLocks noGrp="1"/>
          </p:cNvSpPr>
          <p:nvPr>
            <p:ph type="title"/>
          </p:nvPr>
        </p:nvSpPr>
        <p:spPr>
          <a:xfrm>
            <a:off x="719999" y="717920"/>
            <a:ext cx="4766400" cy="572700"/>
          </a:xfrm>
          <a:prstGeom prst="rect">
            <a:avLst/>
          </a:prstGeom>
        </p:spPr>
        <p:txBody>
          <a:bodyPr spcFirstLastPara="1" wrap="square" lIns="91425" tIns="91425" rIns="91425" bIns="91425" anchor="t" anchorCtr="0">
            <a:noAutofit/>
          </a:bodyPr>
          <a:lstStyle/>
          <a:p>
            <a:r>
              <a:rPr lang="en" dirty="0">
                <a:solidFill>
                  <a:schemeClr val="dk2"/>
                </a:solidFill>
              </a:rPr>
              <a:t>AI for Climate Change</a:t>
            </a:r>
            <a:br>
              <a:rPr lang="en-IN" dirty="0"/>
            </a:br>
            <a:endParaRPr dirty="0"/>
          </a:p>
        </p:txBody>
      </p:sp>
      <p:sp>
        <p:nvSpPr>
          <p:cNvPr id="961" name="Google Shape;961;p35">
            <a:extLst>
              <a:ext uri="{FF2B5EF4-FFF2-40B4-BE49-F238E27FC236}">
                <a16:creationId xmlns:a16="http://schemas.microsoft.com/office/drawing/2014/main" id="{2AD96A46-3C27-78C8-80D2-C8E20651C8B6}"/>
              </a:ext>
            </a:extLst>
          </p:cNvPr>
          <p:cNvSpPr txBox="1">
            <a:spLocks noGrp="1"/>
          </p:cNvSpPr>
          <p:nvPr>
            <p:ph type="subTitle" idx="1"/>
          </p:nvPr>
        </p:nvSpPr>
        <p:spPr>
          <a:xfrm>
            <a:off x="719999" y="2039521"/>
            <a:ext cx="3078850" cy="1647816"/>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600" dirty="0">
                <a:latin typeface="Times New Roman" panose="02020603050405020304" pitchFamily="18" charset="0"/>
                <a:cs typeface="Times New Roman" panose="02020603050405020304" pitchFamily="18" charset="0"/>
              </a:rPr>
              <a:t>AI systems that work hand-in-hand with urban planners, using human feedback to continually refine city layouts.</a:t>
            </a:r>
            <a:endParaRPr sz="1600" dirty="0">
              <a:latin typeface="Times New Roman" panose="02020603050405020304" pitchFamily="18" charset="0"/>
              <a:cs typeface="Times New Roman" panose="02020603050405020304" pitchFamily="18" charset="0"/>
            </a:endParaRPr>
          </a:p>
        </p:txBody>
      </p:sp>
      <p:sp>
        <p:nvSpPr>
          <p:cNvPr id="962" name="Google Shape;962;p35">
            <a:extLst>
              <a:ext uri="{FF2B5EF4-FFF2-40B4-BE49-F238E27FC236}">
                <a16:creationId xmlns:a16="http://schemas.microsoft.com/office/drawing/2014/main" id="{7C44646A-AF05-D71A-6136-4CB6E978F3E4}"/>
              </a:ext>
            </a:extLst>
          </p:cNvPr>
          <p:cNvSpPr txBox="1">
            <a:spLocks noGrp="1"/>
          </p:cNvSpPr>
          <p:nvPr>
            <p:ph type="subTitle" idx="2"/>
          </p:nvPr>
        </p:nvSpPr>
        <p:spPr>
          <a:xfrm>
            <a:off x="5273810" y="3028262"/>
            <a:ext cx="2432400" cy="1461962"/>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1600" dirty="0">
                <a:latin typeface="Times New Roman" panose="02020603050405020304" pitchFamily="18" charset="0"/>
                <a:cs typeface="Times New Roman" panose="02020603050405020304" pitchFamily="18" charset="0"/>
              </a:rPr>
              <a:t>Generative AI can simulate how city designs will stand against rising temperatures, sea levels, and extreme weather.</a:t>
            </a:r>
            <a:endParaRPr sz="1600" dirty="0">
              <a:latin typeface="Times New Roman" panose="02020603050405020304" pitchFamily="18" charset="0"/>
              <a:cs typeface="Times New Roman" panose="02020603050405020304" pitchFamily="18" charset="0"/>
            </a:endParaRPr>
          </a:p>
        </p:txBody>
      </p:sp>
      <p:sp>
        <p:nvSpPr>
          <p:cNvPr id="20" name="Google Shape;960;p35">
            <a:extLst>
              <a:ext uri="{FF2B5EF4-FFF2-40B4-BE49-F238E27FC236}">
                <a16:creationId xmlns:a16="http://schemas.microsoft.com/office/drawing/2014/main" id="{7C124A8E-D6D4-D6AB-1F3C-DAA8756CD85E}"/>
              </a:ext>
            </a:extLst>
          </p:cNvPr>
          <p:cNvSpPr txBox="1">
            <a:spLocks/>
          </p:cNvSpPr>
          <p:nvPr/>
        </p:nvSpPr>
        <p:spPr>
          <a:xfrm>
            <a:off x="4668644" y="2201519"/>
            <a:ext cx="364273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1pPr>
            <a:lvl2pPr marR="0" lvl="1"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9pPr>
          </a:lstStyle>
          <a:p>
            <a:r>
              <a:rPr lang="en-IN" b="1" dirty="0"/>
              <a:t>Collaborative AI</a:t>
            </a:r>
            <a:endParaRPr lang="en-IN" dirty="0"/>
          </a:p>
        </p:txBody>
      </p:sp>
    </p:spTree>
    <p:extLst>
      <p:ext uri="{BB962C8B-B14F-4D97-AF65-F5344CB8AC3E}">
        <p14:creationId xmlns:p14="http://schemas.microsoft.com/office/powerpoint/2010/main" val="3925631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76">
          <a:extLst>
            <a:ext uri="{FF2B5EF4-FFF2-40B4-BE49-F238E27FC236}">
              <a16:creationId xmlns:a16="http://schemas.microsoft.com/office/drawing/2014/main" id="{68A712EF-56ED-1161-98D3-5883E94B3737}"/>
            </a:ext>
          </a:extLst>
        </p:cNvPr>
        <p:cNvGrpSpPr/>
        <p:nvPr/>
      </p:nvGrpSpPr>
      <p:grpSpPr>
        <a:xfrm>
          <a:off x="0" y="0"/>
          <a:ext cx="0" cy="0"/>
          <a:chOff x="0" y="0"/>
          <a:chExt cx="0" cy="0"/>
        </a:xfrm>
      </p:grpSpPr>
      <p:cxnSp>
        <p:nvCxnSpPr>
          <p:cNvPr id="977" name="Google Shape;977;p36">
            <a:extLst>
              <a:ext uri="{FF2B5EF4-FFF2-40B4-BE49-F238E27FC236}">
                <a16:creationId xmlns:a16="http://schemas.microsoft.com/office/drawing/2014/main" id="{D5F6ADB6-A757-345B-01CA-5320179FB626}"/>
              </a:ext>
            </a:extLst>
          </p:cNvPr>
          <p:cNvCxnSpPr/>
          <p:nvPr/>
        </p:nvCxnSpPr>
        <p:spPr>
          <a:xfrm>
            <a:off x="523925" y="4604000"/>
            <a:ext cx="3472500" cy="0"/>
          </a:xfrm>
          <a:prstGeom prst="straightConnector1">
            <a:avLst/>
          </a:prstGeom>
          <a:noFill/>
          <a:ln w="19050" cap="flat" cmpd="sng">
            <a:solidFill>
              <a:schemeClr val="dk1"/>
            </a:solidFill>
            <a:prstDash val="solid"/>
            <a:round/>
            <a:headEnd type="none" w="med" len="med"/>
            <a:tailEnd type="none" w="med" len="med"/>
          </a:ln>
        </p:spPr>
      </p:cxnSp>
      <p:grpSp>
        <p:nvGrpSpPr>
          <p:cNvPr id="980" name="Google Shape;980;p36">
            <a:extLst>
              <a:ext uri="{FF2B5EF4-FFF2-40B4-BE49-F238E27FC236}">
                <a16:creationId xmlns:a16="http://schemas.microsoft.com/office/drawing/2014/main" id="{BB1AACFB-361A-AD18-10B6-1642774D3931}"/>
              </a:ext>
            </a:extLst>
          </p:cNvPr>
          <p:cNvGrpSpPr/>
          <p:nvPr/>
        </p:nvGrpSpPr>
        <p:grpSpPr>
          <a:xfrm rot="5400000">
            <a:off x="8322971" y="-141834"/>
            <a:ext cx="374394" cy="962866"/>
            <a:chOff x="-720900" y="1958300"/>
            <a:chExt cx="462900" cy="1190488"/>
          </a:xfrm>
        </p:grpSpPr>
        <p:sp>
          <p:nvSpPr>
            <p:cNvPr id="981" name="Google Shape;981;p36">
              <a:extLst>
                <a:ext uri="{FF2B5EF4-FFF2-40B4-BE49-F238E27FC236}">
                  <a16:creationId xmlns:a16="http://schemas.microsoft.com/office/drawing/2014/main" id="{FCB1F299-0C82-8E30-3499-D9436031B252}"/>
                </a:ext>
              </a:extLst>
            </p:cNvPr>
            <p:cNvSpPr/>
            <p:nvPr/>
          </p:nvSpPr>
          <p:spPr>
            <a:xfrm>
              <a:off x="-3240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6">
              <a:extLst>
                <a:ext uri="{FF2B5EF4-FFF2-40B4-BE49-F238E27FC236}">
                  <a16:creationId xmlns:a16="http://schemas.microsoft.com/office/drawing/2014/main" id="{B97424A6-F22D-45FF-5C8C-CACCAA6AA151}"/>
                </a:ext>
              </a:extLst>
            </p:cNvPr>
            <p:cNvSpPr/>
            <p:nvPr/>
          </p:nvSpPr>
          <p:spPr>
            <a:xfrm>
              <a:off x="-3240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6">
              <a:extLst>
                <a:ext uri="{FF2B5EF4-FFF2-40B4-BE49-F238E27FC236}">
                  <a16:creationId xmlns:a16="http://schemas.microsoft.com/office/drawing/2014/main" id="{B55BDE1D-8269-A3CF-7A6D-5B3CB3C9110A}"/>
                </a:ext>
              </a:extLst>
            </p:cNvPr>
            <p:cNvSpPr/>
            <p:nvPr/>
          </p:nvSpPr>
          <p:spPr>
            <a:xfrm>
              <a:off x="-3240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6">
              <a:extLst>
                <a:ext uri="{FF2B5EF4-FFF2-40B4-BE49-F238E27FC236}">
                  <a16:creationId xmlns:a16="http://schemas.microsoft.com/office/drawing/2014/main" id="{F5A4A199-BC88-B670-0C6D-946431C0210C}"/>
                </a:ext>
              </a:extLst>
            </p:cNvPr>
            <p:cNvSpPr/>
            <p:nvPr/>
          </p:nvSpPr>
          <p:spPr>
            <a:xfrm>
              <a:off x="-3240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6">
              <a:extLst>
                <a:ext uri="{FF2B5EF4-FFF2-40B4-BE49-F238E27FC236}">
                  <a16:creationId xmlns:a16="http://schemas.microsoft.com/office/drawing/2014/main" id="{92135FE3-FD0A-BF33-CDB8-0E1CFEAF3E17}"/>
                </a:ext>
              </a:extLst>
            </p:cNvPr>
            <p:cNvSpPr/>
            <p:nvPr/>
          </p:nvSpPr>
          <p:spPr>
            <a:xfrm>
              <a:off x="-52245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6">
              <a:extLst>
                <a:ext uri="{FF2B5EF4-FFF2-40B4-BE49-F238E27FC236}">
                  <a16:creationId xmlns:a16="http://schemas.microsoft.com/office/drawing/2014/main" id="{A14DAC70-0748-C614-CF79-B9CBBCCE3CCD}"/>
                </a:ext>
              </a:extLst>
            </p:cNvPr>
            <p:cNvSpPr/>
            <p:nvPr/>
          </p:nvSpPr>
          <p:spPr>
            <a:xfrm>
              <a:off x="-52245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6">
              <a:extLst>
                <a:ext uri="{FF2B5EF4-FFF2-40B4-BE49-F238E27FC236}">
                  <a16:creationId xmlns:a16="http://schemas.microsoft.com/office/drawing/2014/main" id="{9ADA40EE-C6AB-EB74-492E-87CD5AA4B8FA}"/>
                </a:ext>
              </a:extLst>
            </p:cNvPr>
            <p:cNvSpPr/>
            <p:nvPr/>
          </p:nvSpPr>
          <p:spPr>
            <a:xfrm>
              <a:off x="-52245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6">
              <a:extLst>
                <a:ext uri="{FF2B5EF4-FFF2-40B4-BE49-F238E27FC236}">
                  <a16:creationId xmlns:a16="http://schemas.microsoft.com/office/drawing/2014/main" id="{E786668A-EE94-4229-ACCC-478B5F8AC2A3}"/>
                </a:ext>
              </a:extLst>
            </p:cNvPr>
            <p:cNvSpPr/>
            <p:nvPr/>
          </p:nvSpPr>
          <p:spPr>
            <a:xfrm>
              <a:off x="-52245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6">
              <a:extLst>
                <a:ext uri="{FF2B5EF4-FFF2-40B4-BE49-F238E27FC236}">
                  <a16:creationId xmlns:a16="http://schemas.microsoft.com/office/drawing/2014/main" id="{6A493911-FD01-4FDD-1B33-9A2815141D22}"/>
                </a:ext>
              </a:extLst>
            </p:cNvPr>
            <p:cNvSpPr/>
            <p:nvPr/>
          </p:nvSpPr>
          <p:spPr>
            <a:xfrm>
              <a:off x="-720900" y="280167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6">
              <a:extLst>
                <a:ext uri="{FF2B5EF4-FFF2-40B4-BE49-F238E27FC236}">
                  <a16:creationId xmlns:a16="http://schemas.microsoft.com/office/drawing/2014/main" id="{57B85C87-74BD-FBC1-520D-30984686F40B}"/>
                </a:ext>
              </a:extLst>
            </p:cNvPr>
            <p:cNvSpPr/>
            <p:nvPr/>
          </p:nvSpPr>
          <p:spPr>
            <a:xfrm>
              <a:off x="-720900" y="308278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6">
              <a:extLst>
                <a:ext uri="{FF2B5EF4-FFF2-40B4-BE49-F238E27FC236}">
                  <a16:creationId xmlns:a16="http://schemas.microsoft.com/office/drawing/2014/main" id="{A8F23763-48AC-8BB4-0FD8-ECADCA9A2C21}"/>
                </a:ext>
              </a:extLst>
            </p:cNvPr>
            <p:cNvSpPr/>
            <p:nvPr/>
          </p:nvSpPr>
          <p:spPr>
            <a:xfrm>
              <a:off x="-720900" y="2239425"/>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6">
              <a:extLst>
                <a:ext uri="{FF2B5EF4-FFF2-40B4-BE49-F238E27FC236}">
                  <a16:creationId xmlns:a16="http://schemas.microsoft.com/office/drawing/2014/main" id="{AA7B1E34-A220-5294-E736-B397DE283BA5}"/>
                </a:ext>
              </a:extLst>
            </p:cNvPr>
            <p:cNvSpPr/>
            <p:nvPr/>
          </p:nvSpPr>
          <p:spPr>
            <a:xfrm>
              <a:off x="-720900" y="2520538"/>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6">
              <a:extLst>
                <a:ext uri="{FF2B5EF4-FFF2-40B4-BE49-F238E27FC236}">
                  <a16:creationId xmlns:a16="http://schemas.microsoft.com/office/drawing/2014/main" id="{0D4248DD-1E11-0017-9F65-109D7A6E4E02}"/>
                </a:ext>
              </a:extLst>
            </p:cNvPr>
            <p:cNvSpPr/>
            <p:nvPr/>
          </p:nvSpPr>
          <p:spPr>
            <a:xfrm>
              <a:off x="-3240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6">
              <a:extLst>
                <a:ext uri="{FF2B5EF4-FFF2-40B4-BE49-F238E27FC236}">
                  <a16:creationId xmlns:a16="http://schemas.microsoft.com/office/drawing/2014/main" id="{88C2F50F-B6D7-61BE-5D8D-7BCD5840DB87}"/>
                </a:ext>
              </a:extLst>
            </p:cNvPr>
            <p:cNvSpPr/>
            <p:nvPr/>
          </p:nvSpPr>
          <p:spPr>
            <a:xfrm>
              <a:off x="-52245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6">
              <a:extLst>
                <a:ext uri="{FF2B5EF4-FFF2-40B4-BE49-F238E27FC236}">
                  <a16:creationId xmlns:a16="http://schemas.microsoft.com/office/drawing/2014/main" id="{79052EF1-6BCC-E8B4-BC98-92B345CE2B29}"/>
                </a:ext>
              </a:extLst>
            </p:cNvPr>
            <p:cNvSpPr/>
            <p:nvPr/>
          </p:nvSpPr>
          <p:spPr>
            <a:xfrm>
              <a:off x="-720900" y="1958300"/>
              <a:ext cx="66000" cy="66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36">
            <a:extLst>
              <a:ext uri="{FF2B5EF4-FFF2-40B4-BE49-F238E27FC236}">
                <a16:creationId xmlns:a16="http://schemas.microsoft.com/office/drawing/2014/main" id="{C2128C83-01EE-664D-5AB1-9D1C605146C8}"/>
              </a:ext>
            </a:extLst>
          </p:cNvPr>
          <p:cNvGrpSpPr/>
          <p:nvPr/>
        </p:nvGrpSpPr>
        <p:grpSpPr>
          <a:xfrm>
            <a:off x="2032827" y="2624254"/>
            <a:ext cx="1028275" cy="1979878"/>
            <a:chOff x="2498921" y="1692268"/>
            <a:chExt cx="1312579" cy="2527289"/>
          </a:xfrm>
        </p:grpSpPr>
        <p:sp>
          <p:nvSpPr>
            <p:cNvPr id="997" name="Google Shape;997;p36">
              <a:extLst>
                <a:ext uri="{FF2B5EF4-FFF2-40B4-BE49-F238E27FC236}">
                  <a16:creationId xmlns:a16="http://schemas.microsoft.com/office/drawing/2014/main" id="{2B98D399-64BA-728B-FF30-F50C4D23A206}"/>
                </a:ext>
              </a:extLst>
            </p:cNvPr>
            <p:cNvSpPr/>
            <p:nvPr/>
          </p:nvSpPr>
          <p:spPr>
            <a:xfrm>
              <a:off x="2498921" y="2306609"/>
              <a:ext cx="743093" cy="652503"/>
            </a:xfrm>
            <a:custGeom>
              <a:avLst/>
              <a:gdLst/>
              <a:ahLst/>
              <a:cxnLst/>
              <a:rect l="l" t="t" r="r" b="b"/>
              <a:pathLst>
                <a:path w="12657" h="11114" extrusionOk="0">
                  <a:moveTo>
                    <a:pt x="10647" y="1"/>
                  </a:moveTo>
                  <a:cubicBezTo>
                    <a:pt x="9855" y="1"/>
                    <a:pt x="9151" y="537"/>
                    <a:pt x="9198" y="1361"/>
                  </a:cubicBezTo>
                  <a:cubicBezTo>
                    <a:pt x="9273" y="2464"/>
                    <a:pt x="8922" y="3541"/>
                    <a:pt x="9148" y="4619"/>
                  </a:cubicBezTo>
                  <a:cubicBezTo>
                    <a:pt x="9173" y="4744"/>
                    <a:pt x="9223" y="4870"/>
                    <a:pt x="9223" y="5020"/>
                  </a:cubicBezTo>
                  <a:cubicBezTo>
                    <a:pt x="9223" y="5145"/>
                    <a:pt x="9173" y="5271"/>
                    <a:pt x="9148" y="5396"/>
                  </a:cubicBezTo>
                  <a:cubicBezTo>
                    <a:pt x="9073" y="5797"/>
                    <a:pt x="9073" y="6223"/>
                    <a:pt x="9073" y="6649"/>
                  </a:cubicBezTo>
                  <a:cubicBezTo>
                    <a:pt x="9073" y="6925"/>
                    <a:pt x="9098" y="7050"/>
                    <a:pt x="8847" y="7176"/>
                  </a:cubicBezTo>
                  <a:cubicBezTo>
                    <a:pt x="8597" y="7276"/>
                    <a:pt x="8196" y="7251"/>
                    <a:pt x="7920" y="7301"/>
                  </a:cubicBezTo>
                  <a:cubicBezTo>
                    <a:pt x="7318" y="7401"/>
                    <a:pt x="6717" y="7577"/>
                    <a:pt x="6191" y="7927"/>
                  </a:cubicBezTo>
                  <a:cubicBezTo>
                    <a:pt x="5288" y="8504"/>
                    <a:pt x="4236" y="8604"/>
                    <a:pt x="3308" y="9206"/>
                  </a:cubicBezTo>
                  <a:cubicBezTo>
                    <a:pt x="3133" y="9306"/>
                    <a:pt x="2982" y="9406"/>
                    <a:pt x="2807" y="9456"/>
                  </a:cubicBezTo>
                  <a:cubicBezTo>
                    <a:pt x="2694" y="9494"/>
                    <a:pt x="2581" y="9506"/>
                    <a:pt x="2469" y="9506"/>
                  </a:cubicBezTo>
                  <a:cubicBezTo>
                    <a:pt x="2356" y="9506"/>
                    <a:pt x="2243" y="9494"/>
                    <a:pt x="2130" y="9481"/>
                  </a:cubicBezTo>
                  <a:cubicBezTo>
                    <a:pt x="1454" y="9481"/>
                    <a:pt x="752" y="9632"/>
                    <a:pt x="276" y="10108"/>
                  </a:cubicBezTo>
                  <a:cubicBezTo>
                    <a:pt x="125" y="10258"/>
                    <a:pt x="0" y="10509"/>
                    <a:pt x="100" y="10709"/>
                  </a:cubicBezTo>
                  <a:cubicBezTo>
                    <a:pt x="150" y="10810"/>
                    <a:pt x="276" y="10885"/>
                    <a:pt x="376" y="10935"/>
                  </a:cubicBezTo>
                  <a:cubicBezTo>
                    <a:pt x="665" y="11062"/>
                    <a:pt x="962" y="11113"/>
                    <a:pt x="1259" y="11113"/>
                  </a:cubicBezTo>
                  <a:cubicBezTo>
                    <a:pt x="1787" y="11113"/>
                    <a:pt x="2320" y="10952"/>
                    <a:pt x="2832" y="10760"/>
                  </a:cubicBezTo>
                  <a:cubicBezTo>
                    <a:pt x="3484" y="10509"/>
                    <a:pt x="4286" y="10459"/>
                    <a:pt x="4988" y="10409"/>
                  </a:cubicBezTo>
                  <a:cubicBezTo>
                    <a:pt x="6165" y="10308"/>
                    <a:pt x="7343" y="10384"/>
                    <a:pt x="8496" y="10133"/>
                  </a:cubicBezTo>
                  <a:cubicBezTo>
                    <a:pt x="9123" y="10008"/>
                    <a:pt x="9749" y="9857"/>
                    <a:pt x="10301" y="9556"/>
                  </a:cubicBezTo>
                  <a:cubicBezTo>
                    <a:pt x="10827" y="9306"/>
                    <a:pt x="11479" y="9055"/>
                    <a:pt x="11729" y="8479"/>
                  </a:cubicBezTo>
                  <a:cubicBezTo>
                    <a:pt x="11780" y="8353"/>
                    <a:pt x="11805" y="8253"/>
                    <a:pt x="11830" y="8128"/>
                  </a:cubicBezTo>
                  <a:cubicBezTo>
                    <a:pt x="12055" y="7276"/>
                    <a:pt x="12256" y="6424"/>
                    <a:pt x="12481" y="5572"/>
                  </a:cubicBezTo>
                  <a:cubicBezTo>
                    <a:pt x="12657" y="4920"/>
                    <a:pt x="12632" y="4243"/>
                    <a:pt x="12607" y="3566"/>
                  </a:cubicBezTo>
                  <a:cubicBezTo>
                    <a:pt x="12607" y="2990"/>
                    <a:pt x="12506" y="2439"/>
                    <a:pt x="12331" y="1912"/>
                  </a:cubicBezTo>
                  <a:cubicBezTo>
                    <a:pt x="12181" y="1511"/>
                    <a:pt x="12055" y="1010"/>
                    <a:pt x="11830" y="659"/>
                  </a:cubicBezTo>
                  <a:cubicBezTo>
                    <a:pt x="11604" y="283"/>
                    <a:pt x="11203" y="58"/>
                    <a:pt x="10802" y="8"/>
                  </a:cubicBezTo>
                  <a:cubicBezTo>
                    <a:pt x="10750" y="3"/>
                    <a:pt x="10698" y="1"/>
                    <a:pt x="10647"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6">
              <a:extLst>
                <a:ext uri="{FF2B5EF4-FFF2-40B4-BE49-F238E27FC236}">
                  <a16:creationId xmlns:a16="http://schemas.microsoft.com/office/drawing/2014/main" id="{DB428636-5914-4189-849C-A91E3BAF3BE3}"/>
                </a:ext>
              </a:extLst>
            </p:cNvPr>
            <p:cNvSpPr/>
            <p:nvPr/>
          </p:nvSpPr>
          <p:spPr>
            <a:xfrm>
              <a:off x="2822589" y="3689581"/>
              <a:ext cx="292904" cy="443848"/>
            </a:xfrm>
            <a:custGeom>
              <a:avLst/>
              <a:gdLst/>
              <a:ahLst/>
              <a:cxnLst/>
              <a:rect l="l" t="t" r="r" b="b"/>
              <a:pathLst>
                <a:path w="4989" h="7560" extrusionOk="0">
                  <a:moveTo>
                    <a:pt x="1160" y="1"/>
                  </a:moveTo>
                  <a:cubicBezTo>
                    <a:pt x="862" y="1"/>
                    <a:pt x="581" y="110"/>
                    <a:pt x="377" y="336"/>
                  </a:cubicBezTo>
                  <a:cubicBezTo>
                    <a:pt x="1" y="762"/>
                    <a:pt x="26" y="1489"/>
                    <a:pt x="427" y="2066"/>
                  </a:cubicBezTo>
                  <a:cubicBezTo>
                    <a:pt x="552" y="2241"/>
                    <a:pt x="678" y="2417"/>
                    <a:pt x="803" y="2592"/>
                  </a:cubicBezTo>
                  <a:cubicBezTo>
                    <a:pt x="1129" y="3093"/>
                    <a:pt x="1379" y="3595"/>
                    <a:pt x="1279" y="4271"/>
                  </a:cubicBezTo>
                  <a:cubicBezTo>
                    <a:pt x="1154" y="5249"/>
                    <a:pt x="352" y="5925"/>
                    <a:pt x="126" y="6878"/>
                  </a:cubicBezTo>
                  <a:cubicBezTo>
                    <a:pt x="101" y="6978"/>
                    <a:pt x="101" y="7053"/>
                    <a:pt x="126" y="7153"/>
                  </a:cubicBezTo>
                  <a:cubicBezTo>
                    <a:pt x="176" y="7329"/>
                    <a:pt x="352" y="7479"/>
                    <a:pt x="527" y="7529"/>
                  </a:cubicBezTo>
                  <a:cubicBezTo>
                    <a:pt x="603" y="7550"/>
                    <a:pt x="679" y="7560"/>
                    <a:pt x="753" y="7560"/>
                  </a:cubicBezTo>
                  <a:cubicBezTo>
                    <a:pt x="1588" y="7560"/>
                    <a:pt x="2325" y="6356"/>
                    <a:pt x="2808" y="5850"/>
                  </a:cubicBezTo>
                  <a:cubicBezTo>
                    <a:pt x="3485" y="5174"/>
                    <a:pt x="4136" y="4522"/>
                    <a:pt x="4813" y="3845"/>
                  </a:cubicBezTo>
                  <a:cubicBezTo>
                    <a:pt x="4988" y="3670"/>
                    <a:pt x="4963" y="3344"/>
                    <a:pt x="4763" y="3118"/>
                  </a:cubicBezTo>
                  <a:lnTo>
                    <a:pt x="2532" y="813"/>
                  </a:lnTo>
                  <a:lnTo>
                    <a:pt x="2206" y="462"/>
                  </a:lnTo>
                  <a:cubicBezTo>
                    <a:pt x="1905" y="160"/>
                    <a:pt x="1520" y="1"/>
                    <a:pt x="1160"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6">
              <a:extLst>
                <a:ext uri="{FF2B5EF4-FFF2-40B4-BE49-F238E27FC236}">
                  <a16:creationId xmlns:a16="http://schemas.microsoft.com/office/drawing/2014/main" id="{8FD60B59-FB20-9616-721A-B64ED1D29B6B}"/>
                </a:ext>
              </a:extLst>
            </p:cNvPr>
            <p:cNvSpPr/>
            <p:nvPr/>
          </p:nvSpPr>
          <p:spPr>
            <a:xfrm>
              <a:off x="3308179" y="3295813"/>
              <a:ext cx="29472" cy="644577"/>
            </a:xfrm>
            <a:custGeom>
              <a:avLst/>
              <a:gdLst/>
              <a:ahLst/>
              <a:cxnLst/>
              <a:rect l="l" t="t" r="r" b="b"/>
              <a:pathLst>
                <a:path w="502" h="10979" extrusionOk="0">
                  <a:moveTo>
                    <a:pt x="1" y="1"/>
                  </a:moveTo>
                  <a:lnTo>
                    <a:pt x="1" y="10978"/>
                  </a:lnTo>
                  <a:lnTo>
                    <a:pt x="502" y="10978"/>
                  </a:lnTo>
                  <a:lnTo>
                    <a:pt x="50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6">
              <a:extLst>
                <a:ext uri="{FF2B5EF4-FFF2-40B4-BE49-F238E27FC236}">
                  <a16:creationId xmlns:a16="http://schemas.microsoft.com/office/drawing/2014/main" id="{FEC3A813-7DB1-9721-8FF4-D04C12004376}"/>
                </a:ext>
              </a:extLst>
            </p:cNvPr>
            <p:cNvSpPr/>
            <p:nvPr/>
          </p:nvSpPr>
          <p:spPr>
            <a:xfrm>
              <a:off x="3072752" y="3938864"/>
              <a:ext cx="504789" cy="135385"/>
            </a:xfrm>
            <a:custGeom>
              <a:avLst/>
              <a:gdLst/>
              <a:ahLst/>
              <a:cxnLst/>
              <a:rect l="l" t="t" r="r" b="b"/>
              <a:pathLst>
                <a:path w="8598" h="2306" fill="none" extrusionOk="0">
                  <a:moveTo>
                    <a:pt x="8597" y="2306"/>
                  </a:moveTo>
                  <a:cubicBezTo>
                    <a:pt x="8597" y="702"/>
                    <a:pt x="5740" y="25"/>
                    <a:pt x="4311" y="25"/>
                  </a:cubicBezTo>
                  <a:cubicBezTo>
                    <a:pt x="2607" y="0"/>
                    <a:pt x="1" y="652"/>
                    <a:pt x="1"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6">
              <a:extLst>
                <a:ext uri="{FF2B5EF4-FFF2-40B4-BE49-F238E27FC236}">
                  <a16:creationId xmlns:a16="http://schemas.microsoft.com/office/drawing/2014/main" id="{7B7C48AD-B15F-5BBE-BAD3-A8802BD64302}"/>
                </a:ext>
              </a:extLst>
            </p:cNvPr>
            <p:cNvSpPr/>
            <p:nvPr/>
          </p:nvSpPr>
          <p:spPr>
            <a:xfrm>
              <a:off x="3322916" y="3941799"/>
              <a:ext cx="59" cy="158987"/>
            </a:xfrm>
            <a:custGeom>
              <a:avLst/>
              <a:gdLst/>
              <a:ahLst/>
              <a:cxnLst/>
              <a:rect l="l" t="t" r="r" b="b"/>
              <a:pathLst>
                <a:path w="1" h="2708" fill="none" extrusionOk="0">
                  <a:moveTo>
                    <a:pt x="0" y="2707"/>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6">
              <a:extLst>
                <a:ext uri="{FF2B5EF4-FFF2-40B4-BE49-F238E27FC236}">
                  <a16:creationId xmlns:a16="http://schemas.microsoft.com/office/drawing/2014/main" id="{086B9CC5-1089-B4FF-B488-315556E9B926}"/>
                </a:ext>
              </a:extLst>
            </p:cNvPr>
            <p:cNvSpPr/>
            <p:nvPr/>
          </p:nvSpPr>
          <p:spPr>
            <a:xfrm>
              <a:off x="3031538" y="4056577"/>
              <a:ext cx="82488" cy="82429"/>
            </a:xfrm>
            <a:custGeom>
              <a:avLst/>
              <a:gdLst/>
              <a:ahLst/>
              <a:cxnLst/>
              <a:rect l="l" t="t" r="r" b="b"/>
              <a:pathLst>
                <a:path w="1405" h="1404" extrusionOk="0">
                  <a:moveTo>
                    <a:pt x="703" y="0"/>
                  </a:moveTo>
                  <a:cubicBezTo>
                    <a:pt x="301" y="0"/>
                    <a:pt x="1" y="326"/>
                    <a:pt x="1" y="702"/>
                  </a:cubicBezTo>
                  <a:cubicBezTo>
                    <a:pt x="1" y="1103"/>
                    <a:pt x="301" y="1404"/>
                    <a:pt x="703" y="1404"/>
                  </a:cubicBezTo>
                  <a:cubicBezTo>
                    <a:pt x="1078" y="1404"/>
                    <a:pt x="1404" y="1103"/>
                    <a:pt x="1404" y="702"/>
                  </a:cubicBezTo>
                  <a:cubicBezTo>
                    <a:pt x="1404" y="326"/>
                    <a:pt x="1078"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6">
              <a:extLst>
                <a:ext uri="{FF2B5EF4-FFF2-40B4-BE49-F238E27FC236}">
                  <a16:creationId xmlns:a16="http://schemas.microsoft.com/office/drawing/2014/main" id="{B438C95E-0F6E-F164-7077-5186BADBB7DE}"/>
                </a:ext>
              </a:extLst>
            </p:cNvPr>
            <p:cNvSpPr/>
            <p:nvPr/>
          </p:nvSpPr>
          <p:spPr>
            <a:xfrm>
              <a:off x="3281701"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6">
              <a:extLst>
                <a:ext uri="{FF2B5EF4-FFF2-40B4-BE49-F238E27FC236}">
                  <a16:creationId xmlns:a16="http://schemas.microsoft.com/office/drawing/2014/main" id="{ED0400DB-9366-754F-D62E-3E40C1723A36}"/>
                </a:ext>
              </a:extLst>
            </p:cNvPr>
            <p:cNvSpPr/>
            <p:nvPr/>
          </p:nvSpPr>
          <p:spPr>
            <a:xfrm>
              <a:off x="3531865" y="4056577"/>
              <a:ext cx="82429" cy="82429"/>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6">
              <a:extLst>
                <a:ext uri="{FF2B5EF4-FFF2-40B4-BE49-F238E27FC236}">
                  <a16:creationId xmlns:a16="http://schemas.microsoft.com/office/drawing/2014/main" id="{568EB981-7E82-A9BA-FD62-BB8E7F40BE0A}"/>
                </a:ext>
              </a:extLst>
            </p:cNvPr>
            <p:cNvSpPr/>
            <p:nvPr/>
          </p:nvSpPr>
          <p:spPr>
            <a:xfrm>
              <a:off x="2604834" y="3879919"/>
              <a:ext cx="366468" cy="339637"/>
            </a:xfrm>
            <a:custGeom>
              <a:avLst/>
              <a:gdLst/>
              <a:ahLst/>
              <a:cxnLst/>
              <a:rect l="l" t="t" r="r" b="b"/>
              <a:pathLst>
                <a:path w="6242" h="5785" extrusionOk="0">
                  <a:moveTo>
                    <a:pt x="5077" y="1"/>
                  </a:moveTo>
                  <a:cubicBezTo>
                    <a:pt x="5064" y="1"/>
                    <a:pt x="5051" y="1"/>
                    <a:pt x="5038" y="2"/>
                  </a:cubicBezTo>
                  <a:cubicBezTo>
                    <a:pt x="4462" y="52"/>
                    <a:pt x="3960" y="603"/>
                    <a:pt x="3860" y="1280"/>
                  </a:cubicBezTo>
                  <a:cubicBezTo>
                    <a:pt x="3810" y="1505"/>
                    <a:pt x="3785" y="1706"/>
                    <a:pt x="3735" y="1932"/>
                  </a:cubicBezTo>
                  <a:cubicBezTo>
                    <a:pt x="3635" y="2533"/>
                    <a:pt x="3484" y="3034"/>
                    <a:pt x="2933" y="3460"/>
                  </a:cubicBezTo>
                  <a:cubicBezTo>
                    <a:pt x="2156" y="4087"/>
                    <a:pt x="1103" y="3987"/>
                    <a:pt x="276" y="4538"/>
                  </a:cubicBezTo>
                  <a:cubicBezTo>
                    <a:pt x="201" y="4588"/>
                    <a:pt x="126" y="4638"/>
                    <a:pt x="101" y="4739"/>
                  </a:cubicBezTo>
                  <a:cubicBezTo>
                    <a:pt x="1" y="4889"/>
                    <a:pt x="26" y="5115"/>
                    <a:pt x="126" y="5265"/>
                  </a:cubicBezTo>
                  <a:cubicBezTo>
                    <a:pt x="376" y="5678"/>
                    <a:pt x="890" y="5785"/>
                    <a:pt x="1435" y="5785"/>
                  </a:cubicBezTo>
                  <a:cubicBezTo>
                    <a:pt x="1980" y="5785"/>
                    <a:pt x="2557" y="5678"/>
                    <a:pt x="2933" y="5666"/>
                  </a:cubicBezTo>
                  <a:lnTo>
                    <a:pt x="5765" y="5616"/>
                  </a:lnTo>
                  <a:cubicBezTo>
                    <a:pt x="6016" y="5616"/>
                    <a:pt x="6216" y="5365"/>
                    <a:pt x="6216" y="5064"/>
                  </a:cubicBezTo>
                  <a:lnTo>
                    <a:pt x="6216" y="1831"/>
                  </a:lnTo>
                  <a:lnTo>
                    <a:pt x="6241" y="1380"/>
                  </a:lnTo>
                  <a:cubicBezTo>
                    <a:pt x="6241" y="594"/>
                    <a:pt x="5712" y="1"/>
                    <a:pt x="5077"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6">
              <a:extLst>
                <a:ext uri="{FF2B5EF4-FFF2-40B4-BE49-F238E27FC236}">
                  <a16:creationId xmlns:a16="http://schemas.microsoft.com/office/drawing/2014/main" id="{556B0795-7ACA-9915-FABD-1D3658FDA1F9}"/>
                </a:ext>
              </a:extLst>
            </p:cNvPr>
            <p:cNvSpPr/>
            <p:nvPr/>
          </p:nvSpPr>
          <p:spPr>
            <a:xfrm>
              <a:off x="3134574" y="2802884"/>
              <a:ext cx="59" cy="1526"/>
            </a:xfrm>
            <a:custGeom>
              <a:avLst/>
              <a:gdLst/>
              <a:ahLst/>
              <a:cxnLst/>
              <a:rect l="l" t="t" r="r" b="b"/>
              <a:pathLst>
                <a:path w="1" h="26" extrusionOk="0">
                  <a:moveTo>
                    <a:pt x="0" y="26"/>
                  </a:moveTo>
                  <a:lnTo>
                    <a:pt x="0" y="26"/>
                  </a:lnTo>
                  <a:cubicBezTo>
                    <a:pt x="0" y="26"/>
                    <a:pt x="0" y="1"/>
                    <a:pt x="0"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6">
              <a:extLst>
                <a:ext uri="{FF2B5EF4-FFF2-40B4-BE49-F238E27FC236}">
                  <a16:creationId xmlns:a16="http://schemas.microsoft.com/office/drawing/2014/main" id="{29D2CFAE-1361-9EF5-9285-E8A6C7E42115}"/>
                </a:ext>
              </a:extLst>
            </p:cNvPr>
            <p:cNvSpPr/>
            <p:nvPr/>
          </p:nvSpPr>
          <p:spPr>
            <a:xfrm>
              <a:off x="3243422" y="2273203"/>
              <a:ext cx="1526" cy="10333"/>
            </a:xfrm>
            <a:custGeom>
              <a:avLst/>
              <a:gdLst/>
              <a:ahLst/>
              <a:cxnLst/>
              <a:rect l="l" t="t" r="r" b="b"/>
              <a:pathLst>
                <a:path w="26" h="176" extrusionOk="0">
                  <a:moveTo>
                    <a:pt x="26" y="0"/>
                  </a:moveTo>
                  <a:lnTo>
                    <a:pt x="1" y="176"/>
                  </a:lnTo>
                  <a:lnTo>
                    <a:pt x="1" y="176"/>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6">
              <a:extLst>
                <a:ext uri="{FF2B5EF4-FFF2-40B4-BE49-F238E27FC236}">
                  <a16:creationId xmlns:a16="http://schemas.microsoft.com/office/drawing/2014/main" id="{A2DAFAF4-E9A0-6389-5AD6-3852C5605923}"/>
                </a:ext>
              </a:extLst>
            </p:cNvPr>
            <p:cNvSpPr/>
            <p:nvPr/>
          </p:nvSpPr>
          <p:spPr>
            <a:xfrm>
              <a:off x="3134574" y="2795546"/>
              <a:ext cx="1526" cy="7397"/>
            </a:xfrm>
            <a:custGeom>
              <a:avLst/>
              <a:gdLst/>
              <a:ahLst/>
              <a:cxnLst/>
              <a:rect l="l" t="t" r="r" b="b"/>
              <a:pathLst>
                <a:path w="26" h="126" extrusionOk="0">
                  <a:moveTo>
                    <a:pt x="25" y="0"/>
                  </a:moveTo>
                  <a:lnTo>
                    <a:pt x="11" y="69"/>
                  </a:lnTo>
                  <a:lnTo>
                    <a:pt x="11" y="69"/>
                  </a:lnTo>
                  <a:cubicBezTo>
                    <a:pt x="18" y="52"/>
                    <a:pt x="25" y="39"/>
                    <a:pt x="25" y="25"/>
                  </a:cubicBezTo>
                  <a:cubicBezTo>
                    <a:pt x="25" y="0"/>
                    <a:pt x="25" y="0"/>
                    <a:pt x="25" y="0"/>
                  </a:cubicBezTo>
                  <a:close/>
                  <a:moveTo>
                    <a:pt x="11" y="69"/>
                  </a:moveTo>
                  <a:cubicBezTo>
                    <a:pt x="6" y="84"/>
                    <a:pt x="0" y="102"/>
                    <a:pt x="0" y="126"/>
                  </a:cubicBezTo>
                  <a:lnTo>
                    <a:pt x="11" y="69"/>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6">
              <a:extLst>
                <a:ext uri="{FF2B5EF4-FFF2-40B4-BE49-F238E27FC236}">
                  <a16:creationId xmlns:a16="http://schemas.microsoft.com/office/drawing/2014/main" id="{E30A9590-292E-D75E-BED5-7B5B2C4D048D}"/>
                </a:ext>
              </a:extLst>
            </p:cNvPr>
            <p:cNvSpPr/>
            <p:nvPr/>
          </p:nvSpPr>
          <p:spPr>
            <a:xfrm>
              <a:off x="3024199" y="2245198"/>
              <a:ext cx="17730" cy="145777"/>
            </a:xfrm>
            <a:custGeom>
              <a:avLst/>
              <a:gdLst/>
              <a:ahLst/>
              <a:cxnLst/>
              <a:rect l="l" t="t" r="r" b="b"/>
              <a:pathLst>
                <a:path w="302" h="2483" extrusionOk="0">
                  <a:moveTo>
                    <a:pt x="0" y="2482"/>
                  </a:moveTo>
                  <a:lnTo>
                    <a:pt x="301" y="1"/>
                  </a:lnTo>
                  <a:lnTo>
                    <a:pt x="0" y="2482"/>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6">
              <a:extLst>
                <a:ext uri="{FF2B5EF4-FFF2-40B4-BE49-F238E27FC236}">
                  <a16:creationId xmlns:a16="http://schemas.microsoft.com/office/drawing/2014/main" id="{A6FF336F-BBFF-5193-1B24-300965ADDBE3}"/>
                </a:ext>
              </a:extLst>
            </p:cNvPr>
            <p:cNvSpPr/>
            <p:nvPr/>
          </p:nvSpPr>
          <p:spPr>
            <a:xfrm>
              <a:off x="3024199" y="2115214"/>
              <a:ext cx="238421" cy="308110"/>
            </a:xfrm>
            <a:custGeom>
              <a:avLst/>
              <a:gdLst/>
              <a:ahLst/>
              <a:cxnLst/>
              <a:rect l="l" t="t" r="r" b="b"/>
              <a:pathLst>
                <a:path w="4061" h="5248" extrusionOk="0">
                  <a:moveTo>
                    <a:pt x="3873" y="0"/>
                  </a:moveTo>
                  <a:cubicBezTo>
                    <a:pt x="3851" y="0"/>
                    <a:pt x="3829" y="3"/>
                    <a:pt x="3810" y="9"/>
                  </a:cubicBezTo>
                  <a:cubicBezTo>
                    <a:pt x="3259" y="85"/>
                    <a:pt x="2732" y="260"/>
                    <a:pt x="2231" y="435"/>
                  </a:cubicBezTo>
                  <a:cubicBezTo>
                    <a:pt x="2031" y="486"/>
                    <a:pt x="1805" y="561"/>
                    <a:pt x="1630" y="661"/>
                  </a:cubicBezTo>
                  <a:cubicBezTo>
                    <a:pt x="978" y="987"/>
                    <a:pt x="602" y="1588"/>
                    <a:pt x="401" y="2240"/>
                  </a:cubicBezTo>
                  <a:cubicBezTo>
                    <a:pt x="126" y="3042"/>
                    <a:pt x="101" y="3869"/>
                    <a:pt x="0" y="4696"/>
                  </a:cubicBezTo>
                  <a:lnTo>
                    <a:pt x="3234" y="5248"/>
                  </a:lnTo>
                  <a:cubicBezTo>
                    <a:pt x="3234" y="5248"/>
                    <a:pt x="3509" y="3969"/>
                    <a:pt x="3534" y="3869"/>
                  </a:cubicBezTo>
                  <a:cubicBezTo>
                    <a:pt x="3534" y="3318"/>
                    <a:pt x="3835" y="2842"/>
                    <a:pt x="3760" y="2265"/>
                  </a:cubicBezTo>
                  <a:cubicBezTo>
                    <a:pt x="3735" y="1889"/>
                    <a:pt x="3810" y="1513"/>
                    <a:pt x="3910" y="1137"/>
                  </a:cubicBezTo>
                  <a:cubicBezTo>
                    <a:pt x="3960" y="962"/>
                    <a:pt x="4036" y="786"/>
                    <a:pt x="4061" y="611"/>
                  </a:cubicBezTo>
                  <a:cubicBezTo>
                    <a:pt x="4061" y="461"/>
                    <a:pt x="3985" y="335"/>
                    <a:pt x="4036" y="210"/>
                  </a:cubicBezTo>
                  <a:cubicBezTo>
                    <a:pt x="4036" y="160"/>
                    <a:pt x="4036" y="135"/>
                    <a:pt x="4036" y="85"/>
                  </a:cubicBezTo>
                  <a:cubicBezTo>
                    <a:pt x="4017" y="28"/>
                    <a:pt x="3942" y="0"/>
                    <a:pt x="387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6">
              <a:extLst>
                <a:ext uri="{FF2B5EF4-FFF2-40B4-BE49-F238E27FC236}">
                  <a16:creationId xmlns:a16="http://schemas.microsoft.com/office/drawing/2014/main" id="{99FDC59C-95CD-24EB-DBE7-C87E012704AC}"/>
                </a:ext>
              </a:extLst>
            </p:cNvPr>
            <p:cNvSpPr/>
            <p:nvPr/>
          </p:nvSpPr>
          <p:spPr>
            <a:xfrm>
              <a:off x="3040403" y="2455615"/>
              <a:ext cx="771097" cy="891746"/>
            </a:xfrm>
            <a:custGeom>
              <a:avLst/>
              <a:gdLst/>
              <a:ahLst/>
              <a:cxnLst/>
              <a:rect l="l" t="t" r="r" b="b"/>
              <a:pathLst>
                <a:path w="13134" h="15189" extrusionOk="0">
                  <a:moveTo>
                    <a:pt x="7820" y="1"/>
                  </a:moveTo>
                  <a:cubicBezTo>
                    <a:pt x="6416" y="1"/>
                    <a:pt x="5288" y="1129"/>
                    <a:pt x="5288" y="2532"/>
                  </a:cubicBezTo>
                  <a:lnTo>
                    <a:pt x="5288" y="10628"/>
                  </a:lnTo>
                  <a:cubicBezTo>
                    <a:pt x="5288" y="12683"/>
                    <a:pt x="3609" y="14337"/>
                    <a:pt x="1554" y="14337"/>
                  </a:cubicBezTo>
                  <a:lnTo>
                    <a:pt x="426" y="14337"/>
                  </a:lnTo>
                  <a:cubicBezTo>
                    <a:pt x="176" y="14337"/>
                    <a:pt x="0" y="14537"/>
                    <a:pt x="0" y="14763"/>
                  </a:cubicBezTo>
                  <a:cubicBezTo>
                    <a:pt x="0" y="15014"/>
                    <a:pt x="176" y="15189"/>
                    <a:pt x="426" y="15189"/>
                  </a:cubicBezTo>
                  <a:lnTo>
                    <a:pt x="9499" y="15189"/>
                  </a:lnTo>
                  <a:cubicBezTo>
                    <a:pt x="11504" y="15189"/>
                    <a:pt x="13133" y="13560"/>
                    <a:pt x="13133" y="11580"/>
                  </a:cubicBezTo>
                  <a:lnTo>
                    <a:pt x="13133" y="2532"/>
                  </a:lnTo>
                  <a:cubicBezTo>
                    <a:pt x="13133" y="1129"/>
                    <a:pt x="12005" y="1"/>
                    <a:pt x="106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6">
              <a:extLst>
                <a:ext uri="{FF2B5EF4-FFF2-40B4-BE49-F238E27FC236}">
                  <a16:creationId xmlns:a16="http://schemas.microsoft.com/office/drawing/2014/main" id="{B12E9DAC-F36F-ABC7-AADA-D377E574DDA9}"/>
                </a:ext>
              </a:extLst>
            </p:cNvPr>
            <p:cNvSpPr/>
            <p:nvPr/>
          </p:nvSpPr>
          <p:spPr>
            <a:xfrm>
              <a:off x="2572485" y="2949777"/>
              <a:ext cx="924096" cy="367936"/>
            </a:xfrm>
            <a:custGeom>
              <a:avLst/>
              <a:gdLst/>
              <a:ahLst/>
              <a:cxnLst/>
              <a:rect l="l" t="t" r="r" b="b"/>
              <a:pathLst>
                <a:path w="15740" h="6267" extrusionOk="0">
                  <a:moveTo>
                    <a:pt x="12769" y="0"/>
                  </a:moveTo>
                  <a:cubicBezTo>
                    <a:pt x="12724" y="0"/>
                    <a:pt x="12678" y="2"/>
                    <a:pt x="12632" y="5"/>
                  </a:cubicBezTo>
                  <a:cubicBezTo>
                    <a:pt x="11629" y="80"/>
                    <a:pt x="10777" y="932"/>
                    <a:pt x="9750" y="982"/>
                  </a:cubicBezTo>
                  <a:cubicBezTo>
                    <a:pt x="9349" y="982"/>
                    <a:pt x="8973" y="882"/>
                    <a:pt x="8597" y="857"/>
                  </a:cubicBezTo>
                  <a:cubicBezTo>
                    <a:pt x="8522" y="855"/>
                    <a:pt x="8447" y="853"/>
                    <a:pt x="8372" y="853"/>
                  </a:cubicBezTo>
                  <a:cubicBezTo>
                    <a:pt x="6941" y="853"/>
                    <a:pt x="5489" y="1286"/>
                    <a:pt x="4060" y="1333"/>
                  </a:cubicBezTo>
                  <a:cubicBezTo>
                    <a:pt x="3308" y="1358"/>
                    <a:pt x="2531" y="1333"/>
                    <a:pt x="1805" y="1559"/>
                  </a:cubicBezTo>
                  <a:cubicBezTo>
                    <a:pt x="1103" y="1759"/>
                    <a:pt x="401" y="2236"/>
                    <a:pt x="151" y="2962"/>
                  </a:cubicBezTo>
                  <a:cubicBezTo>
                    <a:pt x="25" y="3338"/>
                    <a:pt x="0" y="3689"/>
                    <a:pt x="50" y="4015"/>
                  </a:cubicBezTo>
                  <a:cubicBezTo>
                    <a:pt x="201" y="5419"/>
                    <a:pt x="1780" y="6120"/>
                    <a:pt x="3158" y="6246"/>
                  </a:cubicBezTo>
                  <a:cubicBezTo>
                    <a:pt x="3388" y="6261"/>
                    <a:pt x="3617" y="6267"/>
                    <a:pt x="3846" y="6267"/>
                  </a:cubicBezTo>
                  <a:cubicBezTo>
                    <a:pt x="4656" y="6267"/>
                    <a:pt x="5466" y="6193"/>
                    <a:pt x="6276" y="6193"/>
                  </a:cubicBezTo>
                  <a:cubicBezTo>
                    <a:pt x="6365" y="6193"/>
                    <a:pt x="6453" y="6194"/>
                    <a:pt x="6542" y="6196"/>
                  </a:cubicBezTo>
                  <a:cubicBezTo>
                    <a:pt x="8070" y="6196"/>
                    <a:pt x="9599" y="6221"/>
                    <a:pt x="11128" y="6221"/>
                  </a:cubicBezTo>
                  <a:cubicBezTo>
                    <a:pt x="11303" y="6227"/>
                    <a:pt x="11468" y="6232"/>
                    <a:pt x="11627" y="6232"/>
                  </a:cubicBezTo>
                  <a:cubicBezTo>
                    <a:pt x="12102" y="6232"/>
                    <a:pt x="12525" y="6189"/>
                    <a:pt x="13033" y="6020"/>
                  </a:cubicBezTo>
                  <a:cubicBezTo>
                    <a:pt x="13609" y="5845"/>
                    <a:pt x="14161" y="5594"/>
                    <a:pt x="14587" y="5143"/>
                  </a:cubicBezTo>
                  <a:cubicBezTo>
                    <a:pt x="14887" y="4842"/>
                    <a:pt x="15113" y="4441"/>
                    <a:pt x="15263" y="4040"/>
                  </a:cubicBezTo>
                  <a:cubicBezTo>
                    <a:pt x="15664" y="3038"/>
                    <a:pt x="15740" y="1784"/>
                    <a:pt x="15038" y="982"/>
                  </a:cubicBezTo>
                  <a:cubicBezTo>
                    <a:pt x="14687" y="556"/>
                    <a:pt x="14161" y="306"/>
                    <a:pt x="13634" y="155"/>
                  </a:cubicBezTo>
                  <a:cubicBezTo>
                    <a:pt x="13351" y="68"/>
                    <a:pt x="13068" y="0"/>
                    <a:pt x="127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6">
              <a:extLst>
                <a:ext uri="{FF2B5EF4-FFF2-40B4-BE49-F238E27FC236}">
                  <a16:creationId xmlns:a16="http://schemas.microsoft.com/office/drawing/2014/main" id="{64435A34-1B76-5CB8-61FD-40CB19248F9F}"/>
                </a:ext>
              </a:extLst>
            </p:cNvPr>
            <p:cNvSpPr/>
            <p:nvPr/>
          </p:nvSpPr>
          <p:spPr>
            <a:xfrm>
              <a:off x="2559216" y="3033849"/>
              <a:ext cx="451774" cy="832978"/>
            </a:xfrm>
            <a:custGeom>
              <a:avLst/>
              <a:gdLst/>
              <a:ahLst/>
              <a:cxnLst/>
              <a:rect l="l" t="t" r="r" b="b"/>
              <a:pathLst>
                <a:path w="7695" h="14188" extrusionOk="0">
                  <a:moveTo>
                    <a:pt x="2704" y="0"/>
                  </a:moveTo>
                  <a:cubicBezTo>
                    <a:pt x="2217" y="0"/>
                    <a:pt x="1781" y="186"/>
                    <a:pt x="1404" y="478"/>
                  </a:cubicBezTo>
                  <a:cubicBezTo>
                    <a:pt x="402" y="1230"/>
                    <a:pt x="1" y="2282"/>
                    <a:pt x="251" y="3510"/>
                  </a:cubicBezTo>
                  <a:cubicBezTo>
                    <a:pt x="452" y="4613"/>
                    <a:pt x="828" y="5741"/>
                    <a:pt x="1254" y="6769"/>
                  </a:cubicBezTo>
                  <a:cubicBezTo>
                    <a:pt x="1630" y="7646"/>
                    <a:pt x="2081" y="8498"/>
                    <a:pt x="2382" y="9400"/>
                  </a:cubicBezTo>
                  <a:cubicBezTo>
                    <a:pt x="2858" y="11029"/>
                    <a:pt x="3585" y="12608"/>
                    <a:pt x="4186" y="14187"/>
                  </a:cubicBezTo>
                  <a:cubicBezTo>
                    <a:pt x="4161" y="14112"/>
                    <a:pt x="7319" y="13811"/>
                    <a:pt x="7519" y="13736"/>
                  </a:cubicBezTo>
                  <a:cubicBezTo>
                    <a:pt x="7695" y="13636"/>
                    <a:pt x="7118" y="10703"/>
                    <a:pt x="7068" y="10378"/>
                  </a:cubicBezTo>
                  <a:cubicBezTo>
                    <a:pt x="6893" y="9225"/>
                    <a:pt x="6692" y="8072"/>
                    <a:pt x="6442" y="6919"/>
                  </a:cubicBezTo>
                  <a:cubicBezTo>
                    <a:pt x="6041" y="4964"/>
                    <a:pt x="5765" y="2383"/>
                    <a:pt x="4412" y="829"/>
                  </a:cubicBezTo>
                  <a:cubicBezTo>
                    <a:pt x="4136" y="528"/>
                    <a:pt x="3785" y="277"/>
                    <a:pt x="3409" y="127"/>
                  </a:cubicBezTo>
                  <a:cubicBezTo>
                    <a:pt x="3164" y="40"/>
                    <a:pt x="2929" y="0"/>
                    <a:pt x="27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6">
              <a:extLst>
                <a:ext uri="{FF2B5EF4-FFF2-40B4-BE49-F238E27FC236}">
                  <a16:creationId xmlns:a16="http://schemas.microsoft.com/office/drawing/2014/main" id="{CAA6D405-0C93-2450-3439-C0652F052F8A}"/>
                </a:ext>
              </a:extLst>
            </p:cNvPr>
            <p:cNvSpPr/>
            <p:nvPr/>
          </p:nvSpPr>
          <p:spPr>
            <a:xfrm>
              <a:off x="3075688" y="2815801"/>
              <a:ext cx="603363" cy="502147"/>
            </a:xfrm>
            <a:custGeom>
              <a:avLst/>
              <a:gdLst/>
              <a:ahLst/>
              <a:cxnLst/>
              <a:rect l="l" t="t" r="r" b="b"/>
              <a:pathLst>
                <a:path w="10277" h="8553" extrusionOk="0">
                  <a:moveTo>
                    <a:pt x="4513" y="1"/>
                  </a:moveTo>
                  <a:cubicBezTo>
                    <a:pt x="4231" y="1"/>
                    <a:pt x="3952" y="15"/>
                    <a:pt x="3685" y="56"/>
                  </a:cubicBezTo>
                  <a:cubicBezTo>
                    <a:pt x="3108" y="132"/>
                    <a:pt x="3184" y="6"/>
                    <a:pt x="2933" y="583"/>
                  </a:cubicBezTo>
                  <a:cubicBezTo>
                    <a:pt x="2632" y="1285"/>
                    <a:pt x="2783" y="2412"/>
                    <a:pt x="2657" y="3189"/>
                  </a:cubicBezTo>
                  <a:cubicBezTo>
                    <a:pt x="2507" y="4192"/>
                    <a:pt x="2181" y="5169"/>
                    <a:pt x="1555" y="5946"/>
                  </a:cubicBezTo>
                  <a:cubicBezTo>
                    <a:pt x="1379" y="6122"/>
                    <a:pt x="1229" y="6297"/>
                    <a:pt x="1078" y="6498"/>
                  </a:cubicBezTo>
                  <a:cubicBezTo>
                    <a:pt x="1053" y="6548"/>
                    <a:pt x="1003" y="6598"/>
                    <a:pt x="978" y="6648"/>
                  </a:cubicBezTo>
                  <a:cubicBezTo>
                    <a:pt x="1" y="8177"/>
                    <a:pt x="2607" y="8553"/>
                    <a:pt x="3534" y="8553"/>
                  </a:cubicBezTo>
                  <a:lnTo>
                    <a:pt x="6818" y="8553"/>
                  </a:lnTo>
                  <a:cubicBezTo>
                    <a:pt x="8722" y="8553"/>
                    <a:pt x="10201" y="7600"/>
                    <a:pt x="10276" y="5721"/>
                  </a:cubicBezTo>
                  <a:cubicBezTo>
                    <a:pt x="10276" y="5721"/>
                    <a:pt x="10276" y="31"/>
                    <a:pt x="10276" y="31"/>
                  </a:cubicBezTo>
                  <a:cubicBezTo>
                    <a:pt x="8923" y="31"/>
                    <a:pt x="7545" y="56"/>
                    <a:pt x="6191" y="56"/>
                  </a:cubicBezTo>
                  <a:cubicBezTo>
                    <a:pt x="5656" y="56"/>
                    <a:pt x="5077" y="1"/>
                    <a:pt x="4513"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6">
              <a:extLst>
                <a:ext uri="{FF2B5EF4-FFF2-40B4-BE49-F238E27FC236}">
                  <a16:creationId xmlns:a16="http://schemas.microsoft.com/office/drawing/2014/main" id="{C9FE42A8-5B15-FAD9-34F1-B70A0440064A}"/>
                </a:ext>
              </a:extLst>
            </p:cNvPr>
            <p:cNvSpPr/>
            <p:nvPr/>
          </p:nvSpPr>
          <p:spPr>
            <a:xfrm>
              <a:off x="2775504" y="2957820"/>
              <a:ext cx="924154" cy="621563"/>
            </a:xfrm>
            <a:custGeom>
              <a:avLst/>
              <a:gdLst/>
              <a:ahLst/>
              <a:cxnLst/>
              <a:rect l="l" t="t" r="r" b="b"/>
              <a:pathLst>
                <a:path w="15741" h="10587" extrusionOk="0">
                  <a:moveTo>
                    <a:pt x="11230" y="0"/>
                  </a:moveTo>
                  <a:cubicBezTo>
                    <a:pt x="10459" y="0"/>
                    <a:pt x="9698" y="151"/>
                    <a:pt x="8973" y="444"/>
                  </a:cubicBezTo>
                  <a:cubicBezTo>
                    <a:pt x="8347" y="670"/>
                    <a:pt x="7820" y="921"/>
                    <a:pt x="7269" y="1297"/>
                  </a:cubicBezTo>
                  <a:cubicBezTo>
                    <a:pt x="5991" y="2149"/>
                    <a:pt x="4637" y="2876"/>
                    <a:pt x="3234" y="3502"/>
                  </a:cubicBezTo>
                  <a:cubicBezTo>
                    <a:pt x="2783" y="3703"/>
                    <a:pt x="2357" y="3878"/>
                    <a:pt x="1956" y="4129"/>
                  </a:cubicBezTo>
                  <a:cubicBezTo>
                    <a:pt x="753" y="4906"/>
                    <a:pt x="1" y="6334"/>
                    <a:pt x="76" y="7763"/>
                  </a:cubicBezTo>
                  <a:cubicBezTo>
                    <a:pt x="126" y="8640"/>
                    <a:pt x="176" y="9868"/>
                    <a:pt x="878" y="10470"/>
                  </a:cubicBezTo>
                  <a:cubicBezTo>
                    <a:pt x="936" y="10528"/>
                    <a:pt x="1010" y="10586"/>
                    <a:pt x="1098" y="10586"/>
                  </a:cubicBezTo>
                  <a:cubicBezTo>
                    <a:pt x="1124" y="10586"/>
                    <a:pt x="1151" y="10581"/>
                    <a:pt x="1179" y="10570"/>
                  </a:cubicBezTo>
                  <a:cubicBezTo>
                    <a:pt x="1229" y="10570"/>
                    <a:pt x="1254" y="10520"/>
                    <a:pt x="1279" y="10495"/>
                  </a:cubicBezTo>
                  <a:cubicBezTo>
                    <a:pt x="1655" y="10069"/>
                    <a:pt x="1780" y="9517"/>
                    <a:pt x="2031" y="9041"/>
                  </a:cubicBezTo>
                  <a:cubicBezTo>
                    <a:pt x="2131" y="8866"/>
                    <a:pt x="2307" y="8465"/>
                    <a:pt x="2532" y="8414"/>
                  </a:cubicBezTo>
                  <a:cubicBezTo>
                    <a:pt x="2546" y="8411"/>
                    <a:pt x="2560" y="8410"/>
                    <a:pt x="2575" y="8410"/>
                  </a:cubicBezTo>
                  <a:cubicBezTo>
                    <a:pt x="2792" y="8410"/>
                    <a:pt x="3046" y="8745"/>
                    <a:pt x="3234" y="8815"/>
                  </a:cubicBezTo>
                  <a:cubicBezTo>
                    <a:pt x="3526" y="8919"/>
                    <a:pt x="3830" y="8986"/>
                    <a:pt x="4130" y="8986"/>
                  </a:cubicBezTo>
                  <a:cubicBezTo>
                    <a:pt x="4267" y="8986"/>
                    <a:pt x="4403" y="8972"/>
                    <a:pt x="4537" y="8941"/>
                  </a:cubicBezTo>
                  <a:cubicBezTo>
                    <a:pt x="4587" y="8941"/>
                    <a:pt x="4637" y="8916"/>
                    <a:pt x="4688" y="8916"/>
                  </a:cubicBezTo>
                  <a:cubicBezTo>
                    <a:pt x="4713" y="8891"/>
                    <a:pt x="4738" y="8891"/>
                    <a:pt x="4763" y="8891"/>
                  </a:cubicBezTo>
                  <a:lnTo>
                    <a:pt x="14086" y="5758"/>
                  </a:lnTo>
                  <a:cubicBezTo>
                    <a:pt x="14111" y="5758"/>
                    <a:pt x="14136" y="5758"/>
                    <a:pt x="14161" y="5733"/>
                  </a:cubicBezTo>
                  <a:cubicBezTo>
                    <a:pt x="15164" y="5382"/>
                    <a:pt x="15740" y="4003"/>
                    <a:pt x="15414" y="2500"/>
                  </a:cubicBezTo>
                  <a:cubicBezTo>
                    <a:pt x="14988" y="570"/>
                    <a:pt x="13635" y="294"/>
                    <a:pt x="12282" y="94"/>
                  </a:cubicBezTo>
                  <a:cubicBezTo>
                    <a:pt x="11930" y="31"/>
                    <a:pt x="11579" y="0"/>
                    <a:pt x="112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6">
              <a:extLst>
                <a:ext uri="{FF2B5EF4-FFF2-40B4-BE49-F238E27FC236}">
                  <a16:creationId xmlns:a16="http://schemas.microsoft.com/office/drawing/2014/main" id="{3F2BFE06-3907-6C72-548B-E1FFE8339F6F}"/>
                </a:ext>
              </a:extLst>
            </p:cNvPr>
            <p:cNvSpPr/>
            <p:nvPr/>
          </p:nvSpPr>
          <p:spPr>
            <a:xfrm>
              <a:off x="3124241" y="2107876"/>
              <a:ext cx="598959" cy="889339"/>
            </a:xfrm>
            <a:custGeom>
              <a:avLst/>
              <a:gdLst/>
              <a:ahLst/>
              <a:cxnLst/>
              <a:rect l="l" t="t" r="r" b="b"/>
              <a:pathLst>
                <a:path w="10202" h="15148" extrusionOk="0">
                  <a:moveTo>
                    <a:pt x="4622" y="0"/>
                  </a:moveTo>
                  <a:cubicBezTo>
                    <a:pt x="4453" y="0"/>
                    <a:pt x="4283" y="3"/>
                    <a:pt x="4111" y="9"/>
                  </a:cubicBezTo>
                  <a:cubicBezTo>
                    <a:pt x="3008" y="34"/>
                    <a:pt x="1655" y="9"/>
                    <a:pt x="778" y="811"/>
                  </a:cubicBezTo>
                  <a:cubicBezTo>
                    <a:pt x="627" y="987"/>
                    <a:pt x="502" y="1187"/>
                    <a:pt x="402" y="1388"/>
                  </a:cubicBezTo>
                  <a:cubicBezTo>
                    <a:pt x="276" y="1713"/>
                    <a:pt x="226" y="2039"/>
                    <a:pt x="151" y="2365"/>
                  </a:cubicBezTo>
                  <a:cubicBezTo>
                    <a:pt x="1" y="3067"/>
                    <a:pt x="51" y="3819"/>
                    <a:pt x="201" y="4545"/>
                  </a:cubicBezTo>
                  <a:cubicBezTo>
                    <a:pt x="402" y="5573"/>
                    <a:pt x="803" y="6576"/>
                    <a:pt x="1028" y="7603"/>
                  </a:cubicBezTo>
                  <a:cubicBezTo>
                    <a:pt x="1279" y="8781"/>
                    <a:pt x="1329" y="9959"/>
                    <a:pt x="1404" y="11137"/>
                  </a:cubicBezTo>
                  <a:cubicBezTo>
                    <a:pt x="1454" y="11613"/>
                    <a:pt x="1555" y="12064"/>
                    <a:pt x="1605" y="12515"/>
                  </a:cubicBezTo>
                  <a:cubicBezTo>
                    <a:pt x="1655" y="12941"/>
                    <a:pt x="1680" y="13368"/>
                    <a:pt x="1705" y="13769"/>
                  </a:cubicBezTo>
                  <a:cubicBezTo>
                    <a:pt x="1705" y="13894"/>
                    <a:pt x="1680" y="14270"/>
                    <a:pt x="1730" y="14345"/>
                  </a:cubicBezTo>
                  <a:cubicBezTo>
                    <a:pt x="1830" y="14470"/>
                    <a:pt x="1956" y="14395"/>
                    <a:pt x="2081" y="14495"/>
                  </a:cubicBezTo>
                  <a:cubicBezTo>
                    <a:pt x="2357" y="14646"/>
                    <a:pt x="2306" y="14821"/>
                    <a:pt x="2707" y="14871"/>
                  </a:cubicBezTo>
                  <a:cubicBezTo>
                    <a:pt x="2883" y="14884"/>
                    <a:pt x="3058" y="14884"/>
                    <a:pt x="3231" y="14884"/>
                  </a:cubicBezTo>
                  <a:cubicBezTo>
                    <a:pt x="3403" y="14884"/>
                    <a:pt x="3572" y="14884"/>
                    <a:pt x="3735" y="14896"/>
                  </a:cubicBezTo>
                  <a:cubicBezTo>
                    <a:pt x="4387" y="14947"/>
                    <a:pt x="5013" y="14997"/>
                    <a:pt x="5665" y="15022"/>
                  </a:cubicBezTo>
                  <a:cubicBezTo>
                    <a:pt x="6918" y="15072"/>
                    <a:pt x="8171" y="15097"/>
                    <a:pt x="9424" y="15147"/>
                  </a:cubicBezTo>
                  <a:cubicBezTo>
                    <a:pt x="9374" y="15147"/>
                    <a:pt x="10201" y="5222"/>
                    <a:pt x="10201" y="4245"/>
                  </a:cubicBezTo>
                  <a:cubicBezTo>
                    <a:pt x="10176" y="3267"/>
                    <a:pt x="10026" y="2215"/>
                    <a:pt x="9324" y="1538"/>
                  </a:cubicBezTo>
                  <a:cubicBezTo>
                    <a:pt x="9023" y="1237"/>
                    <a:pt x="8622" y="1062"/>
                    <a:pt x="8246" y="861"/>
                  </a:cubicBezTo>
                  <a:cubicBezTo>
                    <a:pt x="7595" y="535"/>
                    <a:pt x="7018" y="235"/>
                    <a:pt x="6266" y="109"/>
                  </a:cubicBezTo>
                  <a:cubicBezTo>
                    <a:pt x="5711" y="33"/>
                    <a:pt x="5171" y="0"/>
                    <a:pt x="462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6">
              <a:extLst>
                <a:ext uri="{FF2B5EF4-FFF2-40B4-BE49-F238E27FC236}">
                  <a16:creationId xmlns:a16="http://schemas.microsoft.com/office/drawing/2014/main" id="{739A692C-BB67-DC9A-C692-C2FE57B13A08}"/>
                </a:ext>
              </a:extLst>
            </p:cNvPr>
            <p:cNvSpPr/>
            <p:nvPr/>
          </p:nvSpPr>
          <p:spPr>
            <a:xfrm>
              <a:off x="3211073" y="1786145"/>
              <a:ext cx="251690" cy="439621"/>
            </a:xfrm>
            <a:custGeom>
              <a:avLst/>
              <a:gdLst/>
              <a:ahLst/>
              <a:cxnLst/>
              <a:rect l="l" t="t" r="r" b="b"/>
              <a:pathLst>
                <a:path w="4287" h="7488" extrusionOk="0">
                  <a:moveTo>
                    <a:pt x="577" y="0"/>
                  </a:moveTo>
                  <a:lnTo>
                    <a:pt x="151" y="2657"/>
                  </a:lnTo>
                  <a:cubicBezTo>
                    <a:pt x="0" y="3334"/>
                    <a:pt x="226" y="4010"/>
                    <a:pt x="727" y="4436"/>
                  </a:cubicBezTo>
                  <a:lnTo>
                    <a:pt x="1003" y="6291"/>
                  </a:lnTo>
                  <a:cubicBezTo>
                    <a:pt x="1093" y="6991"/>
                    <a:pt x="1692" y="7488"/>
                    <a:pt x="2378" y="7488"/>
                  </a:cubicBezTo>
                  <a:cubicBezTo>
                    <a:pt x="2453" y="7488"/>
                    <a:pt x="2530" y="7481"/>
                    <a:pt x="2607" y="7469"/>
                  </a:cubicBezTo>
                  <a:cubicBezTo>
                    <a:pt x="3359" y="7319"/>
                    <a:pt x="3860" y="6567"/>
                    <a:pt x="3685" y="5815"/>
                  </a:cubicBezTo>
                  <a:lnTo>
                    <a:pt x="3509" y="3910"/>
                  </a:lnTo>
                  <a:cubicBezTo>
                    <a:pt x="3660" y="3710"/>
                    <a:pt x="3609" y="3760"/>
                    <a:pt x="3685" y="3484"/>
                  </a:cubicBezTo>
                  <a:lnTo>
                    <a:pt x="4286" y="852"/>
                  </a:lnTo>
                  <a:lnTo>
                    <a:pt x="577"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6">
              <a:extLst>
                <a:ext uri="{FF2B5EF4-FFF2-40B4-BE49-F238E27FC236}">
                  <a16:creationId xmlns:a16="http://schemas.microsoft.com/office/drawing/2014/main" id="{FE48D590-3C2E-97EC-7268-47B40DD304FB}"/>
                </a:ext>
              </a:extLst>
            </p:cNvPr>
            <p:cNvSpPr/>
            <p:nvPr/>
          </p:nvSpPr>
          <p:spPr>
            <a:xfrm>
              <a:off x="3246358" y="2034136"/>
              <a:ext cx="79552" cy="38983"/>
            </a:xfrm>
            <a:custGeom>
              <a:avLst/>
              <a:gdLst/>
              <a:ahLst/>
              <a:cxnLst/>
              <a:rect l="l" t="t" r="r" b="b"/>
              <a:pathLst>
                <a:path w="1355" h="664" extrusionOk="0">
                  <a:moveTo>
                    <a:pt x="1354" y="12"/>
                  </a:moveTo>
                  <a:cubicBezTo>
                    <a:pt x="1354" y="14"/>
                    <a:pt x="1353" y="17"/>
                    <a:pt x="1352" y="19"/>
                  </a:cubicBezTo>
                  <a:lnTo>
                    <a:pt x="1352" y="19"/>
                  </a:lnTo>
                  <a:cubicBezTo>
                    <a:pt x="1354" y="17"/>
                    <a:pt x="1354" y="14"/>
                    <a:pt x="1354" y="12"/>
                  </a:cubicBezTo>
                  <a:close/>
                  <a:moveTo>
                    <a:pt x="95" y="1"/>
                  </a:moveTo>
                  <a:cubicBezTo>
                    <a:pt x="90" y="1"/>
                    <a:pt x="84" y="4"/>
                    <a:pt x="76" y="12"/>
                  </a:cubicBezTo>
                  <a:cubicBezTo>
                    <a:pt x="76" y="12"/>
                    <a:pt x="51" y="12"/>
                    <a:pt x="51" y="37"/>
                  </a:cubicBezTo>
                  <a:cubicBezTo>
                    <a:pt x="1" y="87"/>
                    <a:pt x="26" y="212"/>
                    <a:pt x="76" y="263"/>
                  </a:cubicBezTo>
                  <a:cubicBezTo>
                    <a:pt x="126" y="313"/>
                    <a:pt x="176" y="338"/>
                    <a:pt x="176" y="413"/>
                  </a:cubicBezTo>
                  <a:cubicBezTo>
                    <a:pt x="201" y="488"/>
                    <a:pt x="201" y="563"/>
                    <a:pt x="226" y="613"/>
                  </a:cubicBezTo>
                  <a:cubicBezTo>
                    <a:pt x="226" y="639"/>
                    <a:pt x="277" y="664"/>
                    <a:pt x="327" y="664"/>
                  </a:cubicBezTo>
                  <a:cubicBezTo>
                    <a:pt x="775" y="664"/>
                    <a:pt x="1224" y="465"/>
                    <a:pt x="1352" y="19"/>
                  </a:cubicBezTo>
                  <a:lnTo>
                    <a:pt x="1352" y="19"/>
                  </a:lnTo>
                  <a:cubicBezTo>
                    <a:pt x="1340" y="42"/>
                    <a:pt x="1277" y="62"/>
                    <a:pt x="1254" y="62"/>
                  </a:cubicBezTo>
                  <a:cubicBezTo>
                    <a:pt x="1104" y="129"/>
                    <a:pt x="942" y="140"/>
                    <a:pt x="784" y="140"/>
                  </a:cubicBezTo>
                  <a:cubicBezTo>
                    <a:pt x="705" y="140"/>
                    <a:pt x="627" y="137"/>
                    <a:pt x="552" y="137"/>
                  </a:cubicBezTo>
                  <a:cubicBezTo>
                    <a:pt x="402" y="112"/>
                    <a:pt x="252" y="87"/>
                    <a:pt x="126" y="12"/>
                  </a:cubicBezTo>
                  <a:cubicBezTo>
                    <a:pt x="110" y="12"/>
                    <a:pt x="104" y="1"/>
                    <a:pt x="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6">
              <a:extLst>
                <a:ext uri="{FF2B5EF4-FFF2-40B4-BE49-F238E27FC236}">
                  <a16:creationId xmlns:a16="http://schemas.microsoft.com/office/drawing/2014/main" id="{76459CF1-A814-EC16-9068-6116B6324640}"/>
                </a:ext>
              </a:extLst>
            </p:cNvPr>
            <p:cNvSpPr/>
            <p:nvPr/>
          </p:nvSpPr>
          <p:spPr>
            <a:xfrm>
              <a:off x="3190466" y="1692268"/>
              <a:ext cx="286975" cy="323022"/>
            </a:xfrm>
            <a:custGeom>
              <a:avLst/>
              <a:gdLst/>
              <a:ahLst/>
              <a:cxnLst/>
              <a:rect l="l" t="t" r="r" b="b"/>
              <a:pathLst>
                <a:path w="4888" h="5502" extrusionOk="0">
                  <a:moveTo>
                    <a:pt x="2171" y="1"/>
                  </a:moveTo>
                  <a:cubicBezTo>
                    <a:pt x="1951" y="1"/>
                    <a:pt x="1728" y="74"/>
                    <a:pt x="1554" y="196"/>
                  </a:cubicBezTo>
                  <a:cubicBezTo>
                    <a:pt x="1479" y="271"/>
                    <a:pt x="1404" y="346"/>
                    <a:pt x="1329" y="371"/>
                  </a:cubicBezTo>
                  <a:cubicBezTo>
                    <a:pt x="1265" y="392"/>
                    <a:pt x="1202" y="400"/>
                    <a:pt x="1138" y="400"/>
                  </a:cubicBezTo>
                  <a:cubicBezTo>
                    <a:pt x="1051" y="400"/>
                    <a:pt x="965" y="386"/>
                    <a:pt x="878" y="371"/>
                  </a:cubicBezTo>
                  <a:cubicBezTo>
                    <a:pt x="652" y="371"/>
                    <a:pt x="402" y="421"/>
                    <a:pt x="251" y="572"/>
                  </a:cubicBezTo>
                  <a:cubicBezTo>
                    <a:pt x="76" y="722"/>
                    <a:pt x="1" y="973"/>
                    <a:pt x="101" y="1198"/>
                  </a:cubicBezTo>
                  <a:cubicBezTo>
                    <a:pt x="151" y="1299"/>
                    <a:pt x="251" y="1399"/>
                    <a:pt x="301" y="1524"/>
                  </a:cubicBezTo>
                  <a:cubicBezTo>
                    <a:pt x="427" y="1800"/>
                    <a:pt x="376" y="2025"/>
                    <a:pt x="677" y="2151"/>
                  </a:cubicBezTo>
                  <a:lnTo>
                    <a:pt x="752" y="2151"/>
                  </a:lnTo>
                  <a:cubicBezTo>
                    <a:pt x="1003" y="2251"/>
                    <a:pt x="1279" y="2301"/>
                    <a:pt x="1554" y="2376"/>
                  </a:cubicBezTo>
                  <a:cubicBezTo>
                    <a:pt x="1930" y="2477"/>
                    <a:pt x="2306" y="2552"/>
                    <a:pt x="2682" y="2652"/>
                  </a:cubicBezTo>
                  <a:cubicBezTo>
                    <a:pt x="3710" y="2953"/>
                    <a:pt x="3484" y="3955"/>
                    <a:pt x="3484" y="4807"/>
                  </a:cubicBezTo>
                  <a:cubicBezTo>
                    <a:pt x="3484" y="5033"/>
                    <a:pt x="3484" y="5309"/>
                    <a:pt x="3685" y="5434"/>
                  </a:cubicBezTo>
                  <a:cubicBezTo>
                    <a:pt x="3755" y="5480"/>
                    <a:pt x="3817" y="5501"/>
                    <a:pt x="3874" y="5501"/>
                  </a:cubicBezTo>
                  <a:cubicBezTo>
                    <a:pt x="4245" y="5501"/>
                    <a:pt x="4356" y="4624"/>
                    <a:pt x="4487" y="4406"/>
                  </a:cubicBezTo>
                  <a:cubicBezTo>
                    <a:pt x="4537" y="4256"/>
                    <a:pt x="4662" y="4131"/>
                    <a:pt x="4712" y="3980"/>
                  </a:cubicBezTo>
                  <a:cubicBezTo>
                    <a:pt x="4838" y="3680"/>
                    <a:pt x="4712" y="3354"/>
                    <a:pt x="4762" y="3028"/>
                  </a:cubicBezTo>
                  <a:cubicBezTo>
                    <a:pt x="4788" y="2878"/>
                    <a:pt x="4838" y="2752"/>
                    <a:pt x="4838" y="2602"/>
                  </a:cubicBezTo>
                  <a:cubicBezTo>
                    <a:pt x="4888" y="1975"/>
                    <a:pt x="4336" y="1424"/>
                    <a:pt x="3835" y="1173"/>
                  </a:cubicBezTo>
                  <a:cubicBezTo>
                    <a:pt x="3434" y="973"/>
                    <a:pt x="3008" y="697"/>
                    <a:pt x="2757" y="321"/>
                  </a:cubicBezTo>
                  <a:cubicBezTo>
                    <a:pt x="2707" y="246"/>
                    <a:pt x="2682" y="171"/>
                    <a:pt x="2607" y="146"/>
                  </a:cubicBezTo>
                  <a:cubicBezTo>
                    <a:pt x="2582" y="96"/>
                    <a:pt x="2507" y="71"/>
                    <a:pt x="2457" y="45"/>
                  </a:cubicBezTo>
                  <a:cubicBezTo>
                    <a:pt x="2365" y="15"/>
                    <a:pt x="2268" y="1"/>
                    <a:pt x="217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6">
              <a:extLst>
                <a:ext uri="{FF2B5EF4-FFF2-40B4-BE49-F238E27FC236}">
                  <a16:creationId xmlns:a16="http://schemas.microsoft.com/office/drawing/2014/main" id="{21277B3B-DC40-8255-7298-EF3D80474799}"/>
                </a:ext>
              </a:extLst>
            </p:cNvPr>
            <p:cNvSpPr/>
            <p:nvPr/>
          </p:nvSpPr>
          <p:spPr>
            <a:xfrm>
              <a:off x="3368533" y="1932685"/>
              <a:ext cx="50080" cy="46909"/>
            </a:xfrm>
            <a:custGeom>
              <a:avLst/>
              <a:gdLst/>
              <a:ahLst/>
              <a:cxnLst/>
              <a:rect l="l" t="t" r="r" b="b"/>
              <a:pathLst>
                <a:path w="853" h="799" extrusionOk="0">
                  <a:moveTo>
                    <a:pt x="439" y="1"/>
                  </a:moveTo>
                  <a:cubicBezTo>
                    <a:pt x="251" y="1"/>
                    <a:pt x="94" y="137"/>
                    <a:pt x="50" y="311"/>
                  </a:cubicBezTo>
                  <a:cubicBezTo>
                    <a:pt x="0" y="512"/>
                    <a:pt x="125" y="737"/>
                    <a:pt x="351" y="788"/>
                  </a:cubicBezTo>
                  <a:cubicBezTo>
                    <a:pt x="381" y="795"/>
                    <a:pt x="411" y="799"/>
                    <a:pt x="441" y="799"/>
                  </a:cubicBezTo>
                  <a:cubicBezTo>
                    <a:pt x="614" y="799"/>
                    <a:pt x="784" y="679"/>
                    <a:pt x="827" y="487"/>
                  </a:cubicBezTo>
                  <a:cubicBezTo>
                    <a:pt x="852" y="286"/>
                    <a:pt x="727" y="61"/>
                    <a:pt x="526" y="11"/>
                  </a:cubicBezTo>
                  <a:cubicBezTo>
                    <a:pt x="497" y="4"/>
                    <a:pt x="468" y="1"/>
                    <a:pt x="439"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6">
              <a:extLst>
                <a:ext uri="{FF2B5EF4-FFF2-40B4-BE49-F238E27FC236}">
                  <a16:creationId xmlns:a16="http://schemas.microsoft.com/office/drawing/2014/main" id="{92BD6560-7084-F5CA-E5A0-89745C3660D5}"/>
                </a:ext>
              </a:extLst>
            </p:cNvPr>
            <p:cNvSpPr/>
            <p:nvPr/>
          </p:nvSpPr>
          <p:spPr>
            <a:xfrm>
              <a:off x="2785837" y="3152855"/>
              <a:ext cx="343512" cy="877186"/>
            </a:xfrm>
            <a:custGeom>
              <a:avLst/>
              <a:gdLst/>
              <a:ahLst/>
              <a:cxnLst/>
              <a:rect l="l" t="t" r="r" b="b"/>
              <a:pathLst>
                <a:path w="5851" h="14941" extrusionOk="0">
                  <a:moveTo>
                    <a:pt x="4317" y="1"/>
                  </a:moveTo>
                  <a:cubicBezTo>
                    <a:pt x="3422" y="1"/>
                    <a:pt x="2345" y="431"/>
                    <a:pt x="1805" y="907"/>
                  </a:cubicBezTo>
                  <a:cubicBezTo>
                    <a:pt x="1579" y="1133"/>
                    <a:pt x="1379" y="1383"/>
                    <a:pt x="1203" y="1634"/>
                  </a:cubicBezTo>
                  <a:cubicBezTo>
                    <a:pt x="852" y="2185"/>
                    <a:pt x="652" y="2812"/>
                    <a:pt x="502" y="3438"/>
                  </a:cubicBezTo>
                  <a:cubicBezTo>
                    <a:pt x="251" y="4416"/>
                    <a:pt x="0" y="5443"/>
                    <a:pt x="151" y="6446"/>
                  </a:cubicBezTo>
                  <a:cubicBezTo>
                    <a:pt x="201" y="6722"/>
                    <a:pt x="276" y="7022"/>
                    <a:pt x="276" y="7323"/>
                  </a:cubicBezTo>
                  <a:cubicBezTo>
                    <a:pt x="326" y="7849"/>
                    <a:pt x="151" y="8376"/>
                    <a:pt x="151" y="8902"/>
                  </a:cubicBezTo>
                  <a:cubicBezTo>
                    <a:pt x="151" y="9278"/>
                    <a:pt x="251" y="9654"/>
                    <a:pt x="326" y="10030"/>
                  </a:cubicBezTo>
                  <a:cubicBezTo>
                    <a:pt x="527" y="10957"/>
                    <a:pt x="577" y="11859"/>
                    <a:pt x="552" y="12787"/>
                  </a:cubicBezTo>
                  <a:cubicBezTo>
                    <a:pt x="527" y="13087"/>
                    <a:pt x="527" y="13413"/>
                    <a:pt x="502" y="13714"/>
                  </a:cubicBezTo>
                  <a:cubicBezTo>
                    <a:pt x="476" y="13940"/>
                    <a:pt x="527" y="14290"/>
                    <a:pt x="401" y="14516"/>
                  </a:cubicBezTo>
                  <a:cubicBezTo>
                    <a:pt x="777" y="14566"/>
                    <a:pt x="1128" y="14591"/>
                    <a:pt x="1479" y="14641"/>
                  </a:cubicBezTo>
                  <a:cubicBezTo>
                    <a:pt x="2156" y="14742"/>
                    <a:pt x="2832" y="14842"/>
                    <a:pt x="3509" y="14892"/>
                  </a:cubicBezTo>
                  <a:cubicBezTo>
                    <a:pt x="3634" y="14892"/>
                    <a:pt x="3858" y="14941"/>
                    <a:pt x="4050" y="14941"/>
                  </a:cubicBezTo>
                  <a:cubicBezTo>
                    <a:pt x="4166" y="14941"/>
                    <a:pt x="4270" y="14923"/>
                    <a:pt x="4336" y="14867"/>
                  </a:cubicBezTo>
                  <a:cubicBezTo>
                    <a:pt x="4486" y="14767"/>
                    <a:pt x="4512" y="14391"/>
                    <a:pt x="4562" y="14240"/>
                  </a:cubicBezTo>
                  <a:cubicBezTo>
                    <a:pt x="4862" y="12987"/>
                    <a:pt x="5138" y="11709"/>
                    <a:pt x="4888" y="10431"/>
                  </a:cubicBezTo>
                  <a:cubicBezTo>
                    <a:pt x="4837" y="10205"/>
                    <a:pt x="4762" y="9980"/>
                    <a:pt x="4737" y="9729"/>
                  </a:cubicBezTo>
                  <a:cubicBezTo>
                    <a:pt x="4712" y="9453"/>
                    <a:pt x="4737" y="9153"/>
                    <a:pt x="4787" y="8877"/>
                  </a:cubicBezTo>
                  <a:cubicBezTo>
                    <a:pt x="4938" y="7674"/>
                    <a:pt x="5238" y="6496"/>
                    <a:pt x="5389" y="5293"/>
                  </a:cubicBezTo>
                  <a:cubicBezTo>
                    <a:pt x="5564" y="4040"/>
                    <a:pt x="5664" y="2762"/>
                    <a:pt x="5765" y="1483"/>
                  </a:cubicBezTo>
                  <a:cubicBezTo>
                    <a:pt x="5850" y="386"/>
                    <a:pt x="5165" y="1"/>
                    <a:pt x="43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6">
              <a:extLst>
                <a:ext uri="{FF2B5EF4-FFF2-40B4-BE49-F238E27FC236}">
                  <a16:creationId xmlns:a16="http://schemas.microsoft.com/office/drawing/2014/main" id="{FCFEACE4-481C-79AE-CFE3-ABA24658010A}"/>
                </a:ext>
              </a:extLst>
            </p:cNvPr>
            <p:cNvSpPr/>
            <p:nvPr/>
          </p:nvSpPr>
          <p:spPr>
            <a:xfrm>
              <a:off x="2806444" y="1937558"/>
              <a:ext cx="759297" cy="591327"/>
            </a:xfrm>
            <a:custGeom>
              <a:avLst/>
              <a:gdLst/>
              <a:ahLst/>
              <a:cxnLst/>
              <a:rect l="l" t="t" r="r" b="b"/>
              <a:pathLst>
                <a:path w="12933" h="10072" extrusionOk="0">
                  <a:moveTo>
                    <a:pt x="568" y="0"/>
                  </a:moveTo>
                  <a:cubicBezTo>
                    <a:pt x="474" y="0"/>
                    <a:pt x="368" y="45"/>
                    <a:pt x="251" y="153"/>
                  </a:cubicBezTo>
                  <a:cubicBezTo>
                    <a:pt x="0" y="379"/>
                    <a:pt x="100" y="855"/>
                    <a:pt x="151" y="1181"/>
                  </a:cubicBezTo>
                  <a:cubicBezTo>
                    <a:pt x="226" y="1632"/>
                    <a:pt x="326" y="2108"/>
                    <a:pt x="426" y="2559"/>
                  </a:cubicBezTo>
                  <a:cubicBezTo>
                    <a:pt x="577" y="3236"/>
                    <a:pt x="652" y="3461"/>
                    <a:pt x="1253" y="3787"/>
                  </a:cubicBezTo>
                  <a:cubicBezTo>
                    <a:pt x="1855" y="4138"/>
                    <a:pt x="2456" y="4539"/>
                    <a:pt x="2932" y="5040"/>
                  </a:cubicBezTo>
                  <a:cubicBezTo>
                    <a:pt x="3233" y="5366"/>
                    <a:pt x="3484" y="5742"/>
                    <a:pt x="3785" y="6093"/>
                  </a:cubicBezTo>
                  <a:cubicBezTo>
                    <a:pt x="4812" y="7271"/>
                    <a:pt x="6341" y="7948"/>
                    <a:pt x="7469" y="9025"/>
                  </a:cubicBezTo>
                  <a:cubicBezTo>
                    <a:pt x="7947" y="9482"/>
                    <a:pt x="8464" y="10071"/>
                    <a:pt x="9133" y="10071"/>
                  </a:cubicBezTo>
                  <a:cubicBezTo>
                    <a:pt x="9234" y="10071"/>
                    <a:pt x="9340" y="10058"/>
                    <a:pt x="9449" y="10028"/>
                  </a:cubicBezTo>
                  <a:cubicBezTo>
                    <a:pt x="9724" y="9953"/>
                    <a:pt x="12933" y="9101"/>
                    <a:pt x="12832" y="8925"/>
                  </a:cubicBezTo>
                  <a:cubicBezTo>
                    <a:pt x="12431" y="8223"/>
                    <a:pt x="12156" y="7572"/>
                    <a:pt x="11880" y="6845"/>
                  </a:cubicBezTo>
                  <a:cubicBezTo>
                    <a:pt x="11704" y="6419"/>
                    <a:pt x="11454" y="5993"/>
                    <a:pt x="11303" y="5542"/>
                  </a:cubicBezTo>
                  <a:cubicBezTo>
                    <a:pt x="10902" y="5918"/>
                    <a:pt x="10276" y="6218"/>
                    <a:pt x="9825" y="6519"/>
                  </a:cubicBezTo>
                  <a:cubicBezTo>
                    <a:pt x="9424" y="6168"/>
                    <a:pt x="8948" y="5893"/>
                    <a:pt x="8421" y="5742"/>
                  </a:cubicBezTo>
                  <a:cubicBezTo>
                    <a:pt x="8120" y="5642"/>
                    <a:pt x="7820" y="5592"/>
                    <a:pt x="7544" y="5492"/>
                  </a:cubicBezTo>
                  <a:cubicBezTo>
                    <a:pt x="6266" y="5015"/>
                    <a:pt x="5263" y="4063"/>
                    <a:pt x="3960" y="3637"/>
                  </a:cubicBezTo>
                  <a:cubicBezTo>
                    <a:pt x="3283" y="3411"/>
                    <a:pt x="2557" y="3261"/>
                    <a:pt x="2080" y="2735"/>
                  </a:cubicBezTo>
                  <a:cubicBezTo>
                    <a:pt x="1529" y="2083"/>
                    <a:pt x="1429" y="1106"/>
                    <a:pt x="1003" y="379"/>
                  </a:cubicBezTo>
                  <a:cubicBezTo>
                    <a:pt x="902" y="178"/>
                    <a:pt x="758" y="0"/>
                    <a:pt x="56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6">
              <a:extLst>
                <a:ext uri="{FF2B5EF4-FFF2-40B4-BE49-F238E27FC236}">
                  <a16:creationId xmlns:a16="http://schemas.microsoft.com/office/drawing/2014/main" id="{846F9DB5-50CC-9825-C830-DF709B7CAE1D}"/>
                </a:ext>
              </a:extLst>
            </p:cNvPr>
            <p:cNvSpPr/>
            <p:nvPr/>
          </p:nvSpPr>
          <p:spPr>
            <a:xfrm>
              <a:off x="3559810" y="2377648"/>
              <a:ext cx="116305" cy="89826"/>
            </a:xfrm>
            <a:custGeom>
              <a:avLst/>
              <a:gdLst/>
              <a:ahLst/>
              <a:cxnLst/>
              <a:rect l="l" t="t" r="r" b="b"/>
              <a:pathLst>
                <a:path w="1981" h="1530" extrusionOk="0">
                  <a:moveTo>
                    <a:pt x="1980" y="1"/>
                  </a:moveTo>
                  <a:lnTo>
                    <a:pt x="0" y="1529"/>
                  </a:lnTo>
                  <a:cubicBezTo>
                    <a:pt x="827" y="1279"/>
                    <a:pt x="1529" y="727"/>
                    <a:pt x="19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a:extLst>
                <a:ext uri="{FF2B5EF4-FFF2-40B4-BE49-F238E27FC236}">
                  <a16:creationId xmlns:a16="http://schemas.microsoft.com/office/drawing/2014/main" id="{3CC56782-322A-A4AE-0E3F-248575C38B8B}"/>
                </a:ext>
              </a:extLst>
            </p:cNvPr>
            <p:cNvSpPr/>
            <p:nvPr/>
          </p:nvSpPr>
          <p:spPr>
            <a:xfrm>
              <a:off x="3559810" y="2377648"/>
              <a:ext cx="116305" cy="89826"/>
            </a:xfrm>
            <a:custGeom>
              <a:avLst/>
              <a:gdLst/>
              <a:ahLst/>
              <a:cxnLst/>
              <a:rect l="l" t="t" r="r" b="b"/>
              <a:pathLst>
                <a:path w="1981" h="1530" fill="none" extrusionOk="0">
                  <a:moveTo>
                    <a:pt x="1980" y="1"/>
                  </a:moveTo>
                  <a:cubicBezTo>
                    <a:pt x="1529" y="727"/>
                    <a:pt x="827" y="1279"/>
                    <a:pt x="0" y="1529"/>
                  </a:cubicBezTo>
                </a:path>
              </a:pathLst>
            </a:custGeom>
            <a:solidFill>
              <a:schemeClr val="accent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6">
              <a:extLst>
                <a:ext uri="{FF2B5EF4-FFF2-40B4-BE49-F238E27FC236}">
                  <a16:creationId xmlns:a16="http://schemas.microsoft.com/office/drawing/2014/main" id="{93F90602-09DC-5958-FB02-09D898480473}"/>
                </a:ext>
              </a:extLst>
            </p:cNvPr>
            <p:cNvSpPr/>
            <p:nvPr/>
          </p:nvSpPr>
          <p:spPr>
            <a:xfrm>
              <a:off x="3125709" y="2776406"/>
              <a:ext cx="33934" cy="50080"/>
            </a:xfrm>
            <a:custGeom>
              <a:avLst/>
              <a:gdLst/>
              <a:ahLst/>
              <a:cxnLst/>
              <a:rect l="l" t="t" r="r" b="b"/>
              <a:pathLst>
                <a:path w="578" h="853" extrusionOk="0">
                  <a:moveTo>
                    <a:pt x="552" y="1"/>
                  </a:moveTo>
                  <a:lnTo>
                    <a:pt x="1" y="853"/>
                  </a:lnTo>
                  <a:cubicBezTo>
                    <a:pt x="151" y="828"/>
                    <a:pt x="302" y="778"/>
                    <a:pt x="402" y="702"/>
                  </a:cubicBezTo>
                  <a:cubicBezTo>
                    <a:pt x="577" y="527"/>
                    <a:pt x="577" y="251"/>
                    <a:pt x="5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a:extLst>
                <a:ext uri="{FF2B5EF4-FFF2-40B4-BE49-F238E27FC236}">
                  <a16:creationId xmlns:a16="http://schemas.microsoft.com/office/drawing/2014/main" id="{823A76F1-D200-B547-655F-592D08A55532}"/>
                </a:ext>
              </a:extLst>
            </p:cNvPr>
            <p:cNvSpPr/>
            <p:nvPr/>
          </p:nvSpPr>
          <p:spPr>
            <a:xfrm>
              <a:off x="3316986" y="2468883"/>
              <a:ext cx="50138" cy="22427"/>
            </a:xfrm>
            <a:custGeom>
              <a:avLst/>
              <a:gdLst/>
              <a:ahLst/>
              <a:cxnLst/>
              <a:rect l="l" t="t" r="r" b="b"/>
              <a:pathLst>
                <a:path w="854" h="382" extrusionOk="0">
                  <a:moveTo>
                    <a:pt x="1" y="0"/>
                  </a:moveTo>
                  <a:lnTo>
                    <a:pt x="1" y="0"/>
                  </a:lnTo>
                  <a:cubicBezTo>
                    <a:pt x="26" y="176"/>
                    <a:pt x="176" y="326"/>
                    <a:pt x="352" y="376"/>
                  </a:cubicBezTo>
                  <a:cubicBezTo>
                    <a:pt x="374" y="380"/>
                    <a:pt x="397" y="381"/>
                    <a:pt x="420" y="381"/>
                  </a:cubicBezTo>
                  <a:cubicBezTo>
                    <a:pt x="577" y="381"/>
                    <a:pt x="744" y="307"/>
                    <a:pt x="853" y="176"/>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a:extLst>
                <a:ext uri="{FF2B5EF4-FFF2-40B4-BE49-F238E27FC236}">
                  <a16:creationId xmlns:a16="http://schemas.microsoft.com/office/drawing/2014/main" id="{D52275FD-21C1-0E5A-22BC-FA42B789136A}"/>
                </a:ext>
              </a:extLst>
            </p:cNvPr>
            <p:cNvSpPr/>
            <p:nvPr/>
          </p:nvSpPr>
          <p:spPr>
            <a:xfrm>
              <a:off x="3396479" y="1946541"/>
              <a:ext cx="10333" cy="20666"/>
            </a:xfrm>
            <a:custGeom>
              <a:avLst/>
              <a:gdLst/>
              <a:ahLst/>
              <a:cxnLst/>
              <a:rect l="l" t="t" r="r" b="b"/>
              <a:pathLst>
                <a:path w="176" h="352" extrusionOk="0">
                  <a:moveTo>
                    <a:pt x="0" y="0"/>
                  </a:moveTo>
                  <a:lnTo>
                    <a:pt x="0" y="351"/>
                  </a:lnTo>
                  <a:lnTo>
                    <a:pt x="25" y="351"/>
                  </a:lnTo>
                  <a:cubicBezTo>
                    <a:pt x="76" y="326"/>
                    <a:pt x="126" y="301"/>
                    <a:pt x="151" y="251"/>
                  </a:cubicBezTo>
                  <a:cubicBezTo>
                    <a:pt x="176" y="201"/>
                    <a:pt x="176" y="126"/>
                    <a:pt x="151" y="75"/>
                  </a:cubicBezTo>
                  <a:cubicBezTo>
                    <a:pt x="126" y="25"/>
                    <a:pt x="50"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a:extLst>
                <a:ext uri="{FF2B5EF4-FFF2-40B4-BE49-F238E27FC236}">
                  <a16:creationId xmlns:a16="http://schemas.microsoft.com/office/drawing/2014/main" id="{15080BDF-D531-A1F1-0A27-C24F50BBFD44}"/>
                </a:ext>
              </a:extLst>
            </p:cNvPr>
            <p:cNvSpPr/>
            <p:nvPr/>
          </p:nvSpPr>
          <p:spPr>
            <a:xfrm>
              <a:off x="3236084" y="1970083"/>
              <a:ext cx="47144" cy="21370"/>
            </a:xfrm>
            <a:custGeom>
              <a:avLst/>
              <a:gdLst/>
              <a:ahLst/>
              <a:cxnLst/>
              <a:rect l="l" t="t" r="r" b="b"/>
              <a:pathLst>
                <a:path w="803" h="364" extrusionOk="0">
                  <a:moveTo>
                    <a:pt x="26" y="0"/>
                  </a:moveTo>
                  <a:lnTo>
                    <a:pt x="26" y="0"/>
                  </a:lnTo>
                  <a:cubicBezTo>
                    <a:pt x="0" y="50"/>
                    <a:pt x="26" y="100"/>
                    <a:pt x="76" y="151"/>
                  </a:cubicBezTo>
                  <a:cubicBezTo>
                    <a:pt x="126" y="226"/>
                    <a:pt x="176" y="301"/>
                    <a:pt x="251" y="326"/>
                  </a:cubicBezTo>
                  <a:cubicBezTo>
                    <a:pt x="301" y="351"/>
                    <a:pt x="358" y="364"/>
                    <a:pt x="414" y="364"/>
                  </a:cubicBezTo>
                  <a:cubicBezTo>
                    <a:pt x="470" y="364"/>
                    <a:pt x="527" y="351"/>
                    <a:pt x="577" y="326"/>
                  </a:cubicBezTo>
                  <a:cubicBezTo>
                    <a:pt x="677" y="276"/>
                    <a:pt x="752" y="201"/>
                    <a:pt x="802" y="100"/>
                  </a:cubicBezTo>
                  <a:lnTo>
                    <a:pt x="777" y="100"/>
                  </a:lnTo>
                  <a:lnTo>
                    <a:pt x="26"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9" name="Google Shape;1029;p36">
            <a:extLst>
              <a:ext uri="{FF2B5EF4-FFF2-40B4-BE49-F238E27FC236}">
                <a16:creationId xmlns:a16="http://schemas.microsoft.com/office/drawing/2014/main" id="{F6D152BA-1C73-D5AB-76A6-00DABABDF4A0}"/>
              </a:ext>
            </a:extLst>
          </p:cNvPr>
          <p:cNvGrpSpPr/>
          <p:nvPr/>
        </p:nvGrpSpPr>
        <p:grpSpPr>
          <a:xfrm>
            <a:off x="713233" y="2624150"/>
            <a:ext cx="1363909" cy="1979754"/>
            <a:chOff x="-2164348" y="3003119"/>
            <a:chExt cx="1255670" cy="1822643"/>
          </a:xfrm>
        </p:grpSpPr>
        <p:sp>
          <p:nvSpPr>
            <p:cNvPr id="1030" name="Google Shape;1030;p36">
              <a:extLst>
                <a:ext uri="{FF2B5EF4-FFF2-40B4-BE49-F238E27FC236}">
                  <a16:creationId xmlns:a16="http://schemas.microsoft.com/office/drawing/2014/main" id="{D2B65543-5575-41E5-3C0C-A1453876AFB2}"/>
                </a:ext>
              </a:extLst>
            </p:cNvPr>
            <p:cNvSpPr/>
            <p:nvPr/>
          </p:nvSpPr>
          <p:spPr>
            <a:xfrm>
              <a:off x="-1598696" y="4557942"/>
              <a:ext cx="252735" cy="170744"/>
            </a:xfrm>
            <a:custGeom>
              <a:avLst/>
              <a:gdLst/>
              <a:ahLst/>
              <a:cxnLst/>
              <a:rect l="l" t="t" r="r" b="b"/>
              <a:pathLst>
                <a:path w="6316" h="4267" extrusionOk="0">
                  <a:moveTo>
                    <a:pt x="927" y="1"/>
                  </a:moveTo>
                  <a:cubicBezTo>
                    <a:pt x="877" y="1"/>
                    <a:pt x="827" y="1"/>
                    <a:pt x="777" y="26"/>
                  </a:cubicBezTo>
                  <a:cubicBezTo>
                    <a:pt x="702" y="51"/>
                    <a:pt x="677" y="151"/>
                    <a:pt x="652" y="226"/>
                  </a:cubicBezTo>
                  <a:cubicBezTo>
                    <a:pt x="577" y="527"/>
                    <a:pt x="501" y="803"/>
                    <a:pt x="426" y="1104"/>
                  </a:cubicBezTo>
                  <a:cubicBezTo>
                    <a:pt x="326" y="1530"/>
                    <a:pt x="201" y="1981"/>
                    <a:pt x="150" y="2432"/>
                  </a:cubicBezTo>
                  <a:cubicBezTo>
                    <a:pt x="100" y="2758"/>
                    <a:pt x="100" y="3084"/>
                    <a:pt x="75" y="3409"/>
                  </a:cubicBezTo>
                  <a:cubicBezTo>
                    <a:pt x="50" y="3610"/>
                    <a:pt x="0" y="3810"/>
                    <a:pt x="150" y="3986"/>
                  </a:cubicBezTo>
                  <a:cubicBezTo>
                    <a:pt x="301" y="4161"/>
                    <a:pt x="577" y="4211"/>
                    <a:pt x="852" y="4236"/>
                  </a:cubicBezTo>
                  <a:cubicBezTo>
                    <a:pt x="1053" y="4236"/>
                    <a:pt x="1278" y="4211"/>
                    <a:pt x="1429" y="4186"/>
                  </a:cubicBezTo>
                  <a:cubicBezTo>
                    <a:pt x="1668" y="4151"/>
                    <a:pt x="1906" y="4138"/>
                    <a:pt x="2143" y="4138"/>
                  </a:cubicBezTo>
                  <a:cubicBezTo>
                    <a:pt x="2748" y="4138"/>
                    <a:pt x="3348" y="4225"/>
                    <a:pt x="3960" y="4261"/>
                  </a:cubicBezTo>
                  <a:cubicBezTo>
                    <a:pt x="4016" y="4265"/>
                    <a:pt x="4072" y="4267"/>
                    <a:pt x="4128" y="4267"/>
                  </a:cubicBezTo>
                  <a:cubicBezTo>
                    <a:pt x="4473" y="4267"/>
                    <a:pt x="4818" y="4208"/>
                    <a:pt x="5163" y="4186"/>
                  </a:cubicBezTo>
                  <a:cubicBezTo>
                    <a:pt x="5222" y="4186"/>
                    <a:pt x="5281" y="4187"/>
                    <a:pt x="5338" y="4187"/>
                  </a:cubicBezTo>
                  <a:cubicBezTo>
                    <a:pt x="5597" y="4187"/>
                    <a:pt x="5840" y="4170"/>
                    <a:pt x="6065" y="3986"/>
                  </a:cubicBezTo>
                  <a:cubicBezTo>
                    <a:pt x="6216" y="3860"/>
                    <a:pt x="6316" y="3660"/>
                    <a:pt x="6266" y="3459"/>
                  </a:cubicBezTo>
                  <a:cubicBezTo>
                    <a:pt x="6166" y="3184"/>
                    <a:pt x="5865" y="3109"/>
                    <a:pt x="5589" y="3033"/>
                  </a:cubicBezTo>
                  <a:cubicBezTo>
                    <a:pt x="4912" y="2908"/>
                    <a:pt x="4236" y="2758"/>
                    <a:pt x="3559" y="2632"/>
                  </a:cubicBezTo>
                  <a:cubicBezTo>
                    <a:pt x="3308" y="2557"/>
                    <a:pt x="2782" y="2457"/>
                    <a:pt x="2707" y="2131"/>
                  </a:cubicBezTo>
                  <a:cubicBezTo>
                    <a:pt x="2682" y="1956"/>
                    <a:pt x="2782" y="1680"/>
                    <a:pt x="2782" y="1505"/>
                  </a:cubicBezTo>
                  <a:cubicBezTo>
                    <a:pt x="2807" y="1304"/>
                    <a:pt x="2832" y="1079"/>
                    <a:pt x="2832" y="878"/>
                  </a:cubicBezTo>
                  <a:cubicBezTo>
                    <a:pt x="2857" y="477"/>
                    <a:pt x="2983" y="101"/>
                    <a:pt x="2481" y="76"/>
                  </a:cubicBezTo>
                  <a:lnTo>
                    <a:pt x="927"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6">
              <a:extLst>
                <a:ext uri="{FF2B5EF4-FFF2-40B4-BE49-F238E27FC236}">
                  <a16:creationId xmlns:a16="http://schemas.microsoft.com/office/drawing/2014/main" id="{77111B71-8066-F813-BFB7-A07297153098}"/>
                </a:ext>
              </a:extLst>
            </p:cNvPr>
            <p:cNvSpPr/>
            <p:nvPr/>
          </p:nvSpPr>
          <p:spPr>
            <a:xfrm>
              <a:off x="-1413187" y="4645334"/>
              <a:ext cx="257777" cy="172785"/>
            </a:xfrm>
            <a:custGeom>
              <a:avLst/>
              <a:gdLst/>
              <a:ahLst/>
              <a:cxnLst/>
              <a:rect l="l" t="t" r="r" b="b"/>
              <a:pathLst>
                <a:path w="6442" h="4318" extrusionOk="0">
                  <a:moveTo>
                    <a:pt x="2967" y="1"/>
                  </a:moveTo>
                  <a:cubicBezTo>
                    <a:pt x="2271" y="1"/>
                    <a:pt x="1581" y="112"/>
                    <a:pt x="878" y="223"/>
                  </a:cubicBezTo>
                  <a:cubicBezTo>
                    <a:pt x="828" y="248"/>
                    <a:pt x="778" y="248"/>
                    <a:pt x="728" y="298"/>
                  </a:cubicBezTo>
                  <a:cubicBezTo>
                    <a:pt x="702" y="323"/>
                    <a:pt x="677" y="373"/>
                    <a:pt x="677" y="423"/>
                  </a:cubicBezTo>
                  <a:cubicBezTo>
                    <a:pt x="527" y="1050"/>
                    <a:pt x="602" y="1626"/>
                    <a:pt x="402" y="2228"/>
                  </a:cubicBezTo>
                  <a:cubicBezTo>
                    <a:pt x="301" y="2504"/>
                    <a:pt x="1" y="3331"/>
                    <a:pt x="101" y="3807"/>
                  </a:cubicBezTo>
                  <a:cubicBezTo>
                    <a:pt x="126" y="3932"/>
                    <a:pt x="201" y="4032"/>
                    <a:pt x="301" y="4083"/>
                  </a:cubicBezTo>
                  <a:cubicBezTo>
                    <a:pt x="502" y="4183"/>
                    <a:pt x="878" y="4183"/>
                    <a:pt x="1104" y="4208"/>
                  </a:cubicBezTo>
                  <a:cubicBezTo>
                    <a:pt x="1374" y="4262"/>
                    <a:pt x="1645" y="4303"/>
                    <a:pt x="1916" y="4303"/>
                  </a:cubicBezTo>
                  <a:cubicBezTo>
                    <a:pt x="2021" y="4303"/>
                    <a:pt x="2126" y="4297"/>
                    <a:pt x="2231" y="4283"/>
                  </a:cubicBezTo>
                  <a:cubicBezTo>
                    <a:pt x="2532" y="4258"/>
                    <a:pt x="2808" y="4208"/>
                    <a:pt x="3083" y="4183"/>
                  </a:cubicBezTo>
                  <a:cubicBezTo>
                    <a:pt x="3116" y="4182"/>
                    <a:pt x="3149" y="4181"/>
                    <a:pt x="3181" y="4181"/>
                  </a:cubicBezTo>
                  <a:cubicBezTo>
                    <a:pt x="3731" y="4181"/>
                    <a:pt x="4291" y="4317"/>
                    <a:pt x="4846" y="4317"/>
                  </a:cubicBezTo>
                  <a:cubicBezTo>
                    <a:pt x="5070" y="4317"/>
                    <a:pt x="5293" y="4295"/>
                    <a:pt x="5515" y="4233"/>
                  </a:cubicBezTo>
                  <a:cubicBezTo>
                    <a:pt x="5790" y="4158"/>
                    <a:pt x="6266" y="3982"/>
                    <a:pt x="6342" y="3656"/>
                  </a:cubicBezTo>
                  <a:cubicBezTo>
                    <a:pt x="6442" y="3255"/>
                    <a:pt x="6091" y="2980"/>
                    <a:pt x="5740" y="2905"/>
                  </a:cubicBezTo>
                  <a:cubicBezTo>
                    <a:pt x="5314" y="2779"/>
                    <a:pt x="4838" y="2704"/>
                    <a:pt x="4387" y="2704"/>
                  </a:cubicBezTo>
                  <a:cubicBezTo>
                    <a:pt x="4211" y="2704"/>
                    <a:pt x="4011" y="2704"/>
                    <a:pt x="3835" y="2654"/>
                  </a:cubicBezTo>
                  <a:cubicBezTo>
                    <a:pt x="3384" y="2554"/>
                    <a:pt x="3209" y="2178"/>
                    <a:pt x="3309" y="1752"/>
                  </a:cubicBezTo>
                  <a:cubicBezTo>
                    <a:pt x="3434" y="1200"/>
                    <a:pt x="3560" y="624"/>
                    <a:pt x="3710" y="47"/>
                  </a:cubicBezTo>
                  <a:cubicBezTo>
                    <a:pt x="3461" y="15"/>
                    <a:pt x="3214" y="1"/>
                    <a:pt x="296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6">
              <a:extLst>
                <a:ext uri="{FF2B5EF4-FFF2-40B4-BE49-F238E27FC236}">
                  <a16:creationId xmlns:a16="http://schemas.microsoft.com/office/drawing/2014/main" id="{C120F1EA-5DBD-F61C-DAD5-57AA3C2D7923}"/>
                </a:ext>
              </a:extLst>
            </p:cNvPr>
            <p:cNvSpPr/>
            <p:nvPr/>
          </p:nvSpPr>
          <p:spPr>
            <a:xfrm>
              <a:off x="-1789248" y="3971362"/>
              <a:ext cx="440285" cy="666170"/>
            </a:xfrm>
            <a:custGeom>
              <a:avLst/>
              <a:gdLst/>
              <a:ahLst/>
              <a:cxnLst/>
              <a:rect l="l" t="t" r="r" b="b"/>
              <a:pathLst>
                <a:path w="11003" h="16648" extrusionOk="0">
                  <a:moveTo>
                    <a:pt x="2014" y="1"/>
                  </a:moveTo>
                  <a:cubicBezTo>
                    <a:pt x="1825" y="1"/>
                    <a:pt x="1638" y="31"/>
                    <a:pt x="1479" y="123"/>
                  </a:cubicBezTo>
                  <a:cubicBezTo>
                    <a:pt x="1303" y="249"/>
                    <a:pt x="1178" y="399"/>
                    <a:pt x="1078" y="575"/>
                  </a:cubicBezTo>
                  <a:cubicBezTo>
                    <a:pt x="627" y="1226"/>
                    <a:pt x="226" y="1928"/>
                    <a:pt x="126" y="2680"/>
                  </a:cubicBezTo>
                  <a:cubicBezTo>
                    <a:pt x="0" y="3432"/>
                    <a:pt x="176" y="4234"/>
                    <a:pt x="727" y="4710"/>
                  </a:cubicBezTo>
                  <a:cubicBezTo>
                    <a:pt x="1228" y="5161"/>
                    <a:pt x="1955" y="5261"/>
                    <a:pt x="2632" y="5362"/>
                  </a:cubicBezTo>
                  <a:cubicBezTo>
                    <a:pt x="3058" y="5412"/>
                    <a:pt x="3459" y="5512"/>
                    <a:pt x="3860" y="5587"/>
                  </a:cubicBezTo>
                  <a:cubicBezTo>
                    <a:pt x="4110" y="5612"/>
                    <a:pt x="4336" y="5587"/>
                    <a:pt x="4537" y="5712"/>
                  </a:cubicBezTo>
                  <a:cubicBezTo>
                    <a:pt x="5138" y="6113"/>
                    <a:pt x="4963" y="7066"/>
                    <a:pt x="4812" y="7692"/>
                  </a:cubicBezTo>
                  <a:cubicBezTo>
                    <a:pt x="4662" y="8269"/>
                    <a:pt x="4461" y="8895"/>
                    <a:pt x="4612" y="9447"/>
                  </a:cubicBezTo>
                  <a:cubicBezTo>
                    <a:pt x="4662" y="9597"/>
                    <a:pt x="4737" y="9748"/>
                    <a:pt x="4762" y="9898"/>
                  </a:cubicBezTo>
                  <a:cubicBezTo>
                    <a:pt x="4787" y="10098"/>
                    <a:pt x="4737" y="10299"/>
                    <a:pt x="4712" y="10499"/>
                  </a:cubicBezTo>
                  <a:cubicBezTo>
                    <a:pt x="4511" y="11552"/>
                    <a:pt x="4161" y="12680"/>
                    <a:pt x="4562" y="13682"/>
                  </a:cubicBezTo>
                  <a:cubicBezTo>
                    <a:pt x="4612" y="13783"/>
                    <a:pt x="4662" y="13908"/>
                    <a:pt x="4687" y="14033"/>
                  </a:cubicBezTo>
                  <a:cubicBezTo>
                    <a:pt x="4712" y="14134"/>
                    <a:pt x="4687" y="14234"/>
                    <a:pt x="4687" y="14359"/>
                  </a:cubicBezTo>
                  <a:cubicBezTo>
                    <a:pt x="4587" y="15061"/>
                    <a:pt x="4511" y="15788"/>
                    <a:pt x="4436" y="16489"/>
                  </a:cubicBezTo>
                  <a:cubicBezTo>
                    <a:pt x="4436" y="16489"/>
                    <a:pt x="6867" y="16615"/>
                    <a:pt x="7068" y="16615"/>
                  </a:cubicBezTo>
                  <a:cubicBezTo>
                    <a:pt x="7225" y="16615"/>
                    <a:pt x="7498" y="16647"/>
                    <a:pt x="7749" y="16647"/>
                  </a:cubicBezTo>
                  <a:cubicBezTo>
                    <a:pt x="7937" y="16647"/>
                    <a:pt x="8113" y="16629"/>
                    <a:pt x="8221" y="16565"/>
                  </a:cubicBezTo>
                  <a:cubicBezTo>
                    <a:pt x="8622" y="16314"/>
                    <a:pt x="8697" y="15136"/>
                    <a:pt x="8772" y="14710"/>
                  </a:cubicBezTo>
                  <a:cubicBezTo>
                    <a:pt x="8847" y="14083"/>
                    <a:pt x="8897" y="13457"/>
                    <a:pt x="9023" y="12855"/>
                  </a:cubicBezTo>
                  <a:cubicBezTo>
                    <a:pt x="9223" y="11753"/>
                    <a:pt x="9699" y="10700"/>
                    <a:pt x="9900" y="9597"/>
                  </a:cubicBezTo>
                  <a:cubicBezTo>
                    <a:pt x="10000" y="9046"/>
                    <a:pt x="9950" y="8444"/>
                    <a:pt x="10075" y="7918"/>
                  </a:cubicBezTo>
                  <a:cubicBezTo>
                    <a:pt x="10151" y="7442"/>
                    <a:pt x="10276" y="6991"/>
                    <a:pt x="10351" y="6514"/>
                  </a:cubicBezTo>
                  <a:cubicBezTo>
                    <a:pt x="10552" y="5387"/>
                    <a:pt x="10727" y="4284"/>
                    <a:pt x="10928" y="3156"/>
                  </a:cubicBezTo>
                  <a:cubicBezTo>
                    <a:pt x="10953" y="2880"/>
                    <a:pt x="11003" y="2630"/>
                    <a:pt x="10978" y="2379"/>
                  </a:cubicBezTo>
                  <a:cubicBezTo>
                    <a:pt x="10953" y="2354"/>
                    <a:pt x="10953" y="2329"/>
                    <a:pt x="10953" y="2304"/>
                  </a:cubicBezTo>
                  <a:cubicBezTo>
                    <a:pt x="10677" y="925"/>
                    <a:pt x="8196" y="1026"/>
                    <a:pt x="7068" y="850"/>
                  </a:cubicBezTo>
                  <a:cubicBezTo>
                    <a:pt x="5539" y="575"/>
                    <a:pt x="4035" y="324"/>
                    <a:pt x="2506" y="48"/>
                  </a:cubicBezTo>
                  <a:cubicBezTo>
                    <a:pt x="2353" y="25"/>
                    <a:pt x="2183" y="1"/>
                    <a:pt x="201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6">
              <a:extLst>
                <a:ext uri="{FF2B5EF4-FFF2-40B4-BE49-F238E27FC236}">
                  <a16:creationId xmlns:a16="http://schemas.microsoft.com/office/drawing/2014/main" id="{08BC4139-CC63-25B3-155C-81370F51ADB0}"/>
                </a:ext>
              </a:extLst>
            </p:cNvPr>
            <p:cNvSpPr/>
            <p:nvPr/>
          </p:nvSpPr>
          <p:spPr>
            <a:xfrm>
              <a:off x="-1771201" y="3836351"/>
              <a:ext cx="668971" cy="886732"/>
            </a:xfrm>
            <a:custGeom>
              <a:avLst/>
              <a:gdLst/>
              <a:ahLst/>
              <a:cxnLst/>
              <a:rect l="l" t="t" r="r" b="b"/>
              <a:pathLst>
                <a:path w="16718" h="22160" extrusionOk="0">
                  <a:moveTo>
                    <a:pt x="2784" y="1"/>
                  </a:moveTo>
                  <a:cubicBezTo>
                    <a:pt x="2489" y="1"/>
                    <a:pt x="2209" y="40"/>
                    <a:pt x="1980" y="114"/>
                  </a:cubicBezTo>
                  <a:cubicBezTo>
                    <a:pt x="727" y="515"/>
                    <a:pt x="326" y="2069"/>
                    <a:pt x="201" y="3372"/>
                  </a:cubicBezTo>
                  <a:cubicBezTo>
                    <a:pt x="76" y="4450"/>
                    <a:pt x="0" y="5527"/>
                    <a:pt x="301" y="6580"/>
                  </a:cubicBezTo>
                  <a:cubicBezTo>
                    <a:pt x="777" y="8109"/>
                    <a:pt x="2055" y="9287"/>
                    <a:pt x="3509" y="9939"/>
                  </a:cubicBezTo>
                  <a:cubicBezTo>
                    <a:pt x="4662" y="10440"/>
                    <a:pt x="5915" y="10640"/>
                    <a:pt x="7168" y="10715"/>
                  </a:cubicBezTo>
                  <a:cubicBezTo>
                    <a:pt x="7282" y="10721"/>
                    <a:pt x="7397" y="10724"/>
                    <a:pt x="7511" y="10724"/>
                  </a:cubicBezTo>
                  <a:cubicBezTo>
                    <a:pt x="8349" y="10724"/>
                    <a:pt x="9187" y="10575"/>
                    <a:pt x="10025" y="10465"/>
                  </a:cubicBezTo>
                  <a:cubicBezTo>
                    <a:pt x="10113" y="10455"/>
                    <a:pt x="10186" y="10450"/>
                    <a:pt x="10248" y="10450"/>
                  </a:cubicBezTo>
                  <a:cubicBezTo>
                    <a:pt x="10648" y="10450"/>
                    <a:pt x="10550" y="10664"/>
                    <a:pt x="10376" y="11142"/>
                  </a:cubicBezTo>
                  <a:cubicBezTo>
                    <a:pt x="10251" y="11442"/>
                    <a:pt x="10151" y="11743"/>
                    <a:pt x="10025" y="12019"/>
                  </a:cubicBezTo>
                  <a:cubicBezTo>
                    <a:pt x="9950" y="12219"/>
                    <a:pt x="9875" y="12395"/>
                    <a:pt x="9825" y="12595"/>
                  </a:cubicBezTo>
                  <a:cubicBezTo>
                    <a:pt x="9624" y="13046"/>
                    <a:pt x="9449" y="13548"/>
                    <a:pt x="9424" y="14049"/>
                  </a:cubicBezTo>
                  <a:cubicBezTo>
                    <a:pt x="9399" y="14550"/>
                    <a:pt x="9524" y="15051"/>
                    <a:pt x="9549" y="15553"/>
                  </a:cubicBezTo>
                  <a:cubicBezTo>
                    <a:pt x="9574" y="16405"/>
                    <a:pt x="9123" y="17157"/>
                    <a:pt x="9123" y="18009"/>
                  </a:cubicBezTo>
                  <a:cubicBezTo>
                    <a:pt x="9123" y="18310"/>
                    <a:pt x="9198" y="18610"/>
                    <a:pt x="9223" y="18936"/>
                  </a:cubicBezTo>
                  <a:cubicBezTo>
                    <a:pt x="9248" y="19237"/>
                    <a:pt x="9198" y="19563"/>
                    <a:pt x="9173" y="19863"/>
                  </a:cubicBezTo>
                  <a:lnTo>
                    <a:pt x="8948" y="21392"/>
                  </a:lnTo>
                  <a:cubicBezTo>
                    <a:pt x="8898" y="21793"/>
                    <a:pt x="8772" y="22069"/>
                    <a:pt x="9248" y="22119"/>
                  </a:cubicBezTo>
                  <a:cubicBezTo>
                    <a:pt x="9535" y="22148"/>
                    <a:pt x="9818" y="22159"/>
                    <a:pt x="10101" y="22159"/>
                  </a:cubicBezTo>
                  <a:cubicBezTo>
                    <a:pt x="11054" y="22159"/>
                    <a:pt x="11991" y="22027"/>
                    <a:pt x="12958" y="21969"/>
                  </a:cubicBezTo>
                  <a:cubicBezTo>
                    <a:pt x="13008" y="21969"/>
                    <a:pt x="13058" y="21969"/>
                    <a:pt x="13108" y="21919"/>
                  </a:cubicBezTo>
                  <a:cubicBezTo>
                    <a:pt x="13133" y="21893"/>
                    <a:pt x="13133" y="21868"/>
                    <a:pt x="13158" y="21818"/>
                  </a:cubicBezTo>
                  <a:cubicBezTo>
                    <a:pt x="13609" y="20064"/>
                    <a:pt x="14035" y="18385"/>
                    <a:pt x="14261" y="16580"/>
                  </a:cubicBezTo>
                  <a:cubicBezTo>
                    <a:pt x="14261" y="16405"/>
                    <a:pt x="14286" y="16254"/>
                    <a:pt x="14361" y="16104"/>
                  </a:cubicBezTo>
                  <a:cubicBezTo>
                    <a:pt x="14436" y="15929"/>
                    <a:pt x="14587" y="15778"/>
                    <a:pt x="14737" y="15628"/>
                  </a:cubicBezTo>
                  <a:cubicBezTo>
                    <a:pt x="15038" y="15227"/>
                    <a:pt x="15063" y="14801"/>
                    <a:pt x="15188" y="14350"/>
                  </a:cubicBezTo>
                  <a:cubicBezTo>
                    <a:pt x="15339" y="13898"/>
                    <a:pt x="15489" y="13472"/>
                    <a:pt x="15589" y="12996"/>
                  </a:cubicBezTo>
                  <a:cubicBezTo>
                    <a:pt x="15815" y="11893"/>
                    <a:pt x="16066" y="10791"/>
                    <a:pt x="16291" y="9688"/>
                  </a:cubicBezTo>
                  <a:cubicBezTo>
                    <a:pt x="16492" y="8786"/>
                    <a:pt x="16717" y="7959"/>
                    <a:pt x="16241" y="7081"/>
                  </a:cubicBezTo>
                  <a:cubicBezTo>
                    <a:pt x="16066" y="6806"/>
                    <a:pt x="15815" y="6580"/>
                    <a:pt x="15564" y="6380"/>
                  </a:cubicBezTo>
                  <a:cubicBezTo>
                    <a:pt x="13384" y="4600"/>
                    <a:pt x="10602" y="3573"/>
                    <a:pt x="7795" y="3472"/>
                  </a:cubicBezTo>
                  <a:cubicBezTo>
                    <a:pt x="6742" y="3447"/>
                    <a:pt x="5414" y="3372"/>
                    <a:pt x="5013" y="2395"/>
                  </a:cubicBezTo>
                  <a:cubicBezTo>
                    <a:pt x="4863" y="2044"/>
                    <a:pt x="4913" y="1618"/>
                    <a:pt x="4863" y="1217"/>
                  </a:cubicBezTo>
                  <a:cubicBezTo>
                    <a:pt x="4730" y="367"/>
                    <a:pt x="3687" y="1"/>
                    <a:pt x="278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6">
              <a:extLst>
                <a:ext uri="{FF2B5EF4-FFF2-40B4-BE49-F238E27FC236}">
                  <a16:creationId xmlns:a16="http://schemas.microsoft.com/office/drawing/2014/main" id="{62074622-1462-10A7-D993-479DBE6C3948}"/>
                </a:ext>
              </a:extLst>
            </p:cNvPr>
            <p:cNvSpPr/>
            <p:nvPr/>
          </p:nvSpPr>
          <p:spPr>
            <a:xfrm>
              <a:off x="-1847430" y="3089072"/>
              <a:ext cx="149456" cy="319760"/>
            </a:xfrm>
            <a:custGeom>
              <a:avLst/>
              <a:gdLst/>
              <a:ahLst/>
              <a:cxnLst/>
              <a:rect l="l" t="t" r="r" b="b"/>
              <a:pathLst>
                <a:path w="3735" h="7991" extrusionOk="0">
                  <a:moveTo>
                    <a:pt x="2378" y="1"/>
                  </a:moveTo>
                  <a:cubicBezTo>
                    <a:pt x="2161" y="1"/>
                    <a:pt x="1935" y="82"/>
                    <a:pt x="1755" y="217"/>
                  </a:cubicBezTo>
                  <a:cubicBezTo>
                    <a:pt x="1454" y="443"/>
                    <a:pt x="1204" y="869"/>
                    <a:pt x="978" y="1195"/>
                  </a:cubicBezTo>
                  <a:cubicBezTo>
                    <a:pt x="677" y="1646"/>
                    <a:pt x="502" y="2247"/>
                    <a:pt x="376" y="2774"/>
                  </a:cubicBezTo>
                  <a:cubicBezTo>
                    <a:pt x="1" y="4177"/>
                    <a:pt x="326" y="5656"/>
                    <a:pt x="652" y="7060"/>
                  </a:cubicBezTo>
                  <a:cubicBezTo>
                    <a:pt x="677" y="7235"/>
                    <a:pt x="727" y="7435"/>
                    <a:pt x="853" y="7586"/>
                  </a:cubicBezTo>
                  <a:cubicBezTo>
                    <a:pt x="1078" y="7912"/>
                    <a:pt x="1529" y="7962"/>
                    <a:pt x="1930" y="7987"/>
                  </a:cubicBezTo>
                  <a:cubicBezTo>
                    <a:pt x="1963" y="7989"/>
                    <a:pt x="1996" y="7991"/>
                    <a:pt x="2028" y="7991"/>
                  </a:cubicBezTo>
                  <a:cubicBezTo>
                    <a:pt x="2632" y="7991"/>
                    <a:pt x="3085" y="7550"/>
                    <a:pt x="3108" y="6884"/>
                  </a:cubicBezTo>
                  <a:cubicBezTo>
                    <a:pt x="3133" y="6533"/>
                    <a:pt x="2983" y="6207"/>
                    <a:pt x="2958" y="5857"/>
                  </a:cubicBezTo>
                  <a:cubicBezTo>
                    <a:pt x="2933" y="5531"/>
                    <a:pt x="2933" y="5230"/>
                    <a:pt x="2883" y="4879"/>
                  </a:cubicBezTo>
                  <a:cubicBezTo>
                    <a:pt x="2833" y="4603"/>
                    <a:pt x="2858" y="4278"/>
                    <a:pt x="3058" y="4077"/>
                  </a:cubicBezTo>
                  <a:cubicBezTo>
                    <a:pt x="3184" y="3927"/>
                    <a:pt x="3384" y="3852"/>
                    <a:pt x="3509" y="3701"/>
                  </a:cubicBezTo>
                  <a:cubicBezTo>
                    <a:pt x="3735" y="3450"/>
                    <a:pt x="3685" y="3075"/>
                    <a:pt x="3635" y="2749"/>
                  </a:cubicBezTo>
                  <a:cubicBezTo>
                    <a:pt x="3610" y="2573"/>
                    <a:pt x="3585" y="2423"/>
                    <a:pt x="3534" y="2247"/>
                  </a:cubicBezTo>
                  <a:cubicBezTo>
                    <a:pt x="3434" y="1746"/>
                    <a:pt x="3309" y="1245"/>
                    <a:pt x="3133" y="744"/>
                  </a:cubicBezTo>
                  <a:cubicBezTo>
                    <a:pt x="3058" y="518"/>
                    <a:pt x="2958" y="268"/>
                    <a:pt x="2783" y="117"/>
                  </a:cubicBezTo>
                  <a:cubicBezTo>
                    <a:pt x="2662" y="37"/>
                    <a:pt x="2522" y="1"/>
                    <a:pt x="2378" y="1"/>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6">
              <a:extLst>
                <a:ext uri="{FF2B5EF4-FFF2-40B4-BE49-F238E27FC236}">
                  <a16:creationId xmlns:a16="http://schemas.microsoft.com/office/drawing/2014/main" id="{367A29D8-8950-6474-E154-0D721A464501}"/>
                </a:ext>
              </a:extLst>
            </p:cNvPr>
            <p:cNvSpPr/>
            <p:nvPr/>
          </p:nvSpPr>
          <p:spPr>
            <a:xfrm>
              <a:off x="-1569646" y="3004480"/>
              <a:ext cx="660968" cy="480300"/>
            </a:xfrm>
            <a:custGeom>
              <a:avLst/>
              <a:gdLst/>
              <a:ahLst/>
              <a:cxnLst/>
              <a:rect l="l" t="t" r="r" b="b"/>
              <a:pathLst>
                <a:path w="16518" h="12003" extrusionOk="0">
                  <a:moveTo>
                    <a:pt x="15858" y="0"/>
                  </a:moveTo>
                  <a:cubicBezTo>
                    <a:pt x="15678" y="0"/>
                    <a:pt x="15514" y="237"/>
                    <a:pt x="15415" y="452"/>
                  </a:cubicBezTo>
                  <a:cubicBezTo>
                    <a:pt x="15064" y="1254"/>
                    <a:pt x="15289" y="2382"/>
                    <a:pt x="14537" y="2958"/>
                  </a:cubicBezTo>
                  <a:cubicBezTo>
                    <a:pt x="13635" y="3635"/>
                    <a:pt x="12658" y="4136"/>
                    <a:pt x="11630" y="4612"/>
                  </a:cubicBezTo>
                  <a:cubicBezTo>
                    <a:pt x="10126" y="5314"/>
                    <a:pt x="8623" y="6066"/>
                    <a:pt x="7094" y="6692"/>
                  </a:cubicBezTo>
                  <a:cubicBezTo>
                    <a:pt x="5690" y="7269"/>
                    <a:pt x="4211" y="7570"/>
                    <a:pt x="2783" y="8071"/>
                  </a:cubicBezTo>
                  <a:cubicBezTo>
                    <a:pt x="2708" y="8096"/>
                    <a:pt x="2633" y="8121"/>
                    <a:pt x="2557" y="8146"/>
                  </a:cubicBezTo>
                  <a:cubicBezTo>
                    <a:pt x="2031" y="8346"/>
                    <a:pt x="1505" y="8647"/>
                    <a:pt x="1029" y="8923"/>
                  </a:cubicBezTo>
                  <a:cubicBezTo>
                    <a:pt x="552" y="9199"/>
                    <a:pt x="277" y="9700"/>
                    <a:pt x="176" y="10201"/>
                  </a:cubicBezTo>
                  <a:cubicBezTo>
                    <a:pt x="1" y="11279"/>
                    <a:pt x="1104" y="11880"/>
                    <a:pt x="2031" y="11981"/>
                  </a:cubicBezTo>
                  <a:cubicBezTo>
                    <a:pt x="2169" y="11995"/>
                    <a:pt x="2305" y="12002"/>
                    <a:pt x="2439" y="12002"/>
                  </a:cubicBezTo>
                  <a:cubicBezTo>
                    <a:pt x="3446" y="12002"/>
                    <a:pt x="4344" y="11619"/>
                    <a:pt x="5339" y="11354"/>
                  </a:cubicBezTo>
                  <a:cubicBezTo>
                    <a:pt x="5339" y="11354"/>
                    <a:pt x="5364" y="11354"/>
                    <a:pt x="5389" y="11329"/>
                  </a:cubicBezTo>
                  <a:cubicBezTo>
                    <a:pt x="6492" y="11053"/>
                    <a:pt x="7595" y="10502"/>
                    <a:pt x="8572" y="9875"/>
                  </a:cubicBezTo>
                  <a:cubicBezTo>
                    <a:pt x="9575" y="9224"/>
                    <a:pt x="10377" y="8422"/>
                    <a:pt x="11254" y="7620"/>
                  </a:cubicBezTo>
                  <a:cubicBezTo>
                    <a:pt x="12131" y="6818"/>
                    <a:pt x="13059" y="6041"/>
                    <a:pt x="14011" y="5314"/>
                  </a:cubicBezTo>
                  <a:cubicBezTo>
                    <a:pt x="14312" y="5088"/>
                    <a:pt x="14587" y="4813"/>
                    <a:pt x="14888" y="4562"/>
                  </a:cubicBezTo>
                  <a:cubicBezTo>
                    <a:pt x="15139" y="4336"/>
                    <a:pt x="15389" y="4111"/>
                    <a:pt x="15640" y="3885"/>
                  </a:cubicBezTo>
                  <a:cubicBezTo>
                    <a:pt x="15891" y="3635"/>
                    <a:pt x="16166" y="3409"/>
                    <a:pt x="16292" y="3083"/>
                  </a:cubicBezTo>
                  <a:cubicBezTo>
                    <a:pt x="16517" y="2632"/>
                    <a:pt x="16442" y="2156"/>
                    <a:pt x="16392" y="1680"/>
                  </a:cubicBezTo>
                  <a:cubicBezTo>
                    <a:pt x="16317" y="1204"/>
                    <a:pt x="16392" y="652"/>
                    <a:pt x="16141" y="226"/>
                  </a:cubicBezTo>
                  <a:cubicBezTo>
                    <a:pt x="16047" y="64"/>
                    <a:pt x="15950" y="0"/>
                    <a:pt x="1585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6">
              <a:extLst>
                <a:ext uri="{FF2B5EF4-FFF2-40B4-BE49-F238E27FC236}">
                  <a16:creationId xmlns:a16="http://schemas.microsoft.com/office/drawing/2014/main" id="{F50471CF-BA2C-AB9D-6EEB-5B1B5B609F62}"/>
                </a:ext>
              </a:extLst>
            </p:cNvPr>
            <p:cNvSpPr/>
            <p:nvPr/>
          </p:nvSpPr>
          <p:spPr>
            <a:xfrm>
              <a:off x="-2002888" y="3316397"/>
              <a:ext cx="587740" cy="567893"/>
            </a:xfrm>
            <a:custGeom>
              <a:avLst/>
              <a:gdLst/>
              <a:ahLst/>
              <a:cxnLst/>
              <a:rect l="l" t="t" r="r" b="b"/>
              <a:pathLst>
                <a:path w="14688" h="14192" extrusionOk="0">
                  <a:moveTo>
                    <a:pt x="13460" y="0"/>
                  </a:moveTo>
                  <a:cubicBezTo>
                    <a:pt x="11755" y="451"/>
                    <a:pt x="10001" y="677"/>
                    <a:pt x="8221" y="702"/>
                  </a:cubicBezTo>
                  <a:cubicBezTo>
                    <a:pt x="6041" y="727"/>
                    <a:pt x="4988" y="852"/>
                    <a:pt x="3485" y="2406"/>
                  </a:cubicBezTo>
                  <a:cubicBezTo>
                    <a:pt x="2081" y="3910"/>
                    <a:pt x="853" y="5514"/>
                    <a:pt x="1" y="7394"/>
                  </a:cubicBezTo>
                  <a:cubicBezTo>
                    <a:pt x="452" y="7694"/>
                    <a:pt x="928" y="7995"/>
                    <a:pt x="1379" y="8271"/>
                  </a:cubicBezTo>
                  <a:cubicBezTo>
                    <a:pt x="2056" y="8697"/>
                    <a:pt x="3234" y="8973"/>
                    <a:pt x="3284" y="9900"/>
                  </a:cubicBezTo>
                  <a:cubicBezTo>
                    <a:pt x="3334" y="11053"/>
                    <a:pt x="3409" y="12206"/>
                    <a:pt x="3459" y="13333"/>
                  </a:cubicBezTo>
                  <a:cubicBezTo>
                    <a:pt x="3485" y="13509"/>
                    <a:pt x="3485" y="13684"/>
                    <a:pt x="3610" y="13785"/>
                  </a:cubicBezTo>
                  <a:cubicBezTo>
                    <a:pt x="3693" y="13868"/>
                    <a:pt x="3804" y="13895"/>
                    <a:pt x="3924" y="13895"/>
                  </a:cubicBezTo>
                  <a:cubicBezTo>
                    <a:pt x="4059" y="13895"/>
                    <a:pt x="4205" y="13861"/>
                    <a:pt x="4337" y="13835"/>
                  </a:cubicBezTo>
                  <a:cubicBezTo>
                    <a:pt x="4375" y="13828"/>
                    <a:pt x="4411" y="13824"/>
                    <a:pt x="4446" y="13824"/>
                  </a:cubicBezTo>
                  <a:cubicBezTo>
                    <a:pt x="4768" y="13824"/>
                    <a:pt x="4919" y="14115"/>
                    <a:pt x="5214" y="14161"/>
                  </a:cubicBezTo>
                  <a:cubicBezTo>
                    <a:pt x="5335" y="14183"/>
                    <a:pt x="5462" y="14191"/>
                    <a:pt x="5594" y="14191"/>
                  </a:cubicBezTo>
                  <a:cubicBezTo>
                    <a:pt x="6065" y="14191"/>
                    <a:pt x="6588" y="14080"/>
                    <a:pt x="7018" y="14060"/>
                  </a:cubicBezTo>
                  <a:cubicBezTo>
                    <a:pt x="7294" y="14035"/>
                    <a:pt x="10327" y="13885"/>
                    <a:pt x="10327" y="13860"/>
                  </a:cubicBezTo>
                  <a:cubicBezTo>
                    <a:pt x="10352" y="11579"/>
                    <a:pt x="10377" y="9298"/>
                    <a:pt x="10377" y="6993"/>
                  </a:cubicBezTo>
                  <a:cubicBezTo>
                    <a:pt x="10402" y="6742"/>
                    <a:pt x="10402" y="6441"/>
                    <a:pt x="10527" y="6216"/>
                  </a:cubicBezTo>
                  <a:cubicBezTo>
                    <a:pt x="10703" y="5915"/>
                    <a:pt x="11054" y="5765"/>
                    <a:pt x="11379" y="5664"/>
                  </a:cubicBezTo>
                  <a:cubicBezTo>
                    <a:pt x="12457" y="5288"/>
                    <a:pt x="13685" y="4887"/>
                    <a:pt x="14688" y="4361"/>
                  </a:cubicBezTo>
                  <a:cubicBezTo>
                    <a:pt x="14287" y="2907"/>
                    <a:pt x="13861" y="1454"/>
                    <a:pt x="13460"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6">
              <a:extLst>
                <a:ext uri="{FF2B5EF4-FFF2-40B4-BE49-F238E27FC236}">
                  <a16:creationId xmlns:a16="http://schemas.microsoft.com/office/drawing/2014/main" id="{0C0F238B-15A9-9179-D1DF-9B4994D48D93}"/>
                </a:ext>
              </a:extLst>
            </p:cNvPr>
            <p:cNvSpPr/>
            <p:nvPr/>
          </p:nvSpPr>
          <p:spPr>
            <a:xfrm>
              <a:off x="-1714060" y="3983286"/>
              <a:ext cx="306955" cy="282866"/>
            </a:xfrm>
            <a:custGeom>
              <a:avLst/>
              <a:gdLst/>
              <a:ahLst/>
              <a:cxnLst/>
              <a:rect l="l" t="t" r="r" b="b"/>
              <a:pathLst>
                <a:path w="7671" h="7069" fill="none" extrusionOk="0">
                  <a:moveTo>
                    <a:pt x="1" y="1"/>
                  </a:moveTo>
                  <a:cubicBezTo>
                    <a:pt x="828" y="101"/>
                    <a:pt x="1630" y="201"/>
                    <a:pt x="2457" y="302"/>
                  </a:cubicBezTo>
                  <a:cubicBezTo>
                    <a:pt x="3911" y="477"/>
                    <a:pt x="5515" y="703"/>
                    <a:pt x="6542" y="1780"/>
                  </a:cubicBezTo>
                  <a:cubicBezTo>
                    <a:pt x="7169" y="2457"/>
                    <a:pt x="7470" y="3384"/>
                    <a:pt x="7570" y="4287"/>
                  </a:cubicBezTo>
                  <a:cubicBezTo>
                    <a:pt x="7670" y="5214"/>
                    <a:pt x="7570" y="6141"/>
                    <a:pt x="7470" y="7069"/>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6">
              <a:extLst>
                <a:ext uri="{FF2B5EF4-FFF2-40B4-BE49-F238E27FC236}">
                  <a16:creationId xmlns:a16="http://schemas.microsoft.com/office/drawing/2014/main" id="{47FE4702-AEF6-127B-EF8B-8B2E72E1AB01}"/>
                </a:ext>
              </a:extLst>
            </p:cNvPr>
            <p:cNvSpPr/>
            <p:nvPr/>
          </p:nvSpPr>
          <p:spPr>
            <a:xfrm>
              <a:off x="-1801292" y="4251067"/>
              <a:ext cx="20088" cy="439325"/>
            </a:xfrm>
            <a:custGeom>
              <a:avLst/>
              <a:gdLst/>
              <a:ahLst/>
              <a:cxnLst/>
              <a:rect l="l" t="t" r="r" b="b"/>
              <a:pathLst>
                <a:path w="502" h="10979" extrusionOk="0">
                  <a:moveTo>
                    <a:pt x="0" y="1"/>
                  </a:moveTo>
                  <a:lnTo>
                    <a:pt x="0" y="10978"/>
                  </a:lnTo>
                  <a:lnTo>
                    <a:pt x="502" y="10978"/>
                  </a:lnTo>
                  <a:lnTo>
                    <a:pt x="50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6">
              <a:extLst>
                <a:ext uri="{FF2B5EF4-FFF2-40B4-BE49-F238E27FC236}">
                  <a16:creationId xmlns:a16="http://schemas.microsoft.com/office/drawing/2014/main" id="{5C953069-5C2E-E7AE-69EE-6CC201F38FBF}"/>
                </a:ext>
              </a:extLst>
            </p:cNvPr>
            <p:cNvSpPr/>
            <p:nvPr/>
          </p:nvSpPr>
          <p:spPr>
            <a:xfrm>
              <a:off x="-1965754" y="4690351"/>
              <a:ext cx="344009" cy="92275"/>
            </a:xfrm>
            <a:custGeom>
              <a:avLst/>
              <a:gdLst/>
              <a:ahLst/>
              <a:cxnLst/>
              <a:rect l="l" t="t" r="r" b="b"/>
              <a:pathLst>
                <a:path w="8597" h="2306" fill="none" extrusionOk="0">
                  <a:moveTo>
                    <a:pt x="0" y="2306"/>
                  </a:moveTo>
                  <a:cubicBezTo>
                    <a:pt x="0" y="677"/>
                    <a:pt x="2882" y="0"/>
                    <a:pt x="4311" y="0"/>
                  </a:cubicBezTo>
                  <a:cubicBezTo>
                    <a:pt x="6015" y="0"/>
                    <a:pt x="8597" y="627"/>
                    <a:pt x="8597" y="2306"/>
                  </a:cubicBez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6">
              <a:extLst>
                <a:ext uri="{FF2B5EF4-FFF2-40B4-BE49-F238E27FC236}">
                  <a16:creationId xmlns:a16="http://schemas.microsoft.com/office/drawing/2014/main" id="{27D8F855-0F5A-B323-44E1-75899D4E7806}"/>
                </a:ext>
              </a:extLst>
            </p:cNvPr>
            <p:cNvSpPr/>
            <p:nvPr/>
          </p:nvSpPr>
          <p:spPr>
            <a:xfrm>
              <a:off x="-1791249" y="4692352"/>
              <a:ext cx="40" cy="107320"/>
            </a:xfrm>
            <a:custGeom>
              <a:avLst/>
              <a:gdLst/>
              <a:ahLst/>
              <a:cxnLst/>
              <a:rect l="l" t="t" r="r" b="b"/>
              <a:pathLst>
                <a:path w="1" h="2682" fill="none" extrusionOk="0">
                  <a:moveTo>
                    <a:pt x="0" y="2682"/>
                  </a:moveTo>
                  <a:lnTo>
                    <a:pt x="0" y="0"/>
                  </a:lnTo>
                </a:path>
              </a:pathLst>
            </a:custGeom>
            <a:solidFill>
              <a:schemeClr val="accent1"/>
            </a:solidFill>
            <a:ln w="2067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6">
              <a:extLst>
                <a:ext uri="{FF2B5EF4-FFF2-40B4-BE49-F238E27FC236}">
                  <a16:creationId xmlns:a16="http://schemas.microsoft.com/office/drawing/2014/main" id="{2F9DC7E8-15CD-2054-B73D-89BDEF6F3917}"/>
                </a:ext>
              </a:extLst>
            </p:cNvPr>
            <p:cNvSpPr/>
            <p:nvPr/>
          </p:nvSpPr>
          <p:spPr>
            <a:xfrm>
              <a:off x="-1649876" y="4769581"/>
              <a:ext cx="57221" cy="56181"/>
            </a:xfrm>
            <a:custGeom>
              <a:avLst/>
              <a:gdLst/>
              <a:ahLst/>
              <a:cxnLst/>
              <a:rect l="l" t="t" r="r" b="b"/>
              <a:pathLst>
                <a:path w="1430" h="1404" extrusionOk="0">
                  <a:moveTo>
                    <a:pt x="703" y="0"/>
                  </a:moveTo>
                  <a:cubicBezTo>
                    <a:pt x="327" y="0"/>
                    <a:pt x="1" y="326"/>
                    <a:pt x="1" y="702"/>
                  </a:cubicBezTo>
                  <a:cubicBezTo>
                    <a:pt x="1" y="1103"/>
                    <a:pt x="327" y="1404"/>
                    <a:pt x="703" y="1404"/>
                  </a:cubicBezTo>
                  <a:cubicBezTo>
                    <a:pt x="1104" y="1404"/>
                    <a:pt x="1429" y="1103"/>
                    <a:pt x="1429" y="702"/>
                  </a:cubicBezTo>
                  <a:cubicBezTo>
                    <a:pt x="1429" y="326"/>
                    <a:pt x="1104" y="0"/>
                    <a:pt x="7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6">
              <a:extLst>
                <a:ext uri="{FF2B5EF4-FFF2-40B4-BE49-F238E27FC236}">
                  <a16:creationId xmlns:a16="http://schemas.microsoft.com/office/drawing/2014/main" id="{85FCA663-D15D-3AFC-0C86-BBECDDE46FBF}"/>
                </a:ext>
              </a:extLst>
            </p:cNvPr>
            <p:cNvSpPr/>
            <p:nvPr/>
          </p:nvSpPr>
          <p:spPr>
            <a:xfrm>
              <a:off x="-1820339" y="4769581"/>
              <a:ext cx="56181" cy="56181"/>
            </a:xfrm>
            <a:custGeom>
              <a:avLst/>
              <a:gdLst/>
              <a:ahLst/>
              <a:cxnLst/>
              <a:rect l="l" t="t" r="r" b="b"/>
              <a:pathLst>
                <a:path w="1404" h="1404" extrusionOk="0">
                  <a:moveTo>
                    <a:pt x="702" y="0"/>
                  </a:moveTo>
                  <a:cubicBezTo>
                    <a:pt x="326" y="0"/>
                    <a:pt x="0" y="326"/>
                    <a:pt x="0" y="702"/>
                  </a:cubicBezTo>
                  <a:cubicBezTo>
                    <a:pt x="0" y="1103"/>
                    <a:pt x="326"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6">
              <a:extLst>
                <a:ext uri="{FF2B5EF4-FFF2-40B4-BE49-F238E27FC236}">
                  <a16:creationId xmlns:a16="http://schemas.microsoft.com/office/drawing/2014/main" id="{6D2558D7-719D-D3C2-1875-EBF6E1BDD116}"/>
                </a:ext>
              </a:extLst>
            </p:cNvPr>
            <p:cNvSpPr/>
            <p:nvPr/>
          </p:nvSpPr>
          <p:spPr>
            <a:xfrm>
              <a:off x="-1990843" y="4769581"/>
              <a:ext cx="56221" cy="56181"/>
            </a:xfrm>
            <a:custGeom>
              <a:avLst/>
              <a:gdLst/>
              <a:ahLst/>
              <a:cxnLst/>
              <a:rect l="l" t="t" r="r" b="b"/>
              <a:pathLst>
                <a:path w="1405" h="1404" extrusionOk="0">
                  <a:moveTo>
                    <a:pt x="702" y="0"/>
                  </a:moveTo>
                  <a:cubicBezTo>
                    <a:pt x="301" y="0"/>
                    <a:pt x="1" y="326"/>
                    <a:pt x="1" y="702"/>
                  </a:cubicBezTo>
                  <a:cubicBezTo>
                    <a:pt x="1" y="1103"/>
                    <a:pt x="301" y="1404"/>
                    <a:pt x="702" y="1404"/>
                  </a:cubicBezTo>
                  <a:cubicBezTo>
                    <a:pt x="1103" y="1404"/>
                    <a:pt x="1404" y="1103"/>
                    <a:pt x="1404" y="702"/>
                  </a:cubicBezTo>
                  <a:cubicBezTo>
                    <a:pt x="1404" y="326"/>
                    <a:pt x="1103" y="0"/>
                    <a:pt x="70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6">
              <a:extLst>
                <a:ext uri="{FF2B5EF4-FFF2-40B4-BE49-F238E27FC236}">
                  <a16:creationId xmlns:a16="http://schemas.microsoft.com/office/drawing/2014/main" id="{354EEC50-3C7C-31AF-E4FE-0D2F86DA6920}"/>
                </a:ext>
              </a:extLst>
            </p:cNvPr>
            <p:cNvSpPr/>
            <p:nvPr/>
          </p:nvSpPr>
          <p:spPr>
            <a:xfrm>
              <a:off x="-2071073" y="3590179"/>
              <a:ext cx="694020" cy="709066"/>
            </a:xfrm>
            <a:custGeom>
              <a:avLst/>
              <a:gdLst/>
              <a:ahLst/>
              <a:cxnLst/>
              <a:rect l="l" t="t" r="r" b="b"/>
              <a:pathLst>
                <a:path w="17344" h="17720" extrusionOk="0">
                  <a:moveTo>
                    <a:pt x="3334" y="0"/>
                  </a:moveTo>
                  <a:cubicBezTo>
                    <a:pt x="1504" y="0"/>
                    <a:pt x="1" y="1329"/>
                    <a:pt x="1" y="2958"/>
                  </a:cubicBezTo>
                  <a:lnTo>
                    <a:pt x="1" y="13484"/>
                  </a:lnTo>
                  <a:cubicBezTo>
                    <a:pt x="1" y="15815"/>
                    <a:pt x="2156" y="17720"/>
                    <a:pt x="4788" y="17720"/>
                  </a:cubicBezTo>
                  <a:lnTo>
                    <a:pt x="16793" y="17720"/>
                  </a:lnTo>
                  <a:cubicBezTo>
                    <a:pt x="17093" y="17720"/>
                    <a:pt x="17344" y="17494"/>
                    <a:pt x="17344" y="17218"/>
                  </a:cubicBezTo>
                  <a:cubicBezTo>
                    <a:pt x="17344" y="16943"/>
                    <a:pt x="17093" y="16717"/>
                    <a:pt x="16793" y="16717"/>
                  </a:cubicBezTo>
                  <a:lnTo>
                    <a:pt x="15289" y="16717"/>
                  </a:lnTo>
                  <a:cubicBezTo>
                    <a:pt x="12557" y="16717"/>
                    <a:pt x="10351" y="14787"/>
                    <a:pt x="10351" y="12381"/>
                  </a:cubicBezTo>
                  <a:lnTo>
                    <a:pt x="10351" y="2958"/>
                  </a:lnTo>
                  <a:cubicBezTo>
                    <a:pt x="10351" y="1329"/>
                    <a:pt x="8873" y="0"/>
                    <a:pt x="701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6">
              <a:extLst>
                <a:ext uri="{FF2B5EF4-FFF2-40B4-BE49-F238E27FC236}">
                  <a16:creationId xmlns:a16="http://schemas.microsoft.com/office/drawing/2014/main" id="{009A7E3C-32AE-9C6D-D758-82488BD1089F}"/>
                </a:ext>
              </a:extLst>
            </p:cNvPr>
            <p:cNvSpPr/>
            <p:nvPr/>
          </p:nvSpPr>
          <p:spPr>
            <a:xfrm>
              <a:off x="-2164348" y="3003119"/>
              <a:ext cx="479420" cy="487503"/>
            </a:xfrm>
            <a:custGeom>
              <a:avLst/>
              <a:gdLst/>
              <a:ahLst/>
              <a:cxnLst/>
              <a:rect l="l" t="t" r="r" b="b"/>
              <a:pathLst>
                <a:path w="11981" h="12183" extrusionOk="0">
                  <a:moveTo>
                    <a:pt x="10174" y="0"/>
                  </a:moveTo>
                  <a:cubicBezTo>
                    <a:pt x="9983" y="0"/>
                    <a:pt x="9791" y="33"/>
                    <a:pt x="9600" y="110"/>
                  </a:cubicBezTo>
                  <a:cubicBezTo>
                    <a:pt x="9023" y="360"/>
                    <a:pt x="8723" y="962"/>
                    <a:pt x="8196" y="1313"/>
                  </a:cubicBezTo>
                  <a:cubicBezTo>
                    <a:pt x="7670" y="1689"/>
                    <a:pt x="6993" y="1714"/>
                    <a:pt x="6317" y="1764"/>
                  </a:cubicBezTo>
                  <a:cubicBezTo>
                    <a:pt x="5815" y="1789"/>
                    <a:pt x="5314" y="1814"/>
                    <a:pt x="4863" y="1964"/>
                  </a:cubicBezTo>
                  <a:cubicBezTo>
                    <a:pt x="3961" y="2290"/>
                    <a:pt x="3535" y="2992"/>
                    <a:pt x="3058" y="3744"/>
                  </a:cubicBezTo>
                  <a:cubicBezTo>
                    <a:pt x="2607" y="4496"/>
                    <a:pt x="1830" y="4972"/>
                    <a:pt x="1229" y="5624"/>
                  </a:cubicBezTo>
                  <a:cubicBezTo>
                    <a:pt x="151" y="6852"/>
                    <a:pt x="1" y="8807"/>
                    <a:pt x="903" y="10185"/>
                  </a:cubicBezTo>
                  <a:cubicBezTo>
                    <a:pt x="1204" y="10636"/>
                    <a:pt x="1580" y="11012"/>
                    <a:pt x="2006" y="11338"/>
                  </a:cubicBezTo>
                  <a:cubicBezTo>
                    <a:pt x="2784" y="11921"/>
                    <a:pt x="3716" y="12182"/>
                    <a:pt x="4669" y="12182"/>
                  </a:cubicBezTo>
                  <a:cubicBezTo>
                    <a:pt x="6664" y="12182"/>
                    <a:pt x="8750" y="11038"/>
                    <a:pt x="9700" y="9308"/>
                  </a:cubicBezTo>
                  <a:cubicBezTo>
                    <a:pt x="10427" y="7979"/>
                    <a:pt x="10151" y="6325"/>
                    <a:pt x="9850" y="4822"/>
                  </a:cubicBezTo>
                  <a:cubicBezTo>
                    <a:pt x="9700" y="3994"/>
                    <a:pt x="9775" y="3368"/>
                    <a:pt x="10627" y="2942"/>
                  </a:cubicBezTo>
                  <a:cubicBezTo>
                    <a:pt x="10853" y="2817"/>
                    <a:pt x="11104" y="2741"/>
                    <a:pt x="11304" y="2616"/>
                  </a:cubicBezTo>
                  <a:cubicBezTo>
                    <a:pt x="11805" y="2290"/>
                    <a:pt x="11981" y="1563"/>
                    <a:pt x="11755" y="1012"/>
                  </a:cubicBezTo>
                  <a:cubicBezTo>
                    <a:pt x="11530" y="461"/>
                    <a:pt x="10953" y="85"/>
                    <a:pt x="10352" y="9"/>
                  </a:cubicBezTo>
                  <a:cubicBezTo>
                    <a:pt x="10292" y="4"/>
                    <a:pt x="10233" y="0"/>
                    <a:pt x="101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6">
              <a:extLst>
                <a:ext uri="{FF2B5EF4-FFF2-40B4-BE49-F238E27FC236}">
                  <a16:creationId xmlns:a16="http://schemas.microsoft.com/office/drawing/2014/main" id="{72A6A237-9B7B-25D1-64F2-E6B37D05F590}"/>
                </a:ext>
              </a:extLst>
            </p:cNvPr>
            <p:cNvSpPr/>
            <p:nvPr/>
          </p:nvSpPr>
          <p:spPr>
            <a:xfrm>
              <a:off x="-1281818" y="3383582"/>
              <a:ext cx="42176" cy="13085"/>
            </a:xfrm>
            <a:custGeom>
              <a:avLst/>
              <a:gdLst/>
              <a:ahLst/>
              <a:cxnLst/>
              <a:rect l="l" t="t" r="r" b="b"/>
              <a:pathLst>
                <a:path w="1054" h="327" extrusionOk="0">
                  <a:moveTo>
                    <a:pt x="26" y="0"/>
                  </a:moveTo>
                  <a:cubicBezTo>
                    <a:pt x="1" y="25"/>
                    <a:pt x="1" y="50"/>
                    <a:pt x="26" y="75"/>
                  </a:cubicBezTo>
                  <a:cubicBezTo>
                    <a:pt x="126" y="251"/>
                    <a:pt x="327" y="326"/>
                    <a:pt x="527" y="326"/>
                  </a:cubicBezTo>
                  <a:cubicBezTo>
                    <a:pt x="728" y="301"/>
                    <a:pt x="903" y="201"/>
                    <a:pt x="1054" y="75"/>
                  </a:cubicBezTo>
                  <a:lnTo>
                    <a:pt x="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 name="Google Shape;1047;p36">
            <a:extLst>
              <a:ext uri="{FF2B5EF4-FFF2-40B4-BE49-F238E27FC236}">
                <a16:creationId xmlns:a16="http://schemas.microsoft.com/office/drawing/2014/main" id="{CF6D0F65-24C9-A282-4C7C-1A53AB5DD30D}"/>
              </a:ext>
            </a:extLst>
          </p:cNvPr>
          <p:cNvGrpSpPr/>
          <p:nvPr/>
        </p:nvGrpSpPr>
        <p:grpSpPr>
          <a:xfrm>
            <a:off x="3130830" y="3708736"/>
            <a:ext cx="614415" cy="895101"/>
            <a:chOff x="4393218" y="3866890"/>
            <a:chExt cx="567799" cy="827189"/>
          </a:xfrm>
        </p:grpSpPr>
        <p:sp>
          <p:nvSpPr>
            <p:cNvPr id="1048" name="Google Shape;1048;p36">
              <a:extLst>
                <a:ext uri="{FF2B5EF4-FFF2-40B4-BE49-F238E27FC236}">
                  <a16:creationId xmlns:a16="http://schemas.microsoft.com/office/drawing/2014/main" id="{72C88165-429F-FD34-653F-B395FC2BDE6F}"/>
                </a:ext>
              </a:extLst>
            </p:cNvPr>
            <p:cNvSpPr/>
            <p:nvPr/>
          </p:nvSpPr>
          <p:spPr>
            <a:xfrm>
              <a:off x="4659314" y="3866890"/>
              <a:ext cx="162218" cy="562801"/>
            </a:xfrm>
            <a:custGeom>
              <a:avLst/>
              <a:gdLst/>
              <a:ahLst/>
              <a:cxnLst/>
              <a:rect l="l" t="t" r="r" b="b"/>
              <a:pathLst>
                <a:path w="4838" h="16785" extrusionOk="0">
                  <a:moveTo>
                    <a:pt x="2371" y="0"/>
                  </a:moveTo>
                  <a:cubicBezTo>
                    <a:pt x="1781" y="0"/>
                    <a:pt x="1338" y="1209"/>
                    <a:pt x="1253" y="1612"/>
                  </a:cubicBezTo>
                  <a:cubicBezTo>
                    <a:pt x="1153" y="2188"/>
                    <a:pt x="1153" y="2815"/>
                    <a:pt x="1028" y="3391"/>
                  </a:cubicBezTo>
                  <a:cubicBezTo>
                    <a:pt x="877" y="4219"/>
                    <a:pt x="451" y="4945"/>
                    <a:pt x="276" y="5772"/>
                  </a:cubicBezTo>
                  <a:cubicBezTo>
                    <a:pt x="0" y="6975"/>
                    <a:pt x="301" y="8229"/>
                    <a:pt x="727" y="9381"/>
                  </a:cubicBezTo>
                  <a:cubicBezTo>
                    <a:pt x="928" y="9908"/>
                    <a:pt x="1128" y="10409"/>
                    <a:pt x="1228" y="10960"/>
                  </a:cubicBezTo>
                  <a:cubicBezTo>
                    <a:pt x="1303" y="11361"/>
                    <a:pt x="1303" y="11762"/>
                    <a:pt x="1278" y="12163"/>
                  </a:cubicBezTo>
                  <a:cubicBezTo>
                    <a:pt x="1278" y="12364"/>
                    <a:pt x="1253" y="12740"/>
                    <a:pt x="1228" y="13166"/>
                  </a:cubicBezTo>
                  <a:cubicBezTo>
                    <a:pt x="1111" y="14593"/>
                    <a:pt x="1060" y="16784"/>
                    <a:pt x="2338" y="16784"/>
                  </a:cubicBezTo>
                  <a:cubicBezTo>
                    <a:pt x="2429" y="16784"/>
                    <a:pt x="2527" y="16773"/>
                    <a:pt x="2632" y="16750"/>
                  </a:cubicBezTo>
                  <a:cubicBezTo>
                    <a:pt x="3208" y="16625"/>
                    <a:pt x="3509" y="15873"/>
                    <a:pt x="3710" y="15371"/>
                  </a:cubicBezTo>
                  <a:cubicBezTo>
                    <a:pt x="4236" y="15371"/>
                    <a:pt x="4136" y="12339"/>
                    <a:pt x="4085" y="11988"/>
                  </a:cubicBezTo>
                  <a:cubicBezTo>
                    <a:pt x="3785" y="9808"/>
                    <a:pt x="4512" y="7752"/>
                    <a:pt x="4737" y="5647"/>
                  </a:cubicBezTo>
                  <a:cubicBezTo>
                    <a:pt x="4812" y="5021"/>
                    <a:pt x="4837" y="4394"/>
                    <a:pt x="4587" y="3818"/>
                  </a:cubicBezTo>
                  <a:cubicBezTo>
                    <a:pt x="4361" y="3216"/>
                    <a:pt x="3885" y="2765"/>
                    <a:pt x="3584" y="2214"/>
                  </a:cubicBezTo>
                  <a:cubicBezTo>
                    <a:pt x="3283" y="1687"/>
                    <a:pt x="3158" y="1086"/>
                    <a:pt x="2958" y="534"/>
                  </a:cubicBezTo>
                  <a:cubicBezTo>
                    <a:pt x="2907" y="384"/>
                    <a:pt x="2832" y="234"/>
                    <a:pt x="2707" y="133"/>
                  </a:cubicBezTo>
                  <a:cubicBezTo>
                    <a:pt x="2591" y="40"/>
                    <a:pt x="2478" y="0"/>
                    <a:pt x="237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a:extLst>
                <a:ext uri="{FF2B5EF4-FFF2-40B4-BE49-F238E27FC236}">
                  <a16:creationId xmlns:a16="http://schemas.microsoft.com/office/drawing/2014/main" id="{0A57311E-F948-F4F2-E921-1DECE3423826}"/>
                </a:ext>
              </a:extLst>
            </p:cNvPr>
            <p:cNvSpPr/>
            <p:nvPr/>
          </p:nvSpPr>
          <p:spPr>
            <a:xfrm>
              <a:off x="4393218" y="4221405"/>
              <a:ext cx="358570" cy="294326"/>
            </a:xfrm>
            <a:custGeom>
              <a:avLst/>
              <a:gdLst/>
              <a:ahLst/>
              <a:cxnLst/>
              <a:rect l="l" t="t" r="r" b="b"/>
              <a:pathLst>
                <a:path w="10694" h="8778" extrusionOk="0">
                  <a:moveTo>
                    <a:pt x="6778" y="1"/>
                  </a:moveTo>
                  <a:cubicBezTo>
                    <a:pt x="6257" y="1"/>
                    <a:pt x="5719" y="150"/>
                    <a:pt x="5204" y="287"/>
                  </a:cubicBezTo>
                  <a:cubicBezTo>
                    <a:pt x="4828" y="387"/>
                    <a:pt x="4452" y="513"/>
                    <a:pt x="4127" y="738"/>
                  </a:cubicBezTo>
                  <a:cubicBezTo>
                    <a:pt x="3650" y="1089"/>
                    <a:pt x="3400" y="1666"/>
                    <a:pt x="3124" y="2192"/>
                  </a:cubicBezTo>
                  <a:cubicBezTo>
                    <a:pt x="2723" y="2919"/>
                    <a:pt x="2272" y="3570"/>
                    <a:pt x="1721" y="4147"/>
                  </a:cubicBezTo>
                  <a:cubicBezTo>
                    <a:pt x="1219" y="4698"/>
                    <a:pt x="668" y="5174"/>
                    <a:pt x="392" y="5851"/>
                  </a:cubicBezTo>
                  <a:cubicBezTo>
                    <a:pt x="0" y="6773"/>
                    <a:pt x="478" y="7780"/>
                    <a:pt x="1453" y="7780"/>
                  </a:cubicBezTo>
                  <a:cubicBezTo>
                    <a:pt x="1539" y="7780"/>
                    <a:pt x="1628" y="7772"/>
                    <a:pt x="1721" y="7756"/>
                  </a:cubicBezTo>
                  <a:cubicBezTo>
                    <a:pt x="2648" y="7606"/>
                    <a:pt x="3099" y="6879"/>
                    <a:pt x="3701" y="6302"/>
                  </a:cubicBezTo>
                  <a:cubicBezTo>
                    <a:pt x="3776" y="6252"/>
                    <a:pt x="3826" y="6202"/>
                    <a:pt x="3876" y="6152"/>
                  </a:cubicBezTo>
                  <a:cubicBezTo>
                    <a:pt x="4152" y="5926"/>
                    <a:pt x="4452" y="5801"/>
                    <a:pt x="4728" y="5600"/>
                  </a:cubicBezTo>
                  <a:cubicBezTo>
                    <a:pt x="5380" y="5124"/>
                    <a:pt x="5781" y="4297"/>
                    <a:pt x="5706" y="3470"/>
                  </a:cubicBezTo>
                  <a:cubicBezTo>
                    <a:pt x="5706" y="3345"/>
                    <a:pt x="5681" y="3220"/>
                    <a:pt x="5756" y="3094"/>
                  </a:cubicBezTo>
                  <a:cubicBezTo>
                    <a:pt x="5808" y="3010"/>
                    <a:pt x="5901" y="2974"/>
                    <a:pt x="6001" y="2974"/>
                  </a:cubicBezTo>
                  <a:cubicBezTo>
                    <a:pt x="6140" y="2974"/>
                    <a:pt x="6295" y="3043"/>
                    <a:pt x="6382" y="3144"/>
                  </a:cubicBezTo>
                  <a:cubicBezTo>
                    <a:pt x="6533" y="3345"/>
                    <a:pt x="6558" y="3595"/>
                    <a:pt x="6633" y="3821"/>
                  </a:cubicBezTo>
                  <a:cubicBezTo>
                    <a:pt x="6909" y="4573"/>
                    <a:pt x="7761" y="5074"/>
                    <a:pt x="8212" y="5726"/>
                  </a:cubicBezTo>
                  <a:cubicBezTo>
                    <a:pt x="8813" y="6503"/>
                    <a:pt x="8638" y="7280"/>
                    <a:pt x="8914" y="8182"/>
                  </a:cubicBezTo>
                  <a:cubicBezTo>
                    <a:pt x="9017" y="8471"/>
                    <a:pt x="9291" y="8778"/>
                    <a:pt x="9581" y="8778"/>
                  </a:cubicBezTo>
                  <a:cubicBezTo>
                    <a:pt x="9642" y="8778"/>
                    <a:pt x="9704" y="8764"/>
                    <a:pt x="9766" y="8733"/>
                  </a:cubicBezTo>
                  <a:cubicBezTo>
                    <a:pt x="9966" y="8633"/>
                    <a:pt x="10041" y="8357"/>
                    <a:pt x="10067" y="8132"/>
                  </a:cubicBezTo>
                  <a:cubicBezTo>
                    <a:pt x="10543" y="5525"/>
                    <a:pt x="10693" y="2944"/>
                    <a:pt x="8688" y="939"/>
                  </a:cubicBezTo>
                  <a:cubicBezTo>
                    <a:pt x="8337" y="588"/>
                    <a:pt x="7961" y="262"/>
                    <a:pt x="7485" y="112"/>
                  </a:cubicBezTo>
                  <a:cubicBezTo>
                    <a:pt x="7256" y="33"/>
                    <a:pt x="7019" y="1"/>
                    <a:pt x="67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a:extLst>
                <a:ext uri="{FF2B5EF4-FFF2-40B4-BE49-F238E27FC236}">
                  <a16:creationId xmlns:a16="http://schemas.microsoft.com/office/drawing/2014/main" id="{54D2BDCE-D183-35B4-5174-D663D0F0EE3C}"/>
                </a:ext>
              </a:extLst>
            </p:cNvPr>
            <p:cNvSpPr/>
            <p:nvPr/>
          </p:nvSpPr>
          <p:spPr>
            <a:xfrm>
              <a:off x="4721479" y="4233341"/>
              <a:ext cx="239538" cy="329231"/>
            </a:xfrm>
            <a:custGeom>
              <a:avLst/>
              <a:gdLst/>
              <a:ahLst/>
              <a:cxnLst/>
              <a:rect l="l" t="t" r="r" b="b"/>
              <a:pathLst>
                <a:path w="7144" h="9819" extrusionOk="0">
                  <a:moveTo>
                    <a:pt x="4751" y="1"/>
                  </a:moveTo>
                  <a:cubicBezTo>
                    <a:pt x="4201" y="1"/>
                    <a:pt x="3789" y="637"/>
                    <a:pt x="3234" y="984"/>
                  </a:cubicBezTo>
                  <a:cubicBezTo>
                    <a:pt x="2407" y="1535"/>
                    <a:pt x="703" y="1711"/>
                    <a:pt x="552" y="2939"/>
                  </a:cubicBezTo>
                  <a:cubicBezTo>
                    <a:pt x="552" y="3064"/>
                    <a:pt x="552" y="3164"/>
                    <a:pt x="552" y="3290"/>
                  </a:cubicBezTo>
                  <a:cubicBezTo>
                    <a:pt x="552" y="3640"/>
                    <a:pt x="627" y="3991"/>
                    <a:pt x="602" y="4342"/>
                  </a:cubicBezTo>
                  <a:cubicBezTo>
                    <a:pt x="602" y="4843"/>
                    <a:pt x="427" y="5345"/>
                    <a:pt x="302" y="5846"/>
                  </a:cubicBezTo>
                  <a:cubicBezTo>
                    <a:pt x="1" y="7024"/>
                    <a:pt x="1" y="8302"/>
                    <a:pt x="277" y="9480"/>
                  </a:cubicBezTo>
                  <a:cubicBezTo>
                    <a:pt x="327" y="9580"/>
                    <a:pt x="352" y="9706"/>
                    <a:pt x="452" y="9781"/>
                  </a:cubicBezTo>
                  <a:cubicBezTo>
                    <a:pt x="491" y="9807"/>
                    <a:pt x="532" y="9819"/>
                    <a:pt x="574" y="9819"/>
                  </a:cubicBezTo>
                  <a:cubicBezTo>
                    <a:pt x="768" y="9819"/>
                    <a:pt x="966" y="9557"/>
                    <a:pt x="1028" y="9330"/>
                  </a:cubicBezTo>
                  <a:cubicBezTo>
                    <a:pt x="1354" y="8277"/>
                    <a:pt x="1079" y="6473"/>
                    <a:pt x="1956" y="5696"/>
                  </a:cubicBezTo>
                  <a:cubicBezTo>
                    <a:pt x="2357" y="5295"/>
                    <a:pt x="2658" y="5370"/>
                    <a:pt x="3008" y="4818"/>
                  </a:cubicBezTo>
                  <a:cubicBezTo>
                    <a:pt x="3359" y="4292"/>
                    <a:pt x="3535" y="3716"/>
                    <a:pt x="4086" y="3365"/>
                  </a:cubicBezTo>
                  <a:cubicBezTo>
                    <a:pt x="4136" y="3340"/>
                    <a:pt x="4161" y="3315"/>
                    <a:pt x="4211" y="3315"/>
                  </a:cubicBezTo>
                  <a:cubicBezTo>
                    <a:pt x="4221" y="3313"/>
                    <a:pt x="4230" y="3312"/>
                    <a:pt x="4239" y="3312"/>
                  </a:cubicBezTo>
                  <a:cubicBezTo>
                    <a:pt x="4348" y="3312"/>
                    <a:pt x="4414" y="3449"/>
                    <a:pt x="4437" y="3565"/>
                  </a:cubicBezTo>
                  <a:cubicBezTo>
                    <a:pt x="4487" y="3941"/>
                    <a:pt x="4262" y="4317"/>
                    <a:pt x="4236" y="4718"/>
                  </a:cubicBezTo>
                  <a:cubicBezTo>
                    <a:pt x="4211" y="5044"/>
                    <a:pt x="4337" y="5345"/>
                    <a:pt x="4437" y="5645"/>
                  </a:cubicBezTo>
                  <a:cubicBezTo>
                    <a:pt x="4688" y="6297"/>
                    <a:pt x="4913" y="7350"/>
                    <a:pt x="5540" y="7726"/>
                  </a:cubicBezTo>
                  <a:cubicBezTo>
                    <a:pt x="5732" y="7875"/>
                    <a:pt x="5983" y="7952"/>
                    <a:pt x="6228" y="7952"/>
                  </a:cubicBezTo>
                  <a:cubicBezTo>
                    <a:pt x="6557" y="7952"/>
                    <a:pt x="6875" y="7813"/>
                    <a:pt x="7018" y="7525"/>
                  </a:cubicBezTo>
                  <a:cubicBezTo>
                    <a:pt x="7144" y="7250"/>
                    <a:pt x="7119" y="6924"/>
                    <a:pt x="7069" y="6623"/>
                  </a:cubicBezTo>
                  <a:cubicBezTo>
                    <a:pt x="6893" y="5295"/>
                    <a:pt x="6718" y="3941"/>
                    <a:pt x="6517" y="2588"/>
                  </a:cubicBezTo>
                  <a:cubicBezTo>
                    <a:pt x="6417" y="1886"/>
                    <a:pt x="6066" y="959"/>
                    <a:pt x="5590" y="457"/>
                  </a:cubicBezTo>
                  <a:cubicBezTo>
                    <a:pt x="5266" y="126"/>
                    <a:pt x="4995" y="1"/>
                    <a:pt x="4751" y="1"/>
                  </a:cubicBez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6">
              <a:extLst>
                <a:ext uri="{FF2B5EF4-FFF2-40B4-BE49-F238E27FC236}">
                  <a16:creationId xmlns:a16="http://schemas.microsoft.com/office/drawing/2014/main" id="{179D615B-4BAC-ADF1-DCB4-852FEB5B3BB7}"/>
                </a:ext>
              </a:extLst>
            </p:cNvPr>
            <p:cNvSpPr/>
            <p:nvPr/>
          </p:nvSpPr>
          <p:spPr>
            <a:xfrm>
              <a:off x="4587861" y="4473887"/>
              <a:ext cx="279037" cy="220192"/>
            </a:xfrm>
            <a:custGeom>
              <a:avLst/>
              <a:gdLst/>
              <a:ahLst/>
              <a:cxnLst/>
              <a:rect l="l" t="t" r="r" b="b"/>
              <a:pathLst>
                <a:path w="8322" h="6567" extrusionOk="0">
                  <a:moveTo>
                    <a:pt x="1" y="0"/>
                  </a:moveTo>
                  <a:lnTo>
                    <a:pt x="1" y="1028"/>
                  </a:lnTo>
                  <a:lnTo>
                    <a:pt x="678" y="1028"/>
                  </a:lnTo>
                  <a:lnTo>
                    <a:pt x="1229" y="4111"/>
                  </a:lnTo>
                  <a:cubicBezTo>
                    <a:pt x="1480" y="5539"/>
                    <a:pt x="2708" y="6567"/>
                    <a:pt x="4161" y="6567"/>
                  </a:cubicBezTo>
                  <a:cubicBezTo>
                    <a:pt x="5615" y="6567"/>
                    <a:pt x="6868" y="5539"/>
                    <a:pt x="7119" y="4111"/>
                  </a:cubicBezTo>
                  <a:lnTo>
                    <a:pt x="7670" y="1028"/>
                  </a:lnTo>
                  <a:lnTo>
                    <a:pt x="8322" y="1028"/>
                  </a:lnTo>
                  <a:lnTo>
                    <a:pt x="83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6">
              <a:extLst>
                <a:ext uri="{FF2B5EF4-FFF2-40B4-BE49-F238E27FC236}">
                  <a16:creationId xmlns:a16="http://schemas.microsoft.com/office/drawing/2014/main" id="{C9DB862D-2047-D4DE-59A0-2DF6B31B1CE8}"/>
                </a:ext>
              </a:extLst>
            </p:cNvPr>
            <p:cNvSpPr/>
            <p:nvPr/>
          </p:nvSpPr>
          <p:spPr>
            <a:xfrm>
              <a:off x="4603017" y="4511709"/>
              <a:ext cx="249597" cy="34"/>
            </a:xfrm>
            <a:custGeom>
              <a:avLst/>
              <a:gdLst/>
              <a:ahLst/>
              <a:cxnLst/>
              <a:rect l="l" t="t" r="r" b="b"/>
              <a:pathLst>
                <a:path w="7444" h="1" fill="none" extrusionOk="0">
                  <a:moveTo>
                    <a:pt x="0" y="0"/>
                  </a:moveTo>
                  <a:lnTo>
                    <a:pt x="7444" y="0"/>
                  </a:lnTo>
                </a:path>
              </a:pathLst>
            </a:custGeom>
            <a:solidFill>
              <a:schemeClr val="accent1"/>
            </a:solidFill>
            <a:ln w="10650" cap="flat"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 name="Google Shape;831;p31">
            <a:extLst>
              <a:ext uri="{FF2B5EF4-FFF2-40B4-BE49-F238E27FC236}">
                <a16:creationId xmlns:a16="http://schemas.microsoft.com/office/drawing/2014/main" id="{11C3F062-06F0-09C5-462F-CCAB6BD54A5C}"/>
              </a:ext>
            </a:extLst>
          </p:cNvPr>
          <p:cNvSpPr txBox="1">
            <a:spLocks/>
          </p:cNvSpPr>
          <p:nvPr/>
        </p:nvSpPr>
        <p:spPr>
          <a:xfrm>
            <a:off x="818325" y="6579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1" name="Google Shape;831;p31">
            <a:extLst>
              <a:ext uri="{FF2B5EF4-FFF2-40B4-BE49-F238E27FC236}">
                <a16:creationId xmlns:a16="http://schemas.microsoft.com/office/drawing/2014/main" id="{A98D2488-3895-E273-A10B-BA5CD218970A}"/>
              </a:ext>
            </a:extLst>
          </p:cNvPr>
          <p:cNvSpPr txBox="1">
            <a:spLocks/>
          </p:cNvSpPr>
          <p:nvPr/>
        </p:nvSpPr>
        <p:spPr>
          <a:xfrm>
            <a:off x="970725" y="810300"/>
            <a:ext cx="2396400" cy="15816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 dirty="0"/>
          </a:p>
        </p:txBody>
      </p:sp>
      <p:sp>
        <p:nvSpPr>
          <p:cNvPr id="14" name="TextBox 13">
            <a:extLst>
              <a:ext uri="{FF2B5EF4-FFF2-40B4-BE49-F238E27FC236}">
                <a16:creationId xmlns:a16="http://schemas.microsoft.com/office/drawing/2014/main" id="{D90BAC24-5A31-96C0-DA56-D05849D26B69}"/>
              </a:ext>
            </a:extLst>
          </p:cNvPr>
          <p:cNvSpPr txBox="1"/>
          <p:nvPr/>
        </p:nvSpPr>
        <p:spPr>
          <a:xfrm>
            <a:off x="5534376" y="605469"/>
            <a:ext cx="1948464" cy="1631216"/>
          </a:xfrm>
          <a:prstGeom prst="rect">
            <a:avLst/>
          </a:prstGeom>
          <a:noFill/>
        </p:spPr>
        <p:txBody>
          <a:bodyPr wrap="square" rtlCol="0">
            <a:spAutoFit/>
          </a:bodyPr>
          <a:lstStyle/>
          <a:p>
            <a:r>
              <a:rPr lang="en-US" sz="10000" dirty="0">
                <a:solidFill>
                  <a:schemeClr val="bg2"/>
                </a:solidFill>
              </a:rPr>
              <a:t>08</a:t>
            </a:r>
            <a:endParaRPr lang="en-IN" sz="10000" dirty="0">
              <a:solidFill>
                <a:schemeClr val="bg2"/>
              </a:solidFill>
            </a:endParaRPr>
          </a:p>
        </p:txBody>
      </p:sp>
      <p:cxnSp>
        <p:nvCxnSpPr>
          <p:cNvPr id="15" name="Google Shape;878;p31">
            <a:extLst>
              <a:ext uri="{FF2B5EF4-FFF2-40B4-BE49-F238E27FC236}">
                <a16:creationId xmlns:a16="http://schemas.microsoft.com/office/drawing/2014/main" id="{7DBD063A-D9F8-F757-06AB-33C3114393A9}"/>
              </a:ext>
            </a:extLst>
          </p:cNvPr>
          <p:cNvCxnSpPr/>
          <p:nvPr/>
        </p:nvCxnSpPr>
        <p:spPr>
          <a:xfrm>
            <a:off x="5442417" y="2300460"/>
            <a:ext cx="1732800" cy="0"/>
          </a:xfrm>
          <a:prstGeom prst="straightConnector1">
            <a:avLst/>
          </a:prstGeom>
          <a:noFill/>
          <a:ln w="19050" cap="flat" cmpd="sng">
            <a:solidFill>
              <a:schemeClr val="dk1"/>
            </a:solidFill>
            <a:prstDash val="solid"/>
            <a:round/>
            <a:headEnd type="none" w="med" len="med"/>
            <a:tailEnd type="none" w="med" len="med"/>
          </a:ln>
        </p:spPr>
      </p:cxnSp>
      <p:sp>
        <p:nvSpPr>
          <p:cNvPr id="16" name="TextBox 15">
            <a:extLst>
              <a:ext uri="{FF2B5EF4-FFF2-40B4-BE49-F238E27FC236}">
                <a16:creationId xmlns:a16="http://schemas.microsoft.com/office/drawing/2014/main" id="{C8A615CA-7D0A-74C3-01BD-719D15D7C95F}"/>
              </a:ext>
            </a:extLst>
          </p:cNvPr>
          <p:cNvSpPr txBox="1"/>
          <p:nvPr/>
        </p:nvSpPr>
        <p:spPr>
          <a:xfrm>
            <a:off x="3243231" y="2708331"/>
            <a:ext cx="4149709" cy="523220"/>
          </a:xfrm>
          <a:prstGeom prst="rect">
            <a:avLst/>
          </a:prstGeom>
          <a:noFill/>
        </p:spPr>
        <p:txBody>
          <a:bodyPr wrap="square" rtlCol="0">
            <a:spAutoFit/>
          </a:bodyPr>
          <a:lstStyle/>
          <a:p>
            <a:pPr algn="r"/>
            <a:r>
              <a:rPr lang="en-IN" sz="2800" b="1" dirty="0"/>
              <a:t>Conclusion</a:t>
            </a:r>
          </a:p>
        </p:txBody>
      </p:sp>
    </p:spTree>
    <p:extLst>
      <p:ext uri="{BB962C8B-B14F-4D97-AF65-F5344CB8AC3E}">
        <p14:creationId xmlns:p14="http://schemas.microsoft.com/office/powerpoint/2010/main" val="2849960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56">
          <a:extLst>
            <a:ext uri="{FF2B5EF4-FFF2-40B4-BE49-F238E27FC236}">
              <a16:creationId xmlns:a16="http://schemas.microsoft.com/office/drawing/2014/main" id="{4826D4E8-AD31-EA7F-1FAB-8870ACC187BB}"/>
            </a:ext>
          </a:extLst>
        </p:cNvPr>
        <p:cNvGrpSpPr/>
        <p:nvPr/>
      </p:nvGrpSpPr>
      <p:grpSpPr>
        <a:xfrm>
          <a:off x="0" y="0"/>
          <a:ext cx="0" cy="0"/>
          <a:chOff x="0" y="0"/>
          <a:chExt cx="0" cy="0"/>
        </a:xfrm>
      </p:grpSpPr>
      <p:cxnSp>
        <p:nvCxnSpPr>
          <p:cNvPr id="1066" name="Google Shape;1066;p37">
            <a:extLst>
              <a:ext uri="{FF2B5EF4-FFF2-40B4-BE49-F238E27FC236}">
                <a16:creationId xmlns:a16="http://schemas.microsoft.com/office/drawing/2014/main" id="{2C10C2D0-EB88-F811-32AD-AF552FDDF8E3}"/>
              </a:ext>
            </a:extLst>
          </p:cNvPr>
          <p:cNvCxnSpPr>
            <a:cxnSpLocks/>
          </p:cNvCxnSpPr>
          <p:nvPr/>
        </p:nvCxnSpPr>
        <p:spPr>
          <a:xfrm>
            <a:off x="1206257" y="1340410"/>
            <a:ext cx="7217742" cy="0"/>
          </a:xfrm>
          <a:prstGeom prst="straightConnector1">
            <a:avLst/>
          </a:prstGeom>
          <a:noFill/>
          <a:ln w="19050" cap="flat" cmpd="sng">
            <a:solidFill>
              <a:schemeClr val="dk1"/>
            </a:solidFill>
            <a:prstDash val="solid"/>
            <a:round/>
            <a:headEnd type="none" w="med" len="med"/>
            <a:tailEnd type="none" w="med" len="med"/>
          </a:ln>
        </p:spPr>
      </p:cxnSp>
      <p:grpSp>
        <p:nvGrpSpPr>
          <p:cNvPr id="1111" name="Google Shape;1111;p37">
            <a:extLst>
              <a:ext uri="{FF2B5EF4-FFF2-40B4-BE49-F238E27FC236}">
                <a16:creationId xmlns:a16="http://schemas.microsoft.com/office/drawing/2014/main" id="{B083FB60-9E33-FF20-999A-EF913C1AC4CB}"/>
              </a:ext>
            </a:extLst>
          </p:cNvPr>
          <p:cNvGrpSpPr/>
          <p:nvPr/>
        </p:nvGrpSpPr>
        <p:grpSpPr>
          <a:xfrm>
            <a:off x="669650" y="0"/>
            <a:ext cx="422503" cy="1832059"/>
            <a:chOff x="7093138" y="727500"/>
            <a:chExt cx="422503" cy="1832059"/>
          </a:xfrm>
        </p:grpSpPr>
        <p:sp>
          <p:nvSpPr>
            <p:cNvPr id="1112" name="Google Shape;1112;p37">
              <a:extLst>
                <a:ext uri="{FF2B5EF4-FFF2-40B4-BE49-F238E27FC236}">
                  <a16:creationId xmlns:a16="http://schemas.microsoft.com/office/drawing/2014/main" id="{76A4F63E-6811-CD46-E9D9-BC33FA6B923F}"/>
                </a:ext>
              </a:extLst>
            </p:cNvPr>
            <p:cNvSpPr/>
            <p:nvPr/>
          </p:nvSpPr>
          <p:spPr>
            <a:xfrm>
              <a:off x="7246525" y="2440303"/>
              <a:ext cx="119221" cy="119256"/>
            </a:xfrm>
            <a:custGeom>
              <a:avLst/>
              <a:gdLst/>
              <a:ahLst/>
              <a:cxnLst/>
              <a:rect l="l" t="t" r="r" b="b"/>
              <a:pathLst>
                <a:path w="3409" h="3410" extrusionOk="0">
                  <a:moveTo>
                    <a:pt x="1705" y="1"/>
                  </a:moveTo>
                  <a:cubicBezTo>
                    <a:pt x="777" y="1"/>
                    <a:pt x="0" y="752"/>
                    <a:pt x="0" y="1705"/>
                  </a:cubicBezTo>
                  <a:cubicBezTo>
                    <a:pt x="0" y="2657"/>
                    <a:pt x="777" y="3409"/>
                    <a:pt x="1705" y="3409"/>
                  </a:cubicBezTo>
                  <a:cubicBezTo>
                    <a:pt x="2657" y="3409"/>
                    <a:pt x="3409" y="2657"/>
                    <a:pt x="3409" y="1705"/>
                  </a:cubicBezTo>
                  <a:cubicBezTo>
                    <a:pt x="3409" y="752"/>
                    <a:pt x="2657"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a:extLst>
                <a:ext uri="{FF2B5EF4-FFF2-40B4-BE49-F238E27FC236}">
                  <a16:creationId xmlns:a16="http://schemas.microsoft.com/office/drawing/2014/main" id="{B86E95FE-B04B-9F6B-0298-D52465FA3B3E}"/>
                </a:ext>
              </a:extLst>
            </p:cNvPr>
            <p:cNvSpPr/>
            <p:nvPr/>
          </p:nvSpPr>
          <p:spPr>
            <a:xfrm>
              <a:off x="7093138" y="2264989"/>
              <a:ext cx="422503" cy="213052"/>
            </a:xfrm>
            <a:custGeom>
              <a:avLst/>
              <a:gdLst/>
              <a:ahLst/>
              <a:cxnLst/>
              <a:rect l="l" t="t" r="r" b="b"/>
              <a:pathLst>
                <a:path w="12081" h="6092" extrusionOk="0">
                  <a:moveTo>
                    <a:pt x="6040" y="1"/>
                  </a:moveTo>
                  <a:cubicBezTo>
                    <a:pt x="2707" y="1"/>
                    <a:pt x="0" y="2708"/>
                    <a:pt x="0" y="6041"/>
                  </a:cubicBezTo>
                  <a:lnTo>
                    <a:pt x="0" y="6091"/>
                  </a:lnTo>
                  <a:lnTo>
                    <a:pt x="12081" y="6091"/>
                  </a:lnTo>
                  <a:lnTo>
                    <a:pt x="12081" y="6041"/>
                  </a:lnTo>
                  <a:cubicBezTo>
                    <a:pt x="12081" y="2708"/>
                    <a:pt x="9374" y="1"/>
                    <a:pt x="6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37">
              <a:extLst>
                <a:ext uri="{FF2B5EF4-FFF2-40B4-BE49-F238E27FC236}">
                  <a16:creationId xmlns:a16="http://schemas.microsoft.com/office/drawing/2014/main" id="{82DAF434-0EF8-8FA4-B581-60BA62E272C6}"/>
                </a:ext>
              </a:extLst>
            </p:cNvPr>
            <p:cNvCxnSpPr/>
            <p:nvPr/>
          </p:nvCxnSpPr>
          <p:spPr>
            <a:xfrm rot="10800000">
              <a:off x="7304385" y="727500"/>
              <a:ext cx="0" cy="1537500"/>
            </a:xfrm>
            <a:prstGeom prst="straightConnector1">
              <a:avLst/>
            </a:prstGeom>
            <a:noFill/>
            <a:ln w="19050" cap="flat" cmpd="sng">
              <a:solidFill>
                <a:schemeClr val="dk1"/>
              </a:solidFill>
              <a:prstDash val="solid"/>
              <a:round/>
              <a:headEnd type="none" w="med" len="med"/>
              <a:tailEnd type="none" w="med" len="med"/>
            </a:ln>
          </p:spPr>
        </p:cxnSp>
      </p:grpSp>
      <p:grpSp>
        <p:nvGrpSpPr>
          <p:cNvPr id="1115" name="Google Shape;1115;p37">
            <a:extLst>
              <a:ext uri="{FF2B5EF4-FFF2-40B4-BE49-F238E27FC236}">
                <a16:creationId xmlns:a16="http://schemas.microsoft.com/office/drawing/2014/main" id="{6B184771-4DB6-97D9-394D-9F5005F897AA}"/>
              </a:ext>
            </a:extLst>
          </p:cNvPr>
          <p:cNvGrpSpPr/>
          <p:nvPr/>
        </p:nvGrpSpPr>
        <p:grpSpPr>
          <a:xfrm>
            <a:off x="8541491" y="0"/>
            <a:ext cx="422503" cy="1286059"/>
            <a:chOff x="7856998" y="456300"/>
            <a:chExt cx="422503" cy="1286059"/>
          </a:xfrm>
        </p:grpSpPr>
        <p:sp>
          <p:nvSpPr>
            <p:cNvPr id="1116" name="Google Shape;1116;p37">
              <a:extLst>
                <a:ext uri="{FF2B5EF4-FFF2-40B4-BE49-F238E27FC236}">
                  <a16:creationId xmlns:a16="http://schemas.microsoft.com/office/drawing/2014/main" id="{F8973C71-E2C3-7DA8-D651-627F43839CE4}"/>
                </a:ext>
              </a:extLst>
            </p:cNvPr>
            <p:cNvSpPr/>
            <p:nvPr/>
          </p:nvSpPr>
          <p:spPr>
            <a:xfrm>
              <a:off x="8011260" y="1623103"/>
              <a:ext cx="119256" cy="119256"/>
            </a:xfrm>
            <a:custGeom>
              <a:avLst/>
              <a:gdLst/>
              <a:ahLst/>
              <a:cxnLst/>
              <a:rect l="l" t="t" r="r" b="b"/>
              <a:pathLst>
                <a:path w="3410" h="3410" extrusionOk="0">
                  <a:moveTo>
                    <a:pt x="1705" y="1"/>
                  </a:moveTo>
                  <a:cubicBezTo>
                    <a:pt x="752" y="1"/>
                    <a:pt x="1" y="752"/>
                    <a:pt x="1" y="1705"/>
                  </a:cubicBezTo>
                  <a:cubicBezTo>
                    <a:pt x="1" y="2657"/>
                    <a:pt x="752" y="3409"/>
                    <a:pt x="1705" y="3409"/>
                  </a:cubicBezTo>
                  <a:cubicBezTo>
                    <a:pt x="2632" y="3409"/>
                    <a:pt x="3409" y="2657"/>
                    <a:pt x="3409" y="1705"/>
                  </a:cubicBezTo>
                  <a:cubicBezTo>
                    <a:pt x="3409" y="752"/>
                    <a:pt x="2632"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a:extLst>
                <a:ext uri="{FF2B5EF4-FFF2-40B4-BE49-F238E27FC236}">
                  <a16:creationId xmlns:a16="http://schemas.microsoft.com/office/drawing/2014/main" id="{43D43106-9727-60FA-6A0A-5BC5FD6CB4A0}"/>
                </a:ext>
              </a:extLst>
            </p:cNvPr>
            <p:cNvSpPr/>
            <p:nvPr/>
          </p:nvSpPr>
          <p:spPr>
            <a:xfrm>
              <a:off x="7856998" y="1447789"/>
              <a:ext cx="422503" cy="213052"/>
            </a:xfrm>
            <a:custGeom>
              <a:avLst/>
              <a:gdLst/>
              <a:ahLst/>
              <a:cxnLst/>
              <a:rect l="l" t="t" r="r" b="b"/>
              <a:pathLst>
                <a:path w="12081" h="6092" extrusionOk="0">
                  <a:moveTo>
                    <a:pt x="6041" y="1"/>
                  </a:moveTo>
                  <a:cubicBezTo>
                    <a:pt x="2707" y="1"/>
                    <a:pt x="1" y="2708"/>
                    <a:pt x="1" y="6041"/>
                  </a:cubicBezTo>
                  <a:lnTo>
                    <a:pt x="1"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37">
              <a:extLst>
                <a:ext uri="{FF2B5EF4-FFF2-40B4-BE49-F238E27FC236}">
                  <a16:creationId xmlns:a16="http://schemas.microsoft.com/office/drawing/2014/main" id="{EDC7721A-AB89-925C-B1F1-07E62A64CFD0}"/>
                </a:ext>
              </a:extLst>
            </p:cNvPr>
            <p:cNvCxnSpPr/>
            <p:nvPr/>
          </p:nvCxnSpPr>
          <p:spPr>
            <a:xfrm rot="10800000">
              <a:off x="8068260" y="456300"/>
              <a:ext cx="0" cy="991500"/>
            </a:xfrm>
            <a:prstGeom prst="straightConnector1">
              <a:avLst/>
            </a:prstGeom>
            <a:noFill/>
            <a:ln w="19050" cap="flat" cmpd="sng">
              <a:solidFill>
                <a:schemeClr val="dk1"/>
              </a:solidFill>
              <a:prstDash val="solid"/>
              <a:round/>
              <a:headEnd type="none" w="med" len="med"/>
              <a:tailEnd type="none" w="med" len="med"/>
            </a:ln>
          </p:spPr>
        </p:cxnSp>
      </p:grpSp>
      <p:sp>
        <p:nvSpPr>
          <p:cNvPr id="12" name="TextBox 11">
            <a:extLst>
              <a:ext uri="{FF2B5EF4-FFF2-40B4-BE49-F238E27FC236}">
                <a16:creationId xmlns:a16="http://schemas.microsoft.com/office/drawing/2014/main" id="{ADD5FBDE-2911-5BD0-AFF3-EAB504C74EA9}"/>
              </a:ext>
            </a:extLst>
          </p:cNvPr>
          <p:cNvSpPr txBox="1"/>
          <p:nvPr/>
        </p:nvSpPr>
        <p:spPr>
          <a:xfrm>
            <a:off x="2312020" y="1286059"/>
            <a:ext cx="1873404" cy="1367931"/>
          </a:xfrm>
          <a:prstGeom prst="rect">
            <a:avLst/>
          </a:prstGeom>
          <a:noFill/>
        </p:spPr>
        <p:txBody>
          <a:bodyPr wrap="square" rtlCol="0">
            <a:spAutoFit/>
          </a:bodyPr>
          <a:lstStyle/>
          <a:p>
            <a:endParaRPr lang="en-IN" dirty="0"/>
          </a:p>
        </p:txBody>
      </p:sp>
      <p:sp>
        <p:nvSpPr>
          <p:cNvPr id="13" name="Google Shape;901;p32">
            <a:extLst>
              <a:ext uri="{FF2B5EF4-FFF2-40B4-BE49-F238E27FC236}">
                <a16:creationId xmlns:a16="http://schemas.microsoft.com/office/drawing/2014/main" id="{94767235-3F32-8900-947B-48D860308BDC}"/>
              </a:ext>
            </a:extLst>
          </p:cNvPr>
          <p:cNvSpPr txBox="1">
            <a:spLocks noGrp="1"/>
          </p:cNvSpPr>
          <p:nvPr>
            <p:ph type="title"/>
          </p:nvPr>
        </p:nvSpPr>
        <p:spPr>
          <a:xfrm>
            <a:off x="1092142" y="539500"/>
            <a:ext cx="7331857" cy="572700"/>
          </a:xfrm>
          <a:prstGeom prst="rect">
            <a:avLst/>
          </a:prstGeom>
        </p:spPr>
        <p:txBody>
          <a:bodyPr spcFirstLastPara="1" wrap="square" lIns="91425" tIns="91425" rIns="91425" bIns="91425" anchor="t" anchorCtr="0">
            <a:noAutofit/>
          </a:bodyPr>
          <a:lstStyle/>
          <a:p>
            <a:r>
              <a:rPr lang="en-US" dirty="0">
                <a:solidFill>
                  <a:schemeClr val="dk2"/>
                </a:solidFill>
              </a:rPr>
              <a:t>Summary</a:t>
            </a:r>
            <a:br>
              <a:rPr lang="en-IN" dirty="0"/>
            </a:br>
            <a:br>
              <a:rPr lang="en-IN" dirty="0"/>
            </a:br>
            <a:endParaRPr dirty="0"/>
          </a:p>
        </p:txBody>
      </p:sp>
      <p:sp>
        <p:nvSpPr>
          <p:cNvPr id="3" name="TextBox 2">
            <a:extLst>
              <a:ext uri="{FF2B5EF4-FFF2-40B4-BE49-F238E27FC236}">
                <a16:creationId xmlns:a16="http://schemas.microsoft.com/office/drawing/2014/main" id="{6147ACA8-63AE-90AA-C361-F8761AA46B82}"/>
              </a:ext>
            </a:extLst>
          </p:cNvPr>
          <p:cNvSpPr txBox="1"/>
          <p:nvPr/>
        </p:nvSpPr>
        <p:spPr>
          <a:xfrm>
            <a:off x="1206257" y="1772431"/>
            <a:ext cx="7217742" cy="2308324"/>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Generative AI holds transformative potential for urban planning, with its ability to optimize city designs, resources, and sustainability efforts.</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While there are challenges in scalability, real-time data integration, and ethical use, the future looks promising.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559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6">
          <a:extLst>
            <a:ext uri="{FF2B5EF4-FFF2-40B4-BE49-F238E27FC236}">
              <a16:creationId xmlns:a16="http://schemas.microsoft.com/office/drawing/2014/main" id="{E6F81990-9D31-2078-0EF5-D8E2F065BA58}"/>
            </a:ext>
          </a:extLst>
        </p:cNvPr>
        <p:cNvGrpSpPr/>
        <p:nvPr/>
      </p:nvGrpSpPr>
      <p:grpSpPr>
        <a:xfrm>
          <a:off x="0" y="0"/>
          <a:ext cx="0" cy="0"/>
          <a:chOff x="0" y="0"/>
          <a:chExt cx="0" cy="0"/>
        </a:xfrm>
      </p:grpSpPr>
      <p:cxnSp>
        <p:nvCxnSpPr>
          <p:cNvPr id="1066" name="Google Shape;1066;p37">
            <a:extLst>
              <a:ext uri="{FF2B5EF4-FFF2-40B4-BE49-F238E27FC236}">
                <a16:creationId xmlns:a16="http://schemas.microsoft.com/office/drawing/2014/main" id="{779BA11F-D62C-6FCC-7FD9-7D9CABDAEE86}"/>
              </a:ext>
            </a:extLst>
          </p:cNvPr>
          <p:cNvCxnSpPr>
            <a:cxnSpLocks/>
          </p:cNvCxnSpPr>
          <p:nvPr/>
        </p:nvCxnSpPr>
        <p:spPr>
          <a:xfrm>
            <a:off x="1206257" y="1340410"/>
            <a:ext cx="7217742" cy="0"/>
          </a:xfrm>
          <a:prstGeom prst="straightConnector1">
            <a:avLst/>
          </a:prstGeom>
          <a:noFill/>
          <a:ln w="19050" cap="flat" cmpd="sng">
            <a:solidFill>
              <a:schemeClr val="dk1"/>
            </a:solidFill>
            <a:prstDash val="solid"/>
            <a:round/>
            <a:headEnd type="none" w="med" len="med"/>
            <a:tailEnd type="none" w="med" len="med"/>
          </a:ln>
        </p:spPr>
      </p:cxnSp>
      <p:grpSp>
        <p:nvGrpSpPr>
          <p:cNvPr id="1111" name="Google Shape;1111;p37">
            <a:extLst>
              <a:ext uri="{FF2B5EF4-FFF2-40B4-BE49-F238E27FC236}">
                <a16:creationId xmlns:a16="http://schemas.microsoft.com/office/drawing/2014/main" id="{341E8DE0-A32E-DD2F-02E4-4F1F937638DC}"/>
              </a:ext>
            </a:extLst>
          </p:cNvPr>
          <p:cNvGrpSpPr/>
          <p:nvPr/>
        </p:nvGrpSpPr>
        <p:grpSpPr>
          <a:xfrm>
            <a:off x="669650" y="0"/>
            <a:ext cx="422503" cy="1832059"/>
            <a:chOff x="7093138" y="727500"/>
            <a:chExt cx="422503" cy="1832059"/>
          </a:xfrm>
        </p:grpSpPr>
        <p:sp>
          <p:nvSpPr>
            <p:cNvPr id="1112" name="Google Shape;1112;p37">
              <a:extLst>
                <a:ext uri="{FF2B5EF4-FFF2-40B4-BE49-F238E27FC236}">
                  <a16:creationId xmlns:a16="http://schemas.microsoft.com/office/drawing/2014/main" id="{C8E06A36-363C-D9AB-3A28-BAAA1BB8D54E}"/>
                </a:ext>
              </a:extLst>
            </p:cNvPr>
            <p:cNvSpPr/>
            <p:nvPr/>
          </p:nvSpPr>
          <p:spPr>
            <a:xfrm>
              <a:off x="7246525" y="2440303"/>
              <a:ext cx="119221" cy="119256"/>
            </a:xfrm>
            <a:custGeom>
              <a:avLst/>
              <a:gdLst/>
              <a:ahLst/>
              <a:cxnLst/>
              <a:rect l="l" t="t" r="r" b="b"/>
              <a:pathLst>
                <a:path w="3409" h="3410" extrusionOk="0">
                  <a:moveTo>
                    <a:pt x="1705" y="1"/>
                  </a:moveTo>
                  <a:cubicBezTo>
                    <a:pt x="777" y="1"/>
                    <a:pt x="0" y="752"/>
                    <a:pt x="0" y="1705"/>
                  </a:cubicBezTo>
                  <a:cubicBezTo>
                    <a:pt x="0" y="2657"/>
                    <a:pt x="777" y="3409"/>
                    <a:pt x="1705" y="3409"/>
                  </a:cubicBezTo>
                  <a:cubicBezTo>
                    <a:pt x="2657" y="3409"/>
                    <a:pt x="3409" y="2657"/>
                    <a:pt x="3409" y="1705"/>
                  </a:cubicBezTo>
                  <a:cubicBezTo>
                    <a:pt x="3409" y="752"/>
                    <a:pt x="2657"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7">
              <a:extLst>
                <a:ext uri="{FF2B5EF4-FFF2-40B4-BE49-F238E27FC236}">
                  <a16:creationId xmlns:a16="http://schemas.microsoft.com/office/drawing/2014/main" id="{5D5296C4-C866-AC27-67A5-4CBC0DFDC1EC}"/>
                </a:ext>
              </a:extLst>
            </p:cNvPr>
            <p:cNvSpPr/>
            <p:nvPr/>
          </p:nvSpPr>
          <p:spPr>
            <a:xfrm>
              <a:off x="7093138" y="2264989"/>
              <a:ext cx="422503" cy="213052"/>
            </a:xfrm>
            <a:custGeom>
              <a:avLst/>
              <a:gdLst/>
              <a:ahLst/>
              <a:cxnLst/>
              <a:rect l="l" t="t" r="r" b="b"/>
              <a:pathLst>
                <a:path w="12081" h="6092" extrusionOk="0">
                  <a:moveTo>
                    <a:pt x="6040" y="1"/>
                  </a:moveTo>
                  <a:cubicBezTo>
                    <a:pt x="2707" y="1"/>
                    <a:pt x="0" y="2708"/>
                    <a:pt x="0" y="6041"/>
                  </a:cubicBezTo>
                  <a:lnTo>
                    <a:pt x="0" y="6091"/>
                  </a:lnTo>
                  <a:lnTo>
                    <a:pt x="12081" y="6091"/>
                  </a:lnTo>
                  <a:lnTo>
                    <a:pt x="12081" y="6041"/>
                  </a:lnTo>
                  <a:cubicBezTo>
                    <a:pt x="12081" y="2708"/>
                    <a:pt x="9374" y="1"/>
                    <a:pt x="6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4" name="Google Shape;1114;p37">
              <a:extLst>
                <a:ext uri="{FF2B5EF4-FFF2-40B4-BE49-F238E27FC236}">
                  <a16:creationId xmlns:a16="http://schemas.microsoft.com/office/drawing/2014/main" id="{E6C68E67-9573-0D51-C36A-57F519484DF7}"/>
                </a:ext>
              </a:extLst>
            </p:cNvPr>
            <p:cNvCxnSpPr/>
            <p:nvPr/>
          </p:nvCxnSpPr>
          <p:spPr>
            <a:xfrm rot="10800000">
              <a:off x="7304385" y="727500"/>
              <a:ext cx="0" cy="1537500"/>
            </a:xfrm>
            <a:prstGeom prst="straightConnector1">
              <a:avLst/>
            </a:prstGeom>
            <a:noFill/>
            <a:ln w="19050" cap="flat" cmpd="sng">
              <a:solidFill>
                <a:schemeClr val="dk1"/>
              </a:solidFill>
              <a:prstDash val="solid"/>
              <a:round/>
              <a:headEnd type="none" w="med" len="med"/>
              <a:tailEnd type="none" w="med" len="med"/>
            </a:ln>
          </p:spPr>
        </p:cxnSp>
      </p:grpSp>
      <p:grpSp>
        <p:nvGrpSpPr>
          <p:cNvPr id="1115" name="Google Shape;1115;p37">
            <a:extLst>
              <a:ext uri="{FF2B5EF4-FFF2-40B4-BE49-F238E27FC236}">
                <a16:creationId xmlns:a16="http://schemas.microsoft.com/office/drawing/2014/main" id="{0D5367F7-F64A-24F1-24F3-5F11A6AF5249}"/>
              </a:ext>
            </a:extLst>
          </p:cNvPr>
          <p:cNvGrpSpPr/>
          <p:nvPr/>
        </p:nvGrpSpPr>
        <p:grpSpPr>
          <a:xfrm>
            <a:off x="8541491" y="0"/>
            <a:ext cx="422503" cy="1286059"/>
            <a:chOff x="7856998" y="456300"/>
            <a:chExt cx="422503" cy="1286059"/>
          </a:xfrm>
        </p:grpSpPr>
        <p:sp>
          <p:nvSpPr>
            <p:cNvPr id="1116" name="Google Shape;1116;p37">
              <a:extLst>
                <a:ext uri="{FF2B5EF4-FFF2-40B4-BE49-F238E27FC236}">
                  <a16:creationId xmlns:a16="http://schemas.microsoft.com/office/drawing/2014/main" id="{19D6F9C9-28FB-78B5-7A1F-554ABFE92F66}"/>
                </a:ext>
              </a:extLst>
            </p:cNvPr>
            <p:cNvSpPr/>
            <p:nvPr/>
          </p:nvSpPr>
          <p:spPr>
            <a:xfrm>
              <a:off x="8011260" y="1623103"/>
              <a:ext cx="119256" cy="119256"/>
            </a:xfrm>
            <a:custGeom>
              <a:avLst/>
              <a:gdLst/>
              <a:ahLst/>
              <a:cxnLst/>
              <a:rect l="l" t="t" r="r" b="b"/>
              <a:pathLst>
                <a:path w="3410" h="3410" extrusionOk="0">
                  <a:moveTo>
                    <a:pt x="1705" y="1"/>
                  </a:moveTo>
                  <a:cubicBezTo>
                    <a:pt x="752" y="1"/>
                    <a:pt x="1" y="752"/>
                    <a:pt x="1" y="1705"/>
                  </a:cubicBezTo>
                  <a:cubicBezTo>
                    <a:pt x="1" y="2657"/>
                    <a:pt x="752" y="3409"/>
                    <a:pt x="1705" y="3409"/>
                  </a:cubicBezTo>
                  <a:cubicBezTo>
                    <a:pt x="2632" y="3409"/>
                    <a:pt x="3409" y="2657"/>
                    <a:pt x="3409" y="1705"/>
                  </a:cubicBezTo>
                  <a:cubicBezTo>
                    <a:pt x="3409" y="752"/>
                    <a:pt x="2632" y="1"/>
                    <a:pt x="17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a:extLst>
                <a:ext uri="{FF2B5EF4-FFF2-40B4-BE49-F238E27FC236}">
                  <a16:creationId xmlns:a16="http://schemas.microsoft.com/office/drawing/2014/main" id="{28416869-B1C4-42A0-20D3-726A55A01C3A}"/>
                </a:ext>
              </a:extLst>
            </p:cNvPr>
            <p:cNvSpPr/>
            <p:nvPr/>
          </p:nvSpPr>
          <p:spPr>
            <a:xfrm>
              <a:off x="7856998" y="1447789"/>
              <a:ext cx="422503" cy="213052"/>
            </a:xfrm>
            <a:custGeom>
              <a:avLst/>
              <a:gdLst/>
              <a:ahLst/>
              <a:cxnLst/>
              <a:rect l="l" t="t" r="r" b="b"/>
              <a:pathLst>
                <a:path w="12081" h="6092" extrusionOk="0">
                  <a:moveTo>
                    <a:pt x="6041" y="1"/>
                  </a:moveTo>
                  <a:cubicBezTo>
                    <a:pt x="2707" y="1"/>
                    <a:pt x="1" y="2708"/>
                    <a:pt x="1" y="6041"/>
                  </a:cubicBezTo>
                  <a:lnTo>
                    <a:pt x="1" y="6091"/>
                  </a:lnTo>
                  <a:lnTo>
                    <a:pt x="12081" y="6091"/>
                  </a:lnTo>
                  <a:lnTo>
                    <a:pt x="12081" y="6041"/>
                  </a:lnTo>
                  <a:cubicBezTo>
                    <a:pt x="12081" y="2708"/>
                    <a:pt x="9374" y="1"/>
                    <a:pt x="60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8" name="Google Shape;1118;p37">
              <a:extLst>
                <a:ext uri="{FF2B5EF4-FFF2-40B4-BE49-F238E27FC236}">
                  <a16:creationId xmlns:a16="http://schemas.microsoft.com/office/drawing/2014/main" id="{C44FEF1B-846B-6845-35F3-526F3D466E28}"/>
                </a:ext>
              </a:extLst>
            </p:cNvPr>
            <p:cNvCxnSpPr/>
            <p:nvPr/>
          </p:nvCxnSpPr>
          <p:spPr>
            <a:xfrm rot="10800000">
              <a:off x="8068260" y="456300"/>
              <a:ext cx="0" cy="991500"/>
            </a:xfrm>
            <a:prstGeom prst="straightConnector1">
              <a:avLst/>
            </a:prstGeom>
            <a:noFill/>
            <a:ln w="19050" cap="flat" cmpd="sng">
              <a:solidFill>
                <a:schemeClr val="dk1"/>
              </a:solidFill>
              <a:prstDash val="solid"/>
              <a:round/>
              <a:headEnd type="none" w="med" len="med"/>
              <a:tailEnd type="none" w="med" len="med"/>
            </a:ln>
          </p:spPr>
        </p:cxnSp>
      </p:grpSp>
      <p:sp>
        <p:nvSpPr>
          <p:cNvPr id="12" name="TextBox 11">
            <a:extLst>
              <a:ext uri="{FF2B5EF4-FFF2-40B4-BE49-F238E27FC236}">
                <a16:creationId xmlns:a16="http://schemas.microsoft.com/office/drawing/2014/main" id="{8114DCBC-47E8-77F3-01E8-E3A080C089E9}"/>
              </a:ext>
            </a:extLst>
          </p:cNvPr>
          <p:cNvSpPr txBox="1"/>
          <p:nvPr/>
        </p:nvSpPr>
        <p:spPr>
          <a:xfrm>
            <a:off x="2312020" y="1286059"/>
            <a:ext cx="1873404" cy="1367931"/>
          </a:xfrm>
          <a:prstGeom prst="rect">
            <a:avLst/>
          </a:prstGeom>
          <a:noFill/>
        </p:spPr>
        <p:txBody>
          <a:bodyPr wrap="square" rtlCol="0">
            <a:spAutoFit/>
          </a:bodyPr>
          <a:lstStyle/>
          <a:p>
            <a:endParaRPr lang="en-IN" dirty="0"/>
          </a:p>
        </p:txBody>
      </p:sp>
      <p:sp>
        <p:nvSpPr>
          <p:cNvPr id="13" name="Google Shape;901;p32">
            <a:extLst>
              <a:ext uri="{FF2B5EF4-FFF2-40B4-BE49-F238E27FC236}">
                <a16:creationId xmlns:a16="http://schemas.microsoft.com/office/drawing/2014/main" id="{52497B7F-F601-1687-5344-EAFD8D72CB76}"/>
              </a:ext>
            </a:extLst>
          </p:cNvPr>
          <p:cNvSpPr txBox="1">
            <a:spLocks noGrp="1"/>
          </p:cNvSpPr>
          <p:nvPr>
            <p:ph type="title"/>
          </p:nvPr>
        </p:nvSpPr>
        <p:spPr>
          <a:xfrm>
            <a:off x="1092142" y="539500"/>
            <a:ext cx="7331857" cy="572700"/>
          </a:xfrm>
          <a:prstGeom prst="rect">
            <a:avLst/>
          </a:prstGeom>
        </p:spPr>
        <p:txBody>
          <a:bodyPr spcFirstLastPara="1" wrap="square" lIns="91425" tIns="91425" rIns="91425" bIns="91425" anchor="t" anchorCtr="0">
            <a:noAutofit/>
          </a:bodyPr>
          <a:lstStyle/>
          <a:p>
            <a:r>
              <a:rPr lang="en-US" dirty="0">
                <a:solidFill>
                  <a:schemeClr val="dk2"/>
                </a:solidFill>
              </a:rPr>
              <a:t>Next </a:t>
            </a:r>
            <a:r>
              <a:rPr lang="en-IN" dirty="0"/>
              <a:t>Steps</a:t>
            </a:r>
            <a:br>
              <a:rPr lang="en-IN" dirty="0"/>
            </a:br>
            <a:br>
              <a:rPr lang="en-IN" dirty="0"/>
            </a:br>
            <a:endParaRPr dirty="0"/>
          </a:p>
        </p:txBody>
      </p:sp>
      <p:sp>
        <p:nvSpPr>
          <p:cNvPr id="4" name="TextBox 3">
            <a:extLst>
              <a:ext uri="{FF2B5EF4-FFF2-40B4-BE49-F238E27FC236}">
                <a16:creationId xmlns:a16="http://schemas.microsoft.com/office/drawing/2014/main" id="{08957430-AB97-D04B-7457-1E42B9371EE9}"/>
              </a:ext>
            </a:extLst>
          </p:cNvPr>
          <p:cNvSpPr txBox="1"/>
          <p:nvPr/>
        </p:nvSpPr>
        <p:spPr>
          <a:xfrm>
            <a:off x="1206257" y="1858353"/>
            <a:ext cx="7331857"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Continued research in AI integration with IoT and sustainability planning.</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Exploration of frameworks to address ethical and regulatory issues.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60139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83"/>
        <p:cNvGrpSpPr/>
        <p:nvPr/>
      </p:nvGrpSpPr>
      <p:grpSpPr>
        <a:xfrm>
          <a:off x="0" y="0"/>
          <a:ext cx="0" cy="0"/>
          <a:chOff x="0" y="0"/>
          <a:chExt cx="0" cy="0"/>
        </a:xfrm>
      </p:grpSpPr>
      <p:sp>
        <p:nvSpPr>
          <p:cNvPr id="1284" name="Google Shape;1284;p45"/>
          <p:cNvSpPr txBox="1">
            <a:spLocks noGrp="1"/>
          </p:cNvSpPr>
          <p:nvPr>
            <p:ph type="title"/>
          </p:nvPr>
        </p:nvSpPr>
        <p:spPr>
          <a:xfrm>
            <a:off x="720000" y="534737"/>
            <a:ext cx="3237000" cy="113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dk2"/>
                </a:solidFill>
              </a:rPr>
              <a:t>Photo </a:t>
            </a:r>
            <a:r>
              <a:rPr lang="en" dirty="0"/>
              <a:t>showcase</a:t>
            </a:r>
            <a:endParaRPr dirty="0"/>
          </a:p>
        </p:txBody>
      </p:sp>
      <p:sp>
        <p:nvSpPr>
          <p:cNvPr id="1285" name="Google Shape;1285;p45"/>
          <p:cNvSpPr txBox="1">
            <a:spLocks noGrp="1"/>
          </p:cNvSpPr>
          <p:nvPr>
            <p:ph type="subTitle" idx="1"/>
          </p:nvPr>
        </p:nvSpPr>
        <p:spPr>
          <a:xfrm>
            <a:off x="713225" y="1686100"/>
            <a:ext cx="32370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latin typeface="Times New Roman" panose="02020603050405020304" pitchFamily="18" charset="0"/>
                <a:cs typeface="Times New Roman" panose="02020603050405020304" pitchFamily="18" charset="0"/>
              </a:rPr>
              <a:t>Generative AI in Architectural Planning</a:t>
            </a:r>
            <a:endParaRPr sz="1800" dirty="0">
              <a:latin typeface="Times New Roman" panose="02020603050405020304" pitchFamily="18" charset="0"/>
              <a:cs typeface="Times New Roman" panose="02020603050405020304" pitchFamily="18" charset="0"/>
            </a:endParaRPr>
          </a:p>
        </p:txBody>
      </p:sp>
      <p:pic>
        <p:nvPicPr>
          <p:cNvPr id="1286" name="Google Shape;1286;p45"/>
          <p:cNvPicPr preferRelativeResize="0">
            <a:picLocks noGrp="1"/>
          </p:cNvPicPr>
          <p:nvPr>
            <p:ph type="pic" idx="2"/>
          </p:nvPr>
        </p:nvPicPr>
        <p:blipFill>
          <a:blip r:embed="rId3"/>
          <a:srcRect t="23165" b="23165"/>
          <a:stretch/>
        </p:blipFill>
        <p:spPr>
          <a:xfrm>
            <a:off x="4551899" y="613575"/>
            <a:ext cx="3871877" cy="2078052"/>
          </a:xfrm>
          <a:prstGeom prst="rect">
            <a:avLst/>
          </a:prstGeom>
          <a:noFill/>
          <a:ln>
            <a:noFill/>
          </a:ln>
        </p:spPr>
      </p:pic>
      <p:pic>
        <p:nvPicPr>
          <p:cNvPr id="1288" name="Google Shape;1288;p45"/>
          <p:cNvPicPr preferRelativeResize="0">
            <a:picLocks noGrp="1"/>
          </p:cNvPicPr>
          <p:nvPr>
            <p:ph type="pic" idx="4"/>
          </p:nvPr>
        </p:nvPicPr>
        <p:blipFill>
          <a:blip r:embed="rId4"/>
          <a:srcRect t="12363" b="12363"/>
          <a:stretch/>
        </p:blipFill>
        <p:spPr>
          <a:xfrm>
            <a:off x="2608932" y="2795848"/>
            <a:ext cx="2402099" cy="1808143"/>
          </a:xfrm>
          <a:prstGeom prst="rect">
            <a:avLst/>
          </a:prstGeom>
          <a:noFill/>
          <a:ln>
            <a:noFill/>
          </a:ln>
        </p:spPr>
      </p:pic>
      <p:pic>
        <p:nvPicPr>
          <p:cNvPr id="5" name="Picture 4" descr="A square sign with a glowing blue text&#10;&#10;Description automatically generated with medium confidence">
            <a:extLst>
              <a:ext uri="{FF2B5EF4-FFF2-40B4-BE49-F238E27FC236}">
                <a16:creationId xmlns:a16="http://schemas.microsoft.com/office/drawing/2014/main" id="{511B31BE-7CDF-AD8A-AA44-8DE32E59013F}"/>
              </a:ext>
            </a:extLst>
          </p:cNvPr>
          <p:cNvPicPr>
            <a:picLocks noChangeAspect="1"/>
          </p:cNvPicPr>
          <p:nvPr/>
        </p:nvPicPr>
        <p:blipFill>
          <a:blip r:embed="rId5"/>
          <a:stretch>
            <a:fillRect/>
          </a:stretch>
        </p:blipFill>
        <p:spPr>
          <a:xfrm>
            <a:off x="5137226" y="2795848"/>
            <a:ext cx="2229597" cy="180814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sp>
        <p:nvSpPr>
          <p:cNvPr id="1470" name="Google Shape;1470;p4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u="sng" dirty="0"/>
              <a:t>Results </a:t>
            </a:r>
            <a:r>
              <a:rPr lang="en-US" u="sng" dirty="0">
                <a:solidFill>
                  <a:schemeClr val="tx1"/>
                </a:solidFill>
              </a:rPr>
              <a:t>Till Now</a:t>
            </a:r>
            <a:endParaRPr u="sng" dirty="0">
              <a:solidFill>
                <a:schemeClr val="tx1"/>
              </a:solidFill>
            </a:endParaRPr>
          </a:p>
        </p:txBody>
      </p:sp>
      <p:sp>
        <p:nvSpPr>
          <p:cNvPr id="3" name="Text Placeholder 2">
            <a:extLst>
              <a:ext uri="{FF2B5EF4-FFF2-40B4-BE49-F238E27FC236}">
                <a16:creationId xmlns:a16="http://schemas.microsoft.com/office/drawing/2014/main" id="{2A70057E-2D65-4ACD-466A-3829D65CC60A}"/>
              </a:ext>
            </a:extLst>
          </p:cNvPr>
          <p:cNvSpPr>
            <a:spLocks noGrp="1"/>
          </p:cNvSpPr>
          <p:nvPr>
            <p:ph type="body" idx="1"/>
          </p:nvPr>
        </p:nvSpPr>
        <p:spPr/>
        <p:txBody>
          <a:bodyPr/>
          <a:lstStyle/>
          <a:p>
            <a:r>
              <a:rPr lang="en-US" sz="2000" dirty="0"/>
              <a:t>50 Research Papers and their abstract keywords. </a:t>
            </a:r>
            <a:r>
              <a:rPr lang="en-IN" sz="2000" dirty="0">
                <a:hlinkClick r:id="rId3"/>
              </a:rPr>
              <a:t>Here</a:t>
            </a:r>
            <a:endParaRPr lang="en-I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grpSp>
        <p:nvGrpSpPr>
          <p:cNvPr id="1293" name="Google Shape;1293;p46"/>
          <p:cNvGrpSpPr/>
          <p:nvPr/>
        </p:nvGrpSpPr>
        <p:grpSpPr>
          <a:xfrm>
            <a:off x="5433105" y="1064556"/>
            <a:ext cx="965018" cy="965018"/>
            <a:chOff x="9606175" y="880525"/>
            <a:chExt cx="1667562" cy="1667562"/>
          </a:xfrm>
        </p:grpSpPr>
        <p:sp>
          <p:nvSpPr>
            <p:cNvPr id="1294" name="Google Shape;1294;p46"/>
            <p:cNvSpPr/>
            <p:nvPr/>
          </p:nvSpPr>
          <p:spPr>
            <a:xfrm>
              <a:off x="9606175" y="880525"/>
              <a:ext cx="1667562" cy="1667562"/>
            </a:xfrm>
            <a:custGeom>
              <a:avLst/>
              <a:gdLst/>
              <a:ahLst/>
              <a:cxnLst/>
              <a:rect l="l" t="t" r="r" b="b"/>
              <a:pathLst>
                <a:path w="80152" h="80152" extrusionOk="0">
                  <a:moveTo>
                    <a:pt x="40076" y="1"/>
                  </a:moveTo>
                  <a:cubicBezTo>
                    <a:pt x="17946" y="1"/>
                    <a:pt x="1" y="17946"/>
                    <a:pt x="1" y="40076"/>
                  </a:cubicBezTo>
                  <a:cubicBezTo>
                    <a:pt x="1" y="62207"/>
                    <a:pt x="17946" y="80152"/>
                    <a:pt x="40076" y="80152"/>
                  </a:cubicBezTo>
                  <a:cubicBezTo>
                    <a:pt x="62207" y="80152"/>
                    <a:pt x="80152" y="62207"/>
                    <a:pt x="80152" y="40076"/>
                  </a:cubicBezTo>
                  <a:cubicBezTo>
                    <a:pt x="80152" y="17946"/>
                    <a:pt x="62207" y="1"/>
                    <a:pt x="400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6"/>
            <p:cNvSpPr/>
            <p:nvPr/>
          </p:nvSpPr>
          <p:spPr>
            <a:xfrm>
              <a:off x="9792860" y="1067210"/>
              <a:ext cx="1294217" cy="1294217"/>
            </a:xfrm>
            <a:custGeom>
              <a:avLst/>
              <a:gdLst/>
              <a:ahLst/>
              <a:cxnLst/>
              <a:rect l="l" t="t" r="r" b="b"/>
              <a:pathLst>
                <a:path w="62207" h="62207" extrusionOk="0">
                  <a:moveTo>
                    <a:pt x="31103" y="0"/>
                  </a:moveTo>
                  <a:cubicBezTo>
                    <a:pt x="13935" y="0"/>
                    <a:pt x="0" y="13935"/>
                    <a:pt x="0" y="31103"/>
                  </a:cubicBezTo>
                  <a:cubicBezTo>
                    <a:pt x="0" y="48296"/>
                    <a:pt x="13935" y="62206"/>
                    <a:pt x="31103" y="62206"/>
                  </a:cubicBezTo>
                  <a:cubicBezTo>
                    <a:pt x="48296" y="62206"/>
                    <a:pt x="62206" y="48296"/>
                    <a:pt x="62206" y="31103"/>
                  </a:cubicBezTo>
                  <a:cubicBezTo>
                    <a:pt x="62206" y="13935"/>
                    <a:pt x="48296" y="0"/>
                    <a:pt x="31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6"/>
            <p:cNvSpPr/>
            <p:nvPr/>
          </p:nvSpPr>
          <p:spPr>
            <a:xfrm>
              <a:off x="11043250" y="1701268"/>
              <a:ext cx="123082" cy="26089"/>
            </a:xfrm>
            <a:custGeom>
              <a:avLst/>
              <a:gdLst/>
              <a:ahLst/>
              <a:cxnLst/>
              <a:rect l="l" t="t" r="r" b="b"/>
              <a:pathLst>
                <a:path w="5916" h="1254" extrusionOk="0">
                  <a:moveTo>
                    <a:pt x="1" y="1"/>
                  </a:moveTo>
                  <a:lnTo>
                    <a:pt x="1" y="1254"/>
                  </a:lnTo>
                  <a:lnTo>
                    <a:pt x="5916" y="1254"/>
                  </a:lnTo>
                  <a:lnTo>
                    <a:pt x="59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6"/>
            <p:cNvSpPr/>
            <p:nvPr/>
          </p:nvSpPr>
          <p:spPr>
            <a:xfrm>
              <a:off x="9705249" y="1701268"/>
              <a:ext cx="123082" cy="26089"/>
            </a:xfrm>
            <a:custGeom>
              <a:avLst/>
              <a:gdLst/>
              <a:ahLst/>
              <a:cxnLst/>
              <a:rect l="l" t="t" r="r" b="b"/>
              <a:pathLst>
                <a:path w="5916" h="1254" extrusionOk="0">
                  <a:moveTo>
                    <a:pt x="1" y="1"/>
                  </a:moveTo>
                  <a:lnTo>
                    <a:pt x="1" y="1254"/>
                  </a:lnTo>
                  <a:lnTo>
                    <a:pt x="5916" y="1254"/>
                  </a:lnTo>
                  <a:lnTo>
                    <a:pt x="59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6"/>
            <p:cNvSpPr/>
            <p:nvPr/>
          </p:nvSpPr>
          <p:spPr>
            <a:xfrm>
              <a:off x="10422757" y="983781"/>
              <a:ext cx="26089" cy="123082"/>
            </a:xfrm>
            <a:custGeom>
              <a:avLst/>
              <a:gdLst/>
              <a:ahLst/>
              <a:cxnLst/>
              <a:rect l="l" t="t" r="r" b="b"/>
              <a:pathLst>
                <a:path w="1254" h="5916" extrusionOk="0">
                  <a:moveTo>
                    <a:pt x="0" y="0"/>
                  </a:moveTo>
                  <a:lnTo>
                    <a:pt x="0" y="5915"/>
                  </a:lnTo>
                  <a:lnTo>
                    <a:pt x="1253" y="5915"/>
                  </a:lnTo>
                  <a:lnTo>
                    <a:pt x="12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6"/>
            <p:cNvSpPr/>
            <p:nvPr/>
          </p:nvSpPr>
          <p:spPr>
            <a:xfrm>
              <a:off x="10422757" y="2322302"/>
              <a:ext cx="26089" cy="122562"/>
            </a:xfrm>
            <a:custGeom>
              <a:avLst/>
              <a:gdLst/>
              <a:ahLst/>
              <a:cxnLst/>
              <a:rect l="l" t="t" r="r" b="b"/>
              <a:pathLst>
                <a:path w="1254" h="5891" extrusionOk="0">
                  <a:moveTo>
                    <a:pt x="0" y="1"/>
                  </a:moveTo>
                  <a:lnTo>
                    <a:pt x="0" y="5890"/>
                  </a:lnTo>
                  <a:lnTo>
                    <a:pt x="1253" y="5890"/>
                  </a:lnTo>
                  <a:lnTo>
                    <a:pt x="1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6"/>
            <p:cNvSpPr/>
            <p:nvPr/>
          </p:nvSpPr>
          <p:spPr>
            <a:xfrm>
              <a:off x="10371638" y="1151158"/>
              <a:ext cx="396314" cy="631473"/>
            </a:xfrm>
            <a:custGeom>
              <a:avLst/>
              <a:gdLst/>
              <a:ahLst/>
              <a:cxnLst/>
              <a:rect l="l" t="t" r="r" b="b"/>
              <a:pathLst>
                <a:path w="19049" h="30352" extrusionOk="0">
                  <a:moveTo>
                    <a:pt x="10502" y="1"/>
                  </a:moveTo>
                  <a:lnTo>
                    <a:pt x="3510" y="23810"/>
                  </a:lnTo>
                  <a:cubicBezTo>
                    <a:pt x="3435" y="23810"/>
                    <a:pt x="3359" y="23785"/>
                    <a:pt x="3284" y="23785"/>
                  </a:cubicBezTo>
                  <a:cubicBezTo>
                    <a:pt x="1480" y="23785"/>
                    <a:pt x="1" y="25264"/>
                    <a:pt x="1" y="27068"/>
                  </a:cubicBezTo>
                  <a:cubicBezTo>
                    <a:pt x="1" y="28898"/>
                    <a:pt x="1480" y="30352"/>
                    <a:pt x="3284" y="30352"/>
                  </a:cubicBezTo>
                  <a:cubicBezTo>
                    <a:pt x="4838" y="30352"/>
                    <a:pt x="6141" y="29274"/>
                    <a:pt x="6492" y="27820"/>
                  </a:cubicBezTo>
                  <a:lnTo>
                    <a:pt x="19024" y="28071"/>
                  </a:lnTo>
                  <a:lnTo>
                    <a:pt x="19049" y="26818"/>
                  </a:lnTo>
                  <a:lnTo>
                    <a:pt x="6517" y="26567"/>
                  </a:lnTo>
                  <a:cubicBezTo>
                    <a:pt x="6367" y="25489"/>
                    <a:pt x="5665" y="24587"/>
                    <a:pt x="4713" y="24111"/>
                  </a:cubicBezTo>
                  <a:lnTo>
                    <a:pt x="11705" y="376"/>
                  </a:lnTo>
                  <a:lnTo>
                    <a:pt x="105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1" name="Google Shape;1301;p46"/>
          <p:cNvSpPr txBox="1">
            <a:spLocks noGrp="1"/>
          </p:cNvSpPr>
          <p:nvPr>
            <p:ph type="title"/>
          </p:nvPr>
        </p:nvSpPr>
        <p:spPr>
          <a:xfrm>
            <a:off x="732775" y="1194493"/>
            <a:ext cx="3828000" cy="105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Thanks</a:t>
            </a:r>
            <a:r>
              <a:rPr lang="en" dirty="0">
                <a:solidFill>
                  <a:schemeClr val="dk2"/>
                </a:solidFill>
              </a:rPr>
              <a:t>!</a:t>
            </a:r>
            <a:endParaRPr dirty="0">
              <a:solidFill>
                <a:schemeClr val="dk2"/>
              </a:solidFill>
            </a:endParaRPr>
          </a:p>
        </p:txBody>
      </p:sp>
      <p:grpSp>
        <p:nvGrpSpPr>
          <p:cNvPr id="1313" name="Google Shape;1313;p46"/>
          <p:cNvGrpSpPr/>
          <p:nvPr/>
        </p:nvGrpSpPr>
        <p:grpSpPr>
          <a:xfrm>
            <a:off x="7052951" y="2567227"/>
            <a:ext cx="1392444" cy="2028179"/>
            <a:chOff x="7131400" y="-826044"/>
            <a:chExt cx="3728096" cy="5430198"/>
          </a:xfrm>
        </p:grpSpPr>
        <p:sp>
          <p:nvSpPr>
            <p:cNvPr id="1314" name="Google Shape;1314;p46"/>
            <p:cNvSpPr/>
            <p:nvPr/>
          </p:nvSpPr>
          <p:spPr>
            <a:xfrm>
              <a:off x="7181621" y="-504031"/>
              <a:ext cx="3604711" cy="5055957"/>
            </a:xfrm>
            <a:custGeom>
              <a:avLst/>
              <a:gdLst/>
              <a:ahLst/>
              <a:cxnLst/>
              <a:rect l="l" t="t" r="r" b="b"/>
              <a:pathLst>
                <a:path w="43209" h="60603" extrusionOk="0">
                  <a:moveTo>
                    <a:pt x="3308" y="0"/>
                  </a:moveTo>
                  <a:cubicBezTo>
                    <a:pt x="1479" y="0"/>
                    <a:pt x="0" y="1479"/>
                    <a:pt x="0" y="3309"/>
                  </a:cubicBezTo>
                  <a:lnTo>
                    <a:pt x="0" y="57294"/>
                  </a:lnTo>
                  <a:cubicBezTo>
                    <a:pt x="0" y="59124"/>
                    <a:pt x="1479" y="60602"/>
                    <a:pt x="3308" y="60602"/>
                  </a:cubicBezTo>
                  <a:lnTo>
                    <a:pt x="39900" y="60602"/>
                  </a:lnTo>
                  <a:cubicBezTo>
                    <a:pt x="41730" y="60602"/>
                    <a:pt x="43208" y="59124"/>
                    <a:pt x="43208" y="57294"/>
                  </a:cubicBezTo>
                  <a:lnTo>
                    <a:pt x="43208" y="3309"/>
                  </a:lnTo>
                  <a:cubicBezTo>
                    <a:pt x="43208" y="1479"/>
                    <a:pt x="41730" y="0"/>
                    <a:pt x="3990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6"/>
            <p:cNvSpPr/>
            <p:nvPr/>
          </p:nvSpPr>
          <p:spPr>
            <a:xfrm>
              <a:off x="7639450" y="539257"/>
              <a:ext cx="1963407" cy="21024"/>
            </a:xfrm>
            <a:custGeom>
              <a:avLst/>
              <a:gdLst/>
              <a:ahLst/>
              <a:cxnLst/>
              <a:rect l="l" t="t" r="r" b="b"/>
              <a:pathLst>
                <a:path w="23535" h="252" extrusionOk="0">
                  <a:moveTo>
                    <a:pt x="1" y="1"/>
                  </a:moveTo>
                  <a:lnTo>
                    <a:pt x="1" y="251"/>
                  </a:lnTo>
                  <a:lnTo>
                    <a:pt x="23535" y="251"/>
                  </a:lnTo>
                  <a:lnTo>
                    <a:pt x="2353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6"/>
            <p:cNvSpPr/>
            <p:nvPr/>
          </p:nvSpPr>
          <p:spPr>
            <a:xfrm>
              <a:off x="7639450" y="625016"/>
              <a:ext cx="1963407" cy="23109"/>
            </a:xfrm>
            <a:custGeom>
              <a:avLst/>
              <a:gdLst/>
              <a:ahLst/>
              <a:cxnLst/>
              <a:rect l="l" t="t" r="r" b="b"/>
              <a:pathLst>
                <a:path w="23535" h="277" extrusionOk="0">
                  <a:moveTo>
                    <a:pt x="1" y="0"/>
                  </a:moveTo>
                  <a:lnTo>
                    <a:pt x="1" y="276"/>
                  </a:lnTo>
                  <a:lnTo>
                    <a:pt x="23535" y="276"/>
                  </a:lnTo>
                  <a:lnTo>
                    <a:pt x="235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6"/>
            <p:cNvSpPr/>
            <p:nvPr/>
          </p:nvSpPr>
          <p:spPr>
            <a:xfrm>
              <a:off x="7639450" y="844502"/>
              <a:ext cx="1135414" cy="83"/>
            </a:xfrm>
            <a:custGeom>
              <a:avLst/>
              <a:gdLst/>
              <a:ahLst/>
              <a:cxnLst/>
              <a:rect l="l" t="t" r="r" b="b"/>
              <a:pathLst>
                <a:path w="13610" h="1" extrusionOk="0">
                  <a:moveTo>
                    <a:pt x="1" y="1"/>
                  </a:moveTo>
                  <a:lnTo>
                    <a:pt x="13610" y="1"/>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6"/>
            <p:cNvSpPr/>
            <p:nvPr/>
          </p:nvSpPr>
          <p:spPr>
            <a:xfrm>
              <a:off x="7639450" y="834074"/>
              <a:ext cx="1135414" cy="21024"/>
            </a:xfrm>
            <a:custGeom>
              <a:avLst/>
              <a:gdLst/>
              <a:ahLst/>
              <a:cxnLst/>
              <a:rect l="l" t="t" r="r" b="b"/>
              <a:pathLst>
                <a:path w="13610" h="252" extrusionOk="0">
                  <a:moveTo>
                    <a:pt x="1" y="1"/>
                  </a:moveTo>
                  <a:lnTo>
                    <a:pt x="1" y="251"/>
                  </a:lnTo>
                  <a:lnTo>
                    <a:pt x="13610" y="251"/>
                  </a:lnTo>
                  <a:lnTo>
                    <a:pt x="1361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6"/>
            <p:cNvSpPr/>
            <p:nvPr/>
          </p:nvSpPr>
          <p:spPr>
            <a:xfrm>
              <a:off x="7639450" y="1179111"/>
              <a:ext cx="1963407" cy="20940"/>
            </a:xfrm>
            <a:custGeom>
              <a:avLst/>
              <a:gdLst/>
              <a:ahLst/>
              <a:cxnLst/>
              <a:rect l="l" t="t" r="r" b="b"/>
              <a:pathLst>
                <a:path w="23535" h="251" extrusionOk="0">
                  <a:moveTo>
                    <a:pt x="1" y="0"/>
                  </a:moveTo>
                  <a:lnTo>
                    <a:pt x="1" y="251"/>
                  </a:lnTo>
                  <a:lnTo>
                    <a:pt x="23535" y="251"/>
                  </a:lnTo>
                  <a:lnTo>
                    <a:pt x="235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6"/>
            <p:cNvSpPr/>
            <p:nvPr/>
          </p:nvSpPr>
          <p:spPr>
            <a:xfrm>
              <a:off x="7639450" y="1264787"/>
              <a:ext cx="1963407" cy="21024"/>
            </a:xfrm>
            <a:custGeom>
              <a:avLst/>
              <a:gdLst/>
              <a:ahLst/>
              <a:cxnLst/>
              <a:rect l="l" t="t" r="r" b="b"/>
              <a:pathLst>
                <a:path w="23535" h="252" extrusionOk="0">
                  <a:moveTo>
                    <a:pt x="1" y="1"/>
                  </a:moveTo>
                  <a:lnTo>
                    <a:pt x="1" y="251"/>
                  </a:lnTo>
                  <a:lnTo>
                    <a:pt x="23535" y="251"/>
                  </a:lnTo>
                  <a:lnTo>
                    <a:pt x="2353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6"/>
            <p:cNvSpPr/>
            <p:nvPr/>
          </p:nvSpPr>
          <p:spPr>
            <a:xfrm>
              <a:off x="7639450" y="1482271"/>
              <a:ext cx="1135414" cy="83"/>
            </a:xfrm>
            <a:custGeom>
              <a:avLst/>
              <a:gdLst/>
              <a:ahLst/>
              <a:cxnLst/>
              <a:rect l="l" t="t" r="r" b="b"/>
              <a:pathLst>
                <a:path w="13610" h="1" extrusionOk="0">
                  <a:moveTo>
                    <a:pt x="1" y="0"/>
                  </a:moveTo>
                  <a:lnTo>
                    <a:pt x="13610" y="0"/>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6"/>
            <p:cNvSpPr/>
            <p:nvPr/>
          </p:nvSpPr>
          <p:spPr>
            <a:xfrm>
              <a:off x="7639450" y="1471759"/>
              <a:ext cx="1135414" cy="21024"/>
            </a:xfrm>
            <a:custGeom>
              <a:avLst/>
              <a:gdLst/>
              <a:ahLst/>
              <a:cxnLst/>
              <a:rect l="l" t="t" r="r" b="b"/>
              <a:pathLst>
                <a:path w="13610" h="252" extrusionOk="0">
                  <a:moveTo>
                    <a:pt x="1" y="1"/>
                  </a:moveTo>
                  <a:lnTo>
                    <a:pt x="1" y="251"/>
                  </a:lnTo>
                  <a:lnTo>
                    <a:pt x="13610" y="251"/>
                  </a:lnTo>
                  <a:lnTo>
                    <a:pt x="1361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6"/>
            <p:cNvSpPr/>
            <p:nvPr/>
          </p:nvSpPr>
          <p:spPr>
            <a:xfrm>
              <a:off x="7639450" y="1818882"/>
              <a:ext cx="1963407" cy="20940"/>
            </a:xfrm>
            <a:custGeom>
              <a:avLst/>
              <a:gdLst/>
              <a:ahLst/>
              <a:cxnLst/>
              <a:rect l="l" t="t" r="r" b="b"/>
              <a:pathLst>
                <a:path w="23535" h="251" extrusionOk="0">
                  <a:moveTo>
                    <a:pt x="1" y="0"/>
                  </a:moveTo>
                  <a:lnTo>
                    <a:pt x="1" y="251"/>
                  </a:lnTo>
                  <a:lnTo>
                    <a:pt x="23535" y="251"/>
                  </a:lnTo>
                  <a:lnTo>
                    <a:pt x="235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6"/>
            <p:cNvSpPr/>
            <p:nvPr/>
          </p:nvSpPr>
          <p:spPr>
            <a:xfrm>
              <a:off x="7639450" y="1904558"/>
              <a:ext cx="1963407" cy="21024"/>
            </a:xfrm>
            <a:custGeom>
              <a:avLst/>
              <a:gdLst/>
              <a:ahLst/>
              <a:cxnLst/>
              <a:rect l="l" t="t" r="r" b="b"/>
              <a:pathLst>
                <a:path w="23535" h="252" extrusionOk="0">
                  <a:moveTo>
                    <a:pt x="1" y="1"/>
                  </a:moveTo>
                  <a:lnTo>
                    <a:pt x="1" y="251"/>
                  </a:lnTo>
                  <a:lnTo>
                    <a:pt x="23535" y="251"/>
                  </a:lnTo>
                  <a:lnTo>
                    <a:pt x="2353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6"/>
            <p:cNvSpPr/>
            <p:nvPr/>
          </p:nvSpPr>
          <p:spPr>
            <a:xfrm>
              <a:off x="7639450" y="2122042"/>
              <a:ext cx="1135414" cy="83"/>
            </a:xfrm>
            <a:custGeom>
              <a:avLst/>
              <a:gdLst/>
              <a:ahLst/>
              <a:cxnLst/>
              <a:rect l="l" t="t" r="r" b="b"/>
              <a:pathLst>
                <a:path w="13610" h="1" extrusionOk="0">
                  <a:moveTo>
                    <a:pt x="1" y="0"/>
                  </a:moveTo>
                  <a:lnTo>
                    <a:pt x="13610" y="0"/>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6"/>
            <p:cNvSpPr/>
            <p:nvPr/>
          </p:nvSpPr>
          <p:spPr>
            <a:xfrm>
              <a:off x="7639450" y="2111614"/>
              <a:ext cx="1135414" cy="20940"/>
            </a:xfrm>
            <a:custGeom>
              <a:avLst/>
              <a:gdLst/>
              <a:ahLst/>
              <a:cxnLst/>
              <a:rect l="l" t="t" r="r" b="b"/>
              <a:pathLst>
                <a:path w="13610" h="251" extrusionOk="0">
                  <a:moveTo>
                    <a:pt x="1" y="0"/>
                  </a:moveTo>
                  <a:lnTo>
                    <a:pt x="1" y="251"/>
                  </a:lnTo>
                  <a:lnTo>
                    <a:pt x="13610" y="251"/>
                  </a:lnTo>
                  <a:lnTo>
                    <a:pt x="1361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6"/>
            <p:cNvSpPr/>
            <p:nvPr/>
          </p:nvSpPr>
          <p:spPr>
            <a:xfrm>
              <a:off x="7639450" y="2502534"/>
              <a:ext cx="1618445" cy="83"/>
            </a:xfrm>
            <a:custGeom>
              <a:avLst/>
              <a:gdLst/>
              <a:ahLst/>
              <a:cxnLst/>
              <a:rect l="l" t="t" r="r" b="b"/>
              <a:pathLst>
                <a:path w="19400" h="1" extrusionOk="0">
                  <a:moveTo>
                    <a:pt x="1" y="1"/>
                  </a:moveTo>
                  <a:lnTo>
                    <a:pt x="19399" y="1"/>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6"/>
            <p:cNvSpPr/>
            <p:nvPr/>
          </p:nvSpPr>
          <p:spPr>
            <a:xfrm>
              <a:off x="7639450" y="2492106"/>
              <a:ext cx="1618445" cy="21024"/>
            </a:xfrm>
            <a:custGeom>
              <a:avLst/>
              <a:gdLst/>
              <a:ahLst/>
              <a:cxnLst/>
              <a:rect l="l" t="t" r="r" b="b"/>
              <a:pathLst>
                <a:path w="19400" h="252" extrusionOk="0">
                  <a:moveTo>
                    <a:pt x="1" y="0"/>
                  </a:moveTo>
                  <a:lnTo>
                    <a:pt x="1" y="251"/>
                  </a:lnTo>
                  <a:lnTo>
                    <a:pt x="19399" y="251"/>
                  </a:lnTo>
                  <a:lnTo>
                    <a:pt x="193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6"/>
            <p:cNvSpPr/>
            <p:nvPr/>
          </p:nvSpPr>
          <p:spPr>
            <a:xfrm>
              <a:off x="7639450" y="2588293"/>
              <a:ext cx="1618445" cy="83"/>
            </a:xfrm>
            <a:custGeom>
              <a:avLst/>
              <a:gdLst/>
              <a:ahLst/>
              <a:cxnLst/>
              <a:rect l="l" t="t" r="r" b="b"/>
              <a:pathLst>
                <a:path w="19400" h="1" extrusionOk="0">
                  <a:moveTo>
                    <a:pt x="1" y="0"/>
                  </a:moveTo>
                  <a:lnTo>
                    <a:pt x="19399" y="0"/>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6"/>
            <p:cNvSpPr/>
            <p:nvPr/>
          </p:nvSpPr>
          <p:spPr>
            <a:xfrm>
              <a:off x="7639450" y="2577865"/>
              <a:ext cx="1618445" cy="20940"/>
            </a:xfrm>
            <a:custGeom>
              <a:avLst/>
              <a:gdLst/>
              <a:ahLst/>
              <a:cxnLst/>
              <a:rect l="l" t="t" r="r" b="b"/>
              <a:pathLst>
                <a:path w="19400" h="251" extrusionOk="0">
                  <a:moveTo>
                    <a:pt x="1" y="0"/>
                  </a:moveTo>
                  <a:lnTo>
                    <a:pt x="1" y="251"/>
                  </a:lnTo>
                  <a:lnTo>
                    <a:pt x="19399" y="251"/>
                  </a:lnTo>
                  <a:lnTo>
                    <a:pt x="193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6"/>
            <p:cNvSpPr/>
            <p:nvPr/>
          </p:nvSpPr>
          <p:spPr>
            <a:xfrm>
              <a:off x="7639450" y="2795265"/>
              <a:ext cx="1135414" cy="83"/>
            </a:xfrm>
            <a:custGeom>
              <a:avLst/>
              <a:gdLst/>
              <a:ahLst/>
              <a:cxnLst/>
              <a:rect l="l" t="t" r="r" b="b"/>
              <a:pathLst>
                <a:path w="13610" h="1" extrusionOk="0">
                  <a:moveTo>
                    <a:pt x="1" y="1"/>
                  </a:moveTo>
                  <a:lnTo>
                    <a:pt x="13610" y="1"/>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6"/>
            <p:cNvSpPr/>
            <p:nvPr/>
          </p:nvSpPr>
          <p:spPr>
            <a:xfrm>
              <a:off x="7639450" y="2784837"/>
              <a:ext cx="1135414" cy="20940"/>
            </a:xfrm>
            <a:custGeom>
              <a:avLst/>
              <a:gdLst/>
              <a:ahLst/>
              <a:cxnLst/>
              <a:rect l="l" t="t" r="r" b="b"/>
              <a:pathLst>
                <a:path w="13610" h="251" extrusionOk="0">
                  <a:moveTo>
                    <a:pt x="1" y="0"/>
                  </a:moveTo>
                  <a:lnTo>
                    <a:pt x="1" y="251"/>
                  </a:lnTo>
                  <a:lnTo>
                    <a:pt x="13610" y="251"/>
                  </a:lnTo>
                  <a:lnTo>
                    <a:pt x="1361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6"/>
            <p:cNvSpPr/>
            <p:nvPr/>
          </p:nvSpPr>
          <p:spPr>
            <a:xfrm>
              <a:off x="9866193" y="436814"/>
              <a:ext cx="426635" cy="426648"/>
            </a:xfrm>
            <a:custGeom>
              <a:avLst/>
              <a:gdLst/>
              <a:ahLst/>
              <a:cxnLst/>
              <a:rect l="l" t="t" r="r" b="b"/>
              <a:pathLst>
                <a:path w="5114" h="5114" extrusionOk="0">
                  <a:moveTo>
                    <a:pt x="4838" y="251"/>
                  </a:moveTo>
                  <a:lnTo>
                    <a:pt x="4838" y="4863"/>
                  </a:lnTo>
                  <a:lnTo>
                    <a:pt x="251" y="4863"/>
                  </a:lnTo>
                  <a:lnTo>
                    <a:pt x="251" y="251"/>
                  </a:lnTo>
                  <a:close/>
                  <a:moveTo>
                    <a:pt x="1" y="1"/>
                  </a:moveTo>
                  <a:lnTo>
                    <a:pt x="1" y="5114"/>
                  </a:lnTo>
                  <a:lnTo>
                    <a:pt x="5113" y="5114"/>
                  </a:lnTo>
                  <a:lnTo>
                    <a:pt x="51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6"/>
            <p:cNvSpPr/>
            <p:nvPr/>
          </p:nvSpPr>
          <p:spPr>
            <a:xfrm>
              <a:off x="9866193" y="1103780"/>
              <a:ext cx="426635" cy="426648"/>
            </a:xfrm>
            <a:custGeom>
              <a:avLst/>
              <a:gdLst/>
              <a:ahLst/>
              <a:cxnLst/>
              <a:rect l="l" t="t" r="r" b="b"/>
              <a:pathLst>
                <a:path w="5114" h="5114" extrusionOk="0">
                  <a:moveTo>
                    <a:pt x="4838" y="251"/>
                  </a:moveTo>
                  <a:lnTo>
                    <a:pt x="4838" y="4863"/>
                  </a:lnTo>
                  <a:lnTo>
                    <a:pt x="251" y="4863"/>
                  </a:lnTo>
                  <a:lnTo>
                    <a:pt x="251" y="251"/>
                  </a:lnTo>
                  <a:close/>
                  <a:moveTo>
                    <a:pt x="1" y="1"/>
                  </a:moveTo>
                  <a:lnTo>
                    <a:pt x="1" y="5114"/>
                  </a:lnTo>
                  <a:lnTo>
                    <a:pt x="5113" y="5114"/>
                  </a:lnTo>
                  <a:lnTo>
                    <a:pt x="51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6"/>
            <p:cNvSpPr/>
            <p:nvPr/>
          </p:nvSpPr>
          <p:spPr>
            <a:xfrm>
              <a:off x="9866193" y="1770747"/>
              <a:ext cx="426635" cy="426648"/>
            </a:xfrm>
            <a:custGeom>
              <a:avLst/>
              <a:gdLst/>
              <a:ahLst/>
              <a:cxnLst/>
              <a:rect l="l" t="t" r="r" b="b"/>
              <a:pathLst>
                <a:path w="5114" h="5114" extrusionOk="0">
                  <a:moveTo>
                    <a:pt x="4838" y="276"/>
                  </a:moveTo>
                  <a:lnTo>
                    <a:pt x="4838" y="4863"/>
                  </a:lnTo>
                  <a:lnTo>
                    <a:pt x="251" y="4863"/>
                  </a:lnTo>
                  <a:lnTo>
                    <a:pt x="251" y="276"/>
                  </a:lnTo>
                  <a:close/>
                  <a:moveTo>
                    <a:pt x="1" y="1"/>
                  </a:moveTo>
                  <a:lnTo>
                    <a:pt x="1" y="5114"/>
                  </a:lnTo>
                  <a:lnTo>
                    <a:pt x="5113" y="5114"/>
                  </a:lnTo>
                  <a:lnTo>
                    <a:pt x="51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6"/>
            <p:cNvSpPr/>
            <p:nvPr/>
          </p:nvSpPr>
          <p:spPr>
            <a:xfrm>
              <a:off x="9866193" y="2439800"/>
              <a:ext cx="426635" cy="424563"/>
            </a:xfrm>
            <a:custGeom>
              <a:avLst/>
              <a:gdLst/>
              <a:ahLst/>
              <a:cxnLst/>
              <a:rect l="l" t="t" r="r" b="b"/>
              <a:pathLst>
                <a:path w="5114" h="5089" extrusionOk="0">
                  <a:moveTo>
                    <a:pt x="4838" y="252"/>
                  </a:moveTo>
                  <a:lnTo>
                    <a:pt x="4838" y="4838"/>
                  </a:lnTo>
                  <a:lnTo>
                    <a:pt x="251" y="4838"/>
                  </a:lnTo>
                  <a:lnTo>
                    <a:pt x="251" y="252"/>
                  </a:lnTo>
                  <a:close/>
                  <a:moveTo>
                    <a:pt x="1" y="1"/>
                  </a:moveTo>
                  <a:lnTo>
                    <a:pt x="1" y="5089"/>
                  </a:lnTo>
                  <a:lnTo>
                    <a:pt x="5113" y="5089"/>
                  </a:lnTo>
                  <a:lnTo>
                    <a:pt x="51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6"/>
            <p:cNvSpPr/>
            <p:nvPr/>
          </p:nvSpPr>
          <p:spPr>
            <a:xfrm>
              <a:off x="9974894" y="384591"/>
              <a:ext cx="257283" cy="315773"/>
            </a:xfrm>
            <a:custGeom>
              <a:avLst/>
              <a:gdLst/>
              <a:ahLst/>
              <a:cxnLst/>
              <a:rect l="l" t="t" r="r" b="b"/>
              <a:pathLst>
                <a:path w="3084" h="3785" extrusionOk="0">
                  <a:moveTo>
                    <a:pt x="2633" y="0"/>
                  </a:moveTo>
                  <a:lnTo>
                    <a:pt x="1179" y="2907"/>
                  </a:lnTo>
                  <a:lnTo>
                    <a:pt x="352" y="2080"/>
                  </a:lnTo>
                  <a:lnTo>
                    <a:pt x="1" y="2456"/>
                  </a:lnTo>
                  <a:lnTo>
                    <a:pt x="1329" y="3785"/>
                  </a:lnTo>
                  <a:lnTo>
                    <a:pt x="3084" y="226"/>
                  </a:lnTo>
                  <a:lnTo>
                    <a:pt x="26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6"/>
            <p:cNvSpPr/>
            <p:nvPr/>
          </p:nvSpPr>
          <p:spPr>
            <a:xfrm>
              <a:off x="9974894" y="1057814"/>
              <a:ext cx="257283" cy="315773"/>
            </a:xfrm>
            <a:custGeom>
              <a:avLst/>
              <a:gdLst/>
              <a:ahLst/>
              <a:cxnLst/>
              <a:rect l="l" t="t" r="r" b="b"/>
              <a:pathLst>
                <a:path w="3084" h="3785" extrusionOk="0">
                  <a:moveTo>
                    <a:pt x="2633" y="0"/>
                  </a:moveTo>
                  <a:lnTo>
                    <a:pt x="1179" y="2933"/>
                  </a:lnTo>
                  <a:lnTo>
                    <a:pt x="352" y="2106"/>
                  </a:lnTo>
                  <a:lnTo>
                    <a:pt x="1" y="2457"/>
                  </a:lnTo>
                  <a:lnTo>
                    <a:pt x="1304" y="3785"/>
                  </a:lnTo>
                  <a:lnTo>
                    <a:pt x="3084" y="251"/>
                  </a:lnTo>
                  <a:lnTo>
                    <a:pt x="26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6"/>
            <p:cNvSpPr/>
            <p:nvPr/>
          </p:nvSpPr>
          <p:spPr>
            <a:xfrm>
              <a:off x="9974894" y="1733124"/>
              <a:ext cx="257283" cy="315857"/>
            </a:xfrm>
            <a:custGeom>
              <a:avLst/>
              <a:gdLst/>
              <a:ahLst/>
              <a:cxnLst/>
              <a:rect l="l" t="t" r="r" b="b"/>
              <a:pathLst>
                <a:path w="3084" h="3786" extrusionOk="0">
                  <a:moveTo>
                    <a:pt x="2633" y="1"/>
                  </a:moveTo>
                  <a:lnTo>
                    <a:pt x="1179" y="2908"/>
                  </a:lnTo>
                  <a:lnTo>
                    <a:pt x="352" y="2081"/>
                  </a:lnTo>
                  <a:lnTo>
                    <a:pt x="1" y="2457"/>
                  </a:lnTo>
                  <a:lnTo>
                    <a:pt x="1329" y="3785"/>
                  </a:lnTo>
                  <a:lnTo>
                    <a:pt x="3084" y="226"/>
                  </a:lnTo>
                  <a:lnTo>
                    <a:pt x="26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6"/>
            <p:cNvSpPr/>
            <p:nvPr/>
          </p:nvSpPr>
          <p:spPr>
            <a:xfrm>
              <a:off x="7131400" y="-556337"/>
              <a:ext cx="3728096" cy="5160491"/>
            </a:xfrm>
            <a:custGeom>
              <a:avLst/>
              <a:gdLst/>
              <a:ahLst/>
              <a:cxnLst/>
              <a:rect l="l" t="t" r="r" b="b"/>
              <a:pathLst>
                <a:path w="44688" h="61856" extrusionOk="0">
                  <a:moveTo>
                    <a:pt x="42106" y="1254"/>
                  </a:moveTo>
                  <a:cubicBezTo>
                    <a:pt x="42682" y="1254"/>
                    <a:pt x="43184" y="1730"/>
                    <a:pt x="43184" y="2332"/>
                  </a:cubicBezTo>
                  <a:lnTo>
                    <a:pt x="43184" y="59525"/>
                  </a:lnTo>
                  <a:cubicBezTo>
                    <a:pt x="43184" y="60127"/>
                    <a:pt x="42682" y="60603"/>
                    <a:pt x="42106" y="60603"/>
                  </a:cubicBezTo>
                  <a:lnTo>
                    <a:pt x="2306" y="60603"/>
                  </a:lnTo>
                  <a:cubicBezTo>
                    <a:pt x="1730" y="60603"/>
                    <a:pt x="1229" y="60127"/>
                    <a:pt x="1229" y="59525"/>
                  </a:cubicBezTo>
                  <a:lnTo>
                    <a:pt x="1229" y="2332"/>
                  </a:lnTo>
                  <a:cubicBezTo>
                    <a:pt x="1229" y="1730"/>
                    <a:pt x="1730" y="1254"/>
                    <a:pt x="2306" y="1254"/>
                  </a:cubicBezTo>
                  <a:close/>
                  <a:moveTo>
                    <a:pt x="2306" y="1"/>
                  </a:moveTo>
                  <a:cubicBezTo>
                    <a:pt x="1028" y="1"/>
                    <a:pt x="1" y="1054"/>
                    <a:pt x="1" y="2332"/>
                  </a:cubicBezTo>
                  <a:lnTo>
                    <a:pt x="1" y="59525"/>
                  </a:lnTo>
                  <a:cubicBezTo>
                    <a:pt x="1" y="60803"/>
                    <a:pt x="1028" y="61856"/>
                    <a:pt x="2306" y="61856"/>
                  </a:cubicBezTo>
                  <a:lnTo>
                    <a:pt x="42106" y="61856"/>
                  </a:lnTo>
                  <a:cubicBezTo>
                    <a:pt x="43384" y="61856"/>
                    <a:pt x="44412" y="60803"/>
                    <a:pt x="44687" y="59525"/>
                  </a:cubicBezTo>
                  <a:lnTo>
                    <a:pt x="44687" y="2332"/>
                  </a:lnTo>
                  <a:cubicBezTo>
                    <a:pt x="44412" y="1054"/>
                    <a:pt x="43384" y="1"/>
                    <a:pt x="4210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6"/>
            <p:cNvSpPr/>
            <p:nvPr/>
          </p:nvSpPr>
          <p:spPr>
            <a:xfrm>
              <a:off x="8279225" y="-826044"/>
              <a:ext cx="1409382" cy="719395"/>
            </a:xfrm>
            <a:custGeom>
              <a:avLst/>
              <a:gdLst/>
              <a:ahLst/>
              <a:cxnLst/>
              <a:rect l="l" t="t" r="r" b="b"/>
              <a:pathLst>
                <a:path w="16894" h="8623" extrusionOk="0">
                  <a:moveTo>
                    <a:pt x="8447" y="1254"/>
                  </a:moveTo>
                  <a:cubicBezTo>
                    <a:pt x="9600" y="1254"/>
                    <a:pt x="10577" y="1981"/>
                    <a:pt x="10928" y="3008"/>
                  </a:cubicBezTo>
                  <a:lnTo>
                    <a:pt x="5966" y="3008"/>
                  </a:lnTo>
                  <a:cubicBezTo>
                    <a:pt x="6317" y="1981"/>
                    <a:pt x="7294" y="1254"/>
                    <a:pt x="8447" y="1254"/>
                  </a:cubicBezTo>
                  <a:close/>
                  <a:moveTo>
                    <a:pt x="8447" y="1"/>
                  </a:moveTo>
                  <a:cubicBezTo>
                    <a:pt x="6618" y="1"/>
                    <a:pt x="5064" y="1304"/>
                    <a:pt x="4663" y="3008"/>
                  </a:cubicBezTo>
                  <a:lnTo>
                    <a:pt x="1630" y="3008"/>
                  </a:lnTo>
                  <a:cubicBezTo>
                    <a:pt x="728" y="3008"/>
                    <a:pt x="1" y="3735"/>
                    <a:pt x="1" y="4612"/>
                  </a:cubicBezTo>
                  <a:lnTo>
                    <a:pt x="1" y="6993"/>
                  </a:lnTo>
                  <a:cubicBezTo>
                    <a:pt x="1" y="7896"/>
                    <a:pt x="728" y="8622"/>
                    <a:pt x="1630" y="8622"/>
                  </a:cubicBezTo>
                  <a:lnTo>
                    <a:pt x="15289" y="8622"/>
                  </a:lnTo>
                  <a:cubicBezTo>
                    <a:pt x="16166" y="8622"/>
                    <a:pt x="16893" y="7896"/>
                    <a:pt x="16893" y="6993"/>
                  </a:cubicBezTo>
                  <a:lnTo>
                    <a:pt x="16893" y="4612"/>
                  </a:lnTo>
                  <a:cubicBezTo>
                    <a:pt x="16893" y="3735"/>
                    <a:pt x="16166" y="3008"/>
                    <a:pt x="15289" y="3008"/>
                  </a:cubicBezTo>
                  <a:lnTo>
                    <a:pt x="12232" y="3008"/>
                  </a:lnTo>
                  <a:cubicBezTo>
                    <a:pt x="11831" y="1304"/>
                    <a:pt x="10277" y="1"/>
                    <a:pt x="8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42" name="Google Shape;1342;p46"/>
          <p:cNvCxnSpPr/>
          <p:nvPr/>
        </p:nvCxnSpPr>
        <p:spPr>
          <a:xfrm rot="10800000">
            <a:off x="4412450" y="4595275"/>
            <a:ext cx="4365300" cy="0"/>
          </a:xfrm>
          <a:prstGeom prst="straightConnector1">
            <a:avLst/>
          </a:prstGeom>
          <a:noFill/>
          <a:ln w="19050" cap="flat" cmpd="sng">
            <a:solidFill>
              <a:schemeClr val="dk1"/>
            </a:solidFill>
            <a:prstDash val="solid"/>
            <a:round/>
            <a:headEnd type="none" w="med" len="med"/>
            <a:tailEnd type="none" w="med" len="med"/>
          </a:ln>
        </p:spPr>
      </p:cxnSp>
      <p:grpSp>
        <p:nvGrpSpPr>
          <p:cNvPr id="1343" name="Google Shape;1343;p46"/>
          <p:cNvGrpSpPr/>
          <p:nvPr/>
        </p:nvGrpSpPr>
        <p:grpSpPr>
          <a:xfrm rot="-899759">
            <a:off x="7505600" y="2878338"/>
            <a:ext cx="390954" cy="1695357"/>
            <a:chOff x="8858900" y="959573"/>
            <a:chExt cx="900000" cy="3902812"/>
          </a:xfrm>
        </p:grpSpPr>
        <p:sp>
          <p:nvSpPr>
            <p:cNvPr id="1344" name="Google Shape;1344;p46"/>
            <p:cNvSpPr/>
            <p:nvPr/>
          </p:nvSpPr>
          <p:spPr>
            <a:xfrm rot="-5400000">
              <a:off x="7496150" y="2374073"/>
              <a:ext cx="3644344" cy="815344"/>
            </a:xfrm>
            <a:custGeom>
              <a:avLst/>
              <a:gdLst/>
              <a:ahLst/>
              <a:cxnLst/>
              <a:rect l="l" t="t" r="r" b="b"/>
              <a:pathLst>
                <a:path w="38873" h="8697" extrusionOk="0">
                  <a:moveTo>
                    <a:pt x="1203" y="0"/>
                  </a:moveTo>
                  <a:cubicBezTo>
                    <a:pt x="527" y="0"/>
                    <a:pt x="0" y="552"/>
                    <a:pt x="0" y="1203"/>
                  </a:cubicBezTo>
                  <a:lnTo>
                    <a:pt x="0" y="7494"/>
                  </a:lnTo>
                  <a:cubicBezTo>
                    <a:pt x="0" y="8146"/>
                    <a:pt x="527" y="8697"/>
                    <a:pt x="1203" y="8697"/>
                  </a:cubicBezTo>
                  <a:lnTo>
                    <a:pt x="37670" y="8697"/>
                  </a:lnTo>
                  <a:cubicBezTo>
                    <a:pt x="38321" y="8697"/>
                    <a:pt x="38873" y="8146"/>
                    <a:pt x="38873" y="7494"/>
                  </a:cubicBezTo>
                  <a:lnTo>
                    <a:pt x="38873" y="1203"/>
                  </a:lnTo>
                  <a:cubicBezTo>
                    <a:pt x="38873" y="552"/>
                    <a:pt x="38321" y="0"/>
                    <a:pt x="37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6"/>
            <p:cNvSpPr/>
            <p:nvPr/>
          </p:nvSpPr>
          <p:spPr>
            <a:xfrm rot="-5400000">
              <a:off x="7496150" y="2374073"/>
              <a:ext cx="3644344" cy="815344"/>
            </a:xfrm>
            <a:custGeom>
              <a:avLst/>
              <a:gdLst/>
              <a:ahLst/>
              <a:cxnLst/>
              <a:rect l="l" t="t" r="r" b="b"/>
              <a:pathLst>
                <a:path w="38873" h="8697" fill="none" extrusionOk="0">
                  <a:moveTo>
                    <a:pt x="37670" y="8697"/>
                  </a:moveTo>
                  <a:lnTo>
                    <a:pt x="1203" y="8697"/>
                  </a:lnTo>
                  <a:cubicBezTo>
                    <a:pt x="527" y="8697"/>
                    <a:pt x="0" y="8146"/>
                    <a:pt x="0" y="7494"/>
                  </a:cubicBezTo>
                  <a:lnTo>
                    <a:pt x="0" y="1203"/>
                  </a:lnTo>
                  <a:cubicBezTo>
                    <a:pt x="0" y="552"/>
                    <a:pt x="527" y="0"/>
                    <a:pt x="1203" y="0"/>
                  </a:cubicBezTo>
                  <a:lnTo>
                    <a:pt x="37670" y="0"/>
                  </a:lnTo>
                  <a:cubicBezTo>
                    <a:pt x="38321" y="0"/>
                    <a:pt x="38873" y="552"/>
                    <a:pt x="38873" y="1203"/>
                  </a:cubicBezTo>
                  <a:lnTo>
                    <a:pt x="38873" y="7494"/>
                  </a:lnTo>
                  <a:cubicBezTo>
                    <a:pt x="38873" y="8146"/>
                    <a:pt x="38321" y="8697"/>
                    <a:pt x="37670" y="8697"/>
                  </a:cubicBezTo>
                  <a:close/>
                </a:path>
              </a:pathLst>
            </a:custGeom>
            <a:no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6"/>
            <p:cNvSpPr/>
            <p:nvPr/>
          </p:nvSpPr>
          <p:spPr>
            <a:xfrm rot="-5400000">
              <a:off x="7484338" y="2587822"/>
              <a:ext cx="3649125" cy="900000"/>
            </a:xfrm>
            <a:custGeom>
              <a:avLst/>
              <a:gdLst/>
              <a:ahLst/>
              <a:cxnLst/>
              <a:rect l="l" t="t" r="r" b="b"/>
              <a:pathLst>
                <a:path w="38924" h="9600" extrusionOk="0">
                  <a:moveTo>
                    <a:pt x="1680" y="1"/>
                  </a:moveTo>
                  <a:cubicBezTo>
                    <a:pt x="752" y="1"/>
                    <a:pt x="1" y="778"/>
                    <a:pt x="1" y="1705"/>
                  </a:cubicBezTo>
                  <a:lnTo>
                    <a:pt x="1" y="7921"/>
                  </a:lnTo>
                  <a:cubicBezTo>
                    <a:pt x="1" y="8848"/>
                    <a:pt x="752" y="9600"/>
                    <a:pt x="1680" y="9600"/>
                  </a:cubicBezTo>
                  <a:lnTo>
                    <a:pt x="37720" y="9600"/>
                  </a:lnTo>
                  <a:cubicBezTo>
                    <a:pt x="38397" y="9600"/>
                    <a:pt x="38923" y="9074"/>
                    <a:pt x="38923" y="8397"/>
                  </a:cubicBezTo>
                  <a:lnTo>
                    <a:pt x="389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6"/>
            <p:cNvSpPr/>
            <p:nvPr/>
          </p:nvSpPr>
          <p:spPr>
            <a:xfrm rot="-5400000">
              <a:off x="8452400" y="3511261"/>
              <a:ext cx="1781156" cy="94"/>
            </a:xfrm>
            <a:custGeom>
              <a:avLst/>
              <a:gdLst/>
              <a:ahLst/>
              <a:cxnLst/>
              <a:rect l="l" t="t" r="r" b="b"/>
              <a:pathLst>
                <a:path w="18999" h="1" fill="none" extrusionOk="0">
                  <a:moveTo>
                    <a:pt x="1" y="1"/>
                  </a:moveTo>
                  <a:lnTo>
                    <a:pt x="18998" y="1"/>
                  </a:lnTo>
                </a:path>
              </a:pathLst>
            </a:custGeom>
            <a:noFill/>
            <a:ln w="31325"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6"/>
            <p:cNvSpPr/>
            <p:nvPr/>
          </p:nvSpPr>
          <p:spPr>
            <a:xfrm rot="-5400000">
              <a:off x="9169072" y="1657409"/>
              <a:ext cx="317344" cy="317250"/>
            </a:xfrm>
            <a:custGeom>
              <a:avLst/>
              <a:gdLst/>
              <a:ahLst/>
              <a:cxnLst/>
              <a:rect l="l" t="t" r="r" b="b"/>
              <a:pathLst>
                <a:path w="3385" h="3384" extrusionOk="0">
                  <a:moveTo>
                    <a:pt x="1680" y="0"/>
                  </a:moveTo>
                  <a:cubicBezTo>
                    <a:pt x="753" y="0"/>
                    <a:pt x="1" y="777"/>
                    <a:pt x="1" y="1704"/>
                  </a:cubicBezTo>
                  <a:cubicBezTo>
                    <a:pt x="1" y="2632"/>
                    <a:pt x="753" y="3384"/>
                    <a:pt x="1680" y="3384"/>
                  </a:cubicBezTo>
                  <a:cubicBezTo>
                    <a:pt x="2632" y="3384"/>
                    <a:pt x="3384" y="2632"/>
                    <a:pt x="3384" y="1704"/>
                  </a:cubicBezTo>
                  <a:cubicBezTo>
                    <a:pt x="3384" y="777"/>
                    <a:pt x="2632" y="0"/>
                    <a:pt x="1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9" name="Google Shape;1349;p46"/>
          <p:cNvGrpSpPr/>
          <p:nvPr/>
        </p:nvGrpSpPr>
        <p:grpSpPr>
          <a:xfrm rot="-899759">
            <a:off x="7112906" y="2878338"/>
            <a:ext cx="390954" cy="1695357"/>
            <a:chOff x="8858900" y="959573"/>
            <a:chExt cx="900000" cy="3902812"/>
          </a:xfrm>
        </p:grpSpPr>
        <p:sp>
          <p:nvSpPr>
            <p:cNvPr id="1350" name="Google Shape;1350;p46"/>
            <p:cNvSpPr/>
            <p:nvPr/>
          </p:nvSpPr>
          <p:spPr>
            <a:xfrm rot="-5400000">
              <a:off x="7496150" y="2374073"/>
              <a:ext cx="3644344" cy="815344"/>
            </a:xfrm>
            <a:custGeom>
              <a:avLst/>
              <a:gdLst/>
              <a:ahLst/>
              <a:cxnLst/>
              <a:rect l="l" t="t" r="r" b="b"/>
              <a:pathLst>
                <a:path w="38873" h="8697" extrusionOk="0">
                  <a:moveTo>
                    <a:pt x="1203" y="0"/>
                  </a:moveTo>
                  <a:cubicBezTo>
                    <a:pt x="527" y="0"/>
                    <a:pt x="0" y="552"/>
                    <a:pt x="0" y="1203"/>
                  </a:cubicBezTo>
                  <a:lnTo>
                    <a:pt x="0" y="7494"/>
                  </a:lnTo>
                  <a:cubicBezTo>
                    <a:pt x="0" y="8146"/>
                    <a:pt x="527" y="8697"/>
                    <a:pt x="1203" y="8697"/>
                  </a:cubicBezTo>
                  <a:lnTo>
                    <a:pt x="37670" y="8697"/>
                  </a:lnTo>
                  <a:cubicBezTo>
                    <a:pt x="38321" y="8697"/>
                    <a:pt x="38873" y="8146"/>
                    <a:pt x="38873" y="7494"/>
                  </a:cubicBezTo>
                  <a:lnTo>
                    <a:pt x="38873" y="1203"/>
                  </a:lnTo>
                  <a:cubicBezTo>
                    <a:pt x="38873" y="552"/>
                    <a:pt x="38321" y="0"/>
                    <a:pt x="37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6"/>
            <p:cNvSpPr/>
            <p:nvPr/>
          </p:nvSpPr>
          <p:spPr>
            <a:xfrm rot="-5400000">
              <a:off x="7496150" y="2374073"/>
              <a:ext cx="3644344" cy="815344"/>
            </a:xfrm>
            <a:custGeom>
              <a:avLst/>
              <a:gdLst/>
              <a:ahLst/>
              <a:cxnLst/>
              <a:rect l="l" t="t" r="r" b="b"/>
              <a:pathLst>
                <a:path w="38873" h="8697" fill="none" extrusionOk="0">
                  <a:moveTo>
                    <a:pt x="37670" y="8697"/>
                  </a:moveTo>
                  <a:lnTo>
                    <a:pt x="1203" y="8697"/>
                  </a:lnTo>
                  <a:cubicBezTo>
                    <a:pt x="527" y="8697"/>
                    <a:pt x="0" y="8146"/>
                    <a:pt x="0" y="7494"/>
                  </a:cubicBezTo>
                  <a:lnTo>
                    <a:pt x="0" y="1203"/>
                  </a:lnTo>
                  <a:cubicBezTo>
                    <a:pt x="0" y="552"/>
                    <a:pt x="527" y="0"/>
                    <a:pt x="1203" y="0"/>
                  </a:cubicBezTo>
                  <a:lnTo>
                    <a:pt x="37670" y="0"/>
                  </a:lnTo>
                  <a:cubicBezTo>
                    <a:pt x="38321" y="0"/>
                    <a:pt x="38873" y="552"/>
                    <a:pt x="38873" y="1203"/>
                  </a:cubicBezTo>
                  <a:lnTo>
                    <a:pt x="38873" y="7494"/>
                  </a:lnTo>
                  <a:cubicBezTo>
                    <a:pt x="38873" y="8146"/>
                    <a:pt x="38321" y="8697"/>
                    <a:pt x="37670" y="8697"/>
                  </a:cubicBezTo>
                  <a:close/>
                </a:path>
              </a:pathLst>
            </a:custGeom>
            <a:no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6"/>
            <p:cNvSpPr/>
            <p:nvPr/>
          </p:nvSpPr>
          <p:spPr>
            <a:xfrm rot="-5400000">
              <a:off x="7484338" y="2587822"/>
              <a:ext cx="3649125" cy="900000"/>
            </a:xfrm>
            <a:custGeom>
              <a:avLst/>
              <a:gdLst/>
              <a:ahLst/>
              <a:cxnLst/>
              <a:rect l="l" t="t" r="r" b="b"/>
              <a:pathLst>
                <a:path w="38924" h="9600" extrusionOk="0">
                  <a:moveTo>
                    <a:pt x="1680" y="1"/>
                  </a:moveTo>
                  <a:cubicBezTo>
                    <a:pt x="752" y="1"/>
                    <a:pt x="1" y="778"/>
                    <a:pt x="1" y="1705"/>
                  </a:cubicBezTo>
                  <a:lnTo>
                    <a:pt x="1" y="7921"/>
                  </a:lnTo>
                  <a:cubicBezTo>
                    <a:pt x="1" y="8848"/>
                    <a:pt x="752" y="9600"/>
                    <a:pt x="1680" y="9600"/>
                  </a:cubicBezTo>
                  <a:lnTo>
                    <a:pt x="37720" y="9600"/>
                  </a:lnTo>
                  <a:cubicBezTo>
                    <a:pt x="38397" y="9600"/>
                    <a:pt x="38923" y="9074"/>
                    <a:pt x="38923" y="8397"/>
                  </a:cubicBezTo>
                  <a:lnTo>
                    <a:pt x="389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6"/>
            <p:cNvSpPr/>
            <p:nvPr/>
          </p:nvSpPr>
          <p:spPr>
            <a:xfrm rot="-5400000">
              <a:off x="8452400" y="3511261"/>
              <a:ext cx="1781156" cy="94"/>
            </a:xfrm>
            <a:custGeom>
              <a:avLst/>
              <a:gdLst/>
              <a:ahLst/>
              <a:cxnLst/>
              <a:rect l="l" t="t" r="r" b="b"/>
              <a:pathLst>
                <a:path w="18999" h="1" fill="none" extrusionOk="0">
                  <a:moveTo>
                    <a:pt x="1" y="1"/>
                  </a:moveTo>
                  <a:lnTo>
                    <a:pt x="18998" y="1"/>
                  </a:lnTo>
                </a:path>
              </a:pathLst>
            </a:custGeom>
            <a:noFill/>
            <a:ln w="31325" cap="flat" cmpd="sng">
              <a:solidFill>
                <a:schemeClr val="l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6"/>
            <p:cNvSpPr/>
            <p:nvPr/>
          </p:nvSpPr>
          <p:spPr>
            <a:xfrm rot="-5400000">
              <a:off x="9169072" y="1657409"/>
              <a:ext cx="317344" cy="317250"/>
            </a:xfrm>
            <a:custGeom>
              <a:avLst/>
              <a:gdLst/>
              <a:ahLst/>
              <a:cxnLst/>
              <a:rect l="l" t="t" r="r" b="b"/>
              <a:pathLst>
                <a:path w="3385" h="3384" extrusionOk="0">
                  <a:moveTo>
                    <a:pt x="1680" y="0"/>
                  </a:moveTo>
                  <a:cubicBezTo>
                    <a:pt x="753" y="0"/>
                    <a:pt x="1" y="777"/>
                    <a:pt x="1" y="1704"/>
                  </a:cubicBezTo>
                  <a:cubicBezTo>
                    <a:pt x="1" y="2632"/>
                    <a:pt x="753" y="3384"/>
                    <a:pt x="1680" y="3384"/>
                  </a:cubicBezTo>
                  <a:cubicBezTo>
                    <a:pt x="2632" y="3384"/>
                    <a:pt x="3384" y="2632"/>
                    <a:pt x="3384" y="1704"/>
                  </a:cubicBezTo>
                  <a:cubicBezTo>
                    <a:pt x="3384" y="777"/>
                    <a:pt x="2632" y="0"/>
                    <a:pt x="1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46"/>
          <p:cNvGrpSpPr/>
          <p:nvPr/>
        </p:nvGrpSpPr>
        <p:grpSpPr>
          <a:xfrm>
            <a:off x="4744809" y="3351245"/>
            <a:ext cx="2410419" cy="1244161"/>
            <a:chOff x="-3637450" y="817043"/>
            <a:chExt cx="3181231" cy="1642023"/>
          </a:xfrm>
        </p:grpSpPr>
        <p:sp>
          <p:nvSpPr>
            <p:cNvPr id="1356" name="Google Shape;1356;p46"/>
            <p:cNvSpPr/>
            <p:nvPr/>
          </p:nvSpPr>
          <p:spPr>
            <a:xfrm>
              <a:off x="-3466763" y="817043"/>
              <a:ext cx="2839862" cy="1607280"/>
            </a:xfrm>
            <a:custGeom>
              <a:avLst/>
              <a:gdLst/>
              <a:ahLst/>
              <a:cxnLst/>
              <a:rect l="l" t="t" r="r" b="b"/>
              <a:pathLst>
                <a:path w="47119" h="26668" extrusionOk="0">
                  <a:moveTo>
                    <a:pt x="1404" y="0"/>
                  </a:moveTo>
                  <a:cubicBezTo>
                    <a:pt x="627" y="0"/>
                    <a:pt x="1" y="627"/>
                    <a:pt x="1" y="1379"/>
                  </a:cubicBezTo>
                  <a:lnTo>
                    <a:pt x="1" y="25264"/>
                  </a:lnTo>
                  <a:cubicBezTo>
                    <a:pt x="1" y="26041"/>
                    <a:pt x="627" y="26667"/>
                    <a:pt x="1404" y="26667"/>
                  </a:cubicBezTo>
                  <a:lnTo>
                    <a:pt x="45715" y="26667"/>
                  </a:lnTo>
                  <a:cubicBezTo>
                    <a:pt x="46492" y="26667"/>
                    <a:pt x="47119" y="26041"/>
                    <a:pt x="47119" y="25264"/>
                  </a:cubicBezTo>
                  <a:lnTo>
                    <a:pt x="47119" y="1379"/>
                  </a:lnTo>
                  <a:cubicBezTo>
                    <a:pt x="47119" y="627"/>
                    <a:pt x="46492" y="0"/>
                    <a:pt x="45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6"/>
            <p:cNvSpPr/>
            <p:nvPr/>
          </p:nvSpPr>
          <p:spPr>
            <a:xfrm>
              <a:off x="-3637450" y="2356305"/>
              <a:ext cx="3181231" cy="102760"/>
            </a:xfrm>
            <a:custGeom>
              <a:avLst/>
              <a:gdLst/>
              <a:ahLst/>
              <a:cxnLst/>
              <a:rect l="l" t="t" r="r" b="b"/>
              <a:pathLst>
                <a:path w="52783" h="1705" extrusionOk="0">
                  <a:moveTo>
                    <a:pt x="402" y="0"/>
                  </a:moveTo>
                  <a:cubicBezTo>
                    <a:pt x="176" y="0"/>
                    <a:pt x="1" y="176"/>
                    <a:pt x="1" y="401"/>
                  </a:cubicBezTo>
                  <a:lnTo>
                    <a:pt x="1" y="1304"/>
                  </a:lnTo>
                  <a:cubicBezTo>
                    <a:pt x="1" y="1529"/>
                    <a:pt x="176" y="1705"/>
                    <a:pt x="402" y="1705"/>
                  </a:cubicBezTo>
                  <a:lnTo>
                    <a:pt x="52382" y="1705"/>
                  </a:lnTo>
                  <a:cubicBezTo>
                    <a:pt x="52608" y="1705"/>
                    <a:pt x="52783" y="1529"/>
                    <a:pt x="52783" y="1304"/>
                  </a:cubicBezTo>
                  <a:lnTo>
                    <a:pt x="52783" y="401"/>
                  </a:lnTo>
                  <a:cubicBezTo>
                    <a:pt x="52783" y="176"/>
                    <a:pt x="52608" y="0"/>
                    <a:pt x="52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6"/>
            <p:cNvSpPr/>
            <p:nvPr/>
          </p:nvSpPr>
          <p:spPr>
            <a:xfrm>
              <a:off x="-3397271" y="962055"/>
              <a:ext cx="2702447" cy="1315754"/>
            </a:xfrm>
            <a:custGeom>
              <a:avLst/>
              <a:gdLst/>
              <a:ahLst/>
              <a:cxnLst/>
              <a:rect l="l" t="t" r="r" b="b"/>
              <a:pathLst>
                <a:path w="44839" h="21831" extrusionOk="0">
                  <a:moveTo>
                    <a:pt x="1" y="0"/>
                  </a:moveTo>
                  <a:lnTo>
                    <a:pt x="1" y="21830"/>
                  </a:lnTo>
                  <a:lnTo>
                    <a:pt x="44838" y="21830"/>
                  </a:lnTo>
                  <a:lnTo>
                    <a:pt x="448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6"/>
            <p:cNvSpPr/>
            <p:nvPr/>
          </p:nvSpPr>
          <p:spPr>
            <a:xfrm>
              <a:off x="-3176740" y="1176560"/>
              <a:ext cx="412488" cy="412428"/>
            </a:xfrm>
            <a:custGeom>
              <a:avLst/>
              <a:gdLst/>
              <a:ahLst/>
              <a:cxnLst/>
              <a:rect l="l" t="t" r="r" b="b"/>
              <a:pathLst>
                <a:path w="6844" h="6843" extrusionOk="0">
                  <a:moveTo>
                    <a:pt x="1" y="0"/>
                  </a:moveTo>
                  <a:lnTo>
                    <a:pt x="1" y="6843"/>
                  </a:lnTo>
                  <a:lnTo>
                    <a:pt x="6843" y="6843"/>
                  </a:lnTo>
                  <a:lnTo>
                    <a:pt x="6843"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6"/>
            <p:cNvSpPr/>
            <p:nvPr/>
          </p:nvSpPr>
          <p:spPr>
            <a:xfrm>
              <a:off x="-2658592" y="1176560"/>
              <a:ext cx="705460" cy="1025735"/>
            </a:xfrm>
            <a:custGeom>
              <a:avLst/>
              <a:gdLst/>
              <a:ahLst/>
              <a:cxnLst/>
              <a:rect l="l" t="t" r="r" b="b"/>
              <a:pathLst>
                <a:path w="11705" h="17019" extrusionOk="0">
                  <a:moveTo>
                    <a:pt x="0" y="0"/>
                  </a:moveTo>
                  <a:lnTo>
                    <a:pt x="0" y="17018"/>
                  </a:lnTo>
                  <a:lnTo>
                    <a:pt x="11705" y="17018"/>
                  </a:lnTo>
                  <a:lnTo>
                    <a:pt x="11705" y="0"/>
                  </a:lnTo>
                  <a:close/>
                </a:path>
              </a:pathLst>
            </a:custGeom>
            <a:solidFill>
              <a:schemeClr val="dk2"/>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6"/>
            <p:cNvSpPr/>
            <p:nvPr/>
          </p:nvSpPr>
          <p:spPr>
            <a:xfrm>
              <a:off x="-3172159" y="1685609"/>
              <a:ext cx="406340" cy="60"/>
            </a:xfrm>
            <a:custGeom>
              <a:avLst/>
              <a:gdLst/>
              <a:ahLst/>
              <a:cxnLst/>
              <a:rect l="l" t="t" r="r" b="b"/>
              <a:pathLst>
                <a:path w="6742" h="1" extrusionOk="0">
                  <a:moveTo>
                    <a:pt x="0" y="1"/>
                  </a:moveTo>
                  <a:lnTo>
                    <a:pt x="674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6"/>
            <p:cNvSpPr/>
            <p:nvPr/>
          </p:nvSpPr>
          <p:spPr>
            <a:xfrm>
              <a:off x="-3172159" y="1685609"/>
              <a:ext cx="406340" cy="60"/>
            </a:xfrm>
            <a:custGeom>
              <a:avLst/>
              <a:gdLst/>
              <a:ahLst/>
              <a:cxnLst/>
              <a:rect l="l" t="t" r="r" b="b"/>
              <a:pathLst>
                <a:path w="6742" h="1" fill="none" extrusionOk="0">
                  <a:moveTo>
                    <a:pt x="0" y="1"/>
                  </a:moveTo>
                  <a:lnTo>
                    <a:pt x="6742" y="1"/>
                  </a:lnTo>
                </a:path>
              </a:pathLst>
            </a:custGeom>
            <a:no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6"/>
            <p:cNvSpPr/>
            <p:nvPr/>
          </p:nvSpPr>
          <p:spPr>
            <a:xfrm>
              <a:off x="-3172159" y="1749074"/>
              <a:ext cx="406340" cy="60"/>
            </a:xfrm>
            <a:custGeom>
              <a:avLst/>
              <a:gdLst/>
              <a:ahLst/>
              <a:cxnLst/>
              <a:rect l="l" t="t" r="r" b="b"/>
              <a:pathLst>
                <a:path w="6742" h="1" extrusionOk="0">
                  <a:moveTo>
                    <a:pt x="0" y="0"/>
                  </a:moveTo>
                  <a:lnTo>
                    <a:pt x="6742"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6"/>
            <p:cNvSpPr/>
            <p:nvPr/>
          </p:nvSpPr>
          <p:spPr>
            <a:xfrm>
              <a:off x="-3172159" y="1749074"/>
              <a:ext cx="406340" cy="60"/>
            </a:xfrm>
            <a:custGeom>
              <a:avLst/>
              <a:gdLst/>
              <a:ahLst/>
              <a:cxnLst/>
              <a:rect l="l" t="t" r="r" b="b"/>
              <a:pathLst>
                <a:path w="6742" h="1" fill="none" extrusionOk="0">
                  <a:moveTo>
                    <a:pt x="0" y="0"/>
                  </a:moveTo>
                  <a:lnTo>
                    <a:pt x="6742" y="0"/>
                  </a:lnTo>
                </a:path>
              </a:pathLst>
            </a:custGeom>
            <a:no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6"/>
            <p:cNvSpPr/>
            <p:nvPr/>
          </p:nvSpPr>
          <p:spPr>
            <a:xfrm>
              <a:off x="-3172159" y="1813986"/>
              <a:ext cx="406340" cy="60"/>
            </a:xfrm>
            <a:custGeom>
              <a:avLst/>
              <a:gdLst/>
              <a:ahLst/>
              <a:cxnLst/>
              <a:rect l="l" t="t" r="r" b="b"/>
              <a:pathLst>
                <a:path w="6742" h="1" extrusionOk="0">
                  <a:moveTo>
                    <a:pt x="0" y="1"/>
                  </a:moveTo>
                  <a:lnTo>
                    <a:pt x="674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6"/>
            <p:cNvSpPr/>
            <p:nvPr/>
          </p:nvSpPr>
          <p:spPr>
            <a:xfrm>
              <a:off x="-3172159" y="1813986"/>
              <a:ext cx="406340" cy="60"/>
            </a:xfrm>
            <a:custGeom>
              <a:avLst/>
              <a:gdLst/>
              <a:ahLst/>
              <a:cxnLst/>
              <a:rect l="l" t="t" r="r" b="b"/>
              <a:pathLst>
                <a:path w="6742" h="1" fill="none" extrusionOk="0">
                  <a:moveTo>
                    <a:pt x="0" y="1"/>
                  </a:moveTo>
                  <a:lnTo>
                    <a:pt x="6742" y="1"/>
                  </a:lnTo>
                </a:path>
              </a:pathLst>
            </a:custGeom>
            <a:no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6"/>
            <p:cNvSpPr/>
            <p:nvPr/>
          </p:nvSpPr>
          <p:spPr>
            <a:xfrm>
              <a:off x="-1823238" y="1241532"/>
              <a:ext cx="924482" cy="60"/>
            </a:xfrm>
            <a:custGeom>
              <a:avLst/>
              <a:gdLst/>
              <a:ahLst/>
              <a:cxnLst/>
              <a:rect l="l" t="t" r="r" b="b"/>
              <a:pathLst>
                <a:path w="15339" h="1" extrusionOk="0">
                  <a:moveTo>
                    <a:pt x="0" y="0"/>
                  </a:moveTo>
                  <a:lnTo>
                    <a:pt x="15339" y="0"/>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6"/>
            <p:cNvSpPr/>
            <p:nvPr/>
          </p:nvSpPr>
          <p:spPr>
            <a:xfrm>
              <a:off x="-1823238" y="1241532"/>
              <a:ext cx="924482" cy="60"/>
            </a:xfrm>
            <a:custGeom>
              <a:avLst/>
              <a:gdLst/>
              <a:ahLst/>
              <a:cxnLst/>
              <a:rect l="l" t="t" r="r" b="b"/>
              <a:pathLst>
                <a:path w="15339" h="1" fill="none" extrusionOk="0">
                  <a:moveTo>
                    <a:pt x="0" y="0"/>
                  </a:moveTo>
                  <a:lnTo>
                    <a:pt x="15339" y="0"/>
                  </a:lnTo>
                </a:path>
              </a:pathLst>
            </a:custGeom>
            <a:solidFill>
              <a:schemeClr val="dk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6"/>
            <p:cNvSpPr/>
            <p:nvPr/>
          </p:nvSpPr>
          <p:spPr>
            <a:xfrm>
              <a:off x="-1823238" y="1371416"/>
              <a:ext cx="924482" cy="60"/>
            </a:xfrm>
            <a:custGeom>
              <a:avLst/>
              <a:gdLst/>
              <a:ahLst/>
              <a:cxnLst/>
              <a:rect l="l" t="t" r="r" b="b"/>
              <a:pathLst>
                <a:path w="15339" h="1" extrusionOk="0">
                  <a:moveTo>
                    <a:pt x="0" y="0"/>
                  </a:moveTo>
                  <a:lnTo>
                    <a:pt x="15339" y="0"/>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6"/>
            <p:cNvSpPr/>
            <p:nvPr/>
          </p:nvSpPr>
          <p:spPr>
            <a:xfrm>
              <a:off x="-1823238" y="1371416"/>
              <a:ext cx="924482" cy="60"/>
            </a:xfrm>
            <a:custGeom>
              <a:avLst/>
              <a:gdLst/>
              <a:ahLst/>
              <a:cxnLst/>
              <a:rect l="l" t="t" r="r" b="b"/>
              <a:pathLst>
                <a:path w="15339" h="1" fill="none" extrusionOk="0">
                  <a:moveTo>
                    <a:pt x="0" y="0"/>
                  </a:moveTo>
                  <a:lnTo>
                    <a:pt x="15339" y="0"/>
                  </a:lnTo>
                </a:path>
              </a:pathLst>
            </a:custGeom>
            <a:solidFill>
              <a:schemeClr val="dk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6"/>
            <p:cNvSpPr/>
            <p:nvPr/>
          </p:nvSpPr>
          <p:spPr>
            <a:xfrm>
              <a:off x="-1823238" y="1517935"/>
              <a:ext cx="924482" cy="60"/>
            </a:xfrm>
            <a:custGeom>
              <a:avLst/>
              <a:gdLst/>
              <a:ahLst/>
              <a:cxnLst/>
              <a:rect l="l" t="t" r="r" b="b"/>
              <a:pathLst>
                <a:path w="15339" h="1" extrusionOk="0">
                  <a:moveTo>
                    <a:pt x="0" y="1"/>
                  </a:moveTo>
                  <a:lnTo>
                    <a:pt x="15339" y="1"/>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6"/>
            <p:cNvSpPr/>
            <p:nvPr/>
          </p:nvSpPr>
          <p:spPr>
            <a:xfrm>
              <a:off x="-1823238" y="1517935"/>
              <a:ext cx="924482" cy="60"/>
            </a:xfrm>
            <a:custGeom>
              <a:avLst/>
              <a:gdLst/>
              <a:ahLst/>
              <a:cxnLst/>
              <a:rect l="l" t="t" r="r" b="b"/>
              <a:pathLst>
                <a:path w="15339" h="1" fill="none" extrusionOk="0">
                  <a:moveTo>
                    <a:pt x="0" y="1"/>
                  </a:moveTo>
                  <a:lnTo>
                    <a:pt x="15339" y="1"/>
                  </a:lnTo>
                </a:path>
              </a:pathLst>
            </a:custGeom>
            <a:solidFill>
              <a:schemeClr val="dk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6"/>
            <p:cNvSpPr/>
            <p:nvPr/>
          </p:nvSpPr>
          <p:spPr>
            <a:xfrm>
              <a:off x="-1823238" y="1647819"/>
              <a:ext cx="924482" cy="60"/>
            </a:xfrm>
            <a:custGeom>
              <a:avLst/>
              <a:gdLst/>
              <a:ahLst/>
              <a:cxnLst/>
              <a:rect l="l" t="t" r="r" b="b"/>
              <a:pathLst>
                <a:path w="15339" h="1" extrusionOk="0">
                  <a:moveTo>
                    <a:pt x="0" y="1"/>
                  </a:moveTo>
                  <a:lnTo>
                    <a:pt x="15339" y="1"/>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6"/>
            <p:cNvSpPr/>
            <p:nvPr/>
          </p:nvSpPr>
          <p:spPr>
            <a:xfrm>
              <a:off x="-1823238" y="1647819"/>
              <a:ext cx="924482" cy="60"/>
            </a:xfrm>
            <a:custGeom>
              <a:avLst/>
              <a:gdLst/>
              <a:ahLst/>
              <a:cxnLst/>
              <a:rect l="l" t="t" r="r" b="b"/>
              <a:pathLst>
                <a:path w="15339" h="1" fill="none" extrusionOk="0">
                  <a:moveTo>
                    <a:pt x="0" y="1"/>
                  </a:moveTo>
                  <a:lnTo>
                    <a:pt x="15339" y="1"/>
                  </a:lnTo>
                </a:path>
              </a:pathLst>
            </a:custGeom>
            <a:solidFill>
              <a:schemeClr val="dk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6"/>
            <p:cNvSpPr/>
            <p:nvPr/>
          </p:nvSpPr>
          <p:spPr>
            <a:xfrm>
              <a:off x="-1823238" y="1795905"/>
              <a:ext cx="924482" cy="60"/>
            </a:xfrm>
            <a:custGeom>
              <a:avLst/>
              <a:gdLst/>
              <a:ahLst/>
              <a:cxnLst/>
              <a:rect l="l" t="t" r="r" b="b"/>
              <a:pathLst>
                <a:path w="15339" h="1" extrusionOk="0">
                  <a:moveTo>
                    <a:pt x="0" y="0"/>
                  </a:moveTo>
                  <a:lnTo>
                    <a:pt x="15339" y="0"/>
                  </a:lnTo>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6"/>
            <p:cNvSpPr/>
            <p:nvPr/>
          </p:nvSpPr>
          <p:spPr>
            <a:xfrm>
              <a:off x="-1823238" y="1795905"/>
              <a:ext cx="924482" cy="60"/>
            </a:xfrm>
            <a:custGeom>
              <a:avLst/>
              <a:gdLst/>
              <a:ahLst/>
              <a:cxnLst/>
              <a:rect l="l" t="t" r="r" b="b"/>
              <a:pathLst>
                <a:path w="15339" h="1" fill="none" extrusionOk="0">
                  <a:moveTo>
                    <a:pt x="0" y="0"/>
                  </a:moveTo>
                  <a:lnTo>
                    <a:pt x="15339" y="0"/>
                  </a:lnTo>
                </a:path>
              </a:pathLst>
            </a:custGeom>
            <a:solidFill>
              <a:schemeClr val="dk1"/>
            </a:solidFill>
            <a:ln w="10650" cap="flat" cmpd="sng">
              <a:solidFill>
                <a:schemeClr val="dk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group of people around a table&#10;&#10;Description automatically generated">
            <a:extLst>
              <a:ext uri="{FF2B5EF4-FFF2-40B4-BE49-F238E27FC236}">
                <a16:creationId xmlns:a16="http://schemas.microsoft.com/office/drawing/2014/main" id="{F760FE8F-4818-6496-5F1B-4968D83CC66B}"/>
              </a:ext>
            </a:extLst>
          </p:cNvPr>
          <p:cNvPicPr>
            <a:picLocks noChangeAspect="1"/>
          </p:cNvPicPr>
          <p:nvPr/>
        </p:nvPicPr>
        <p:blipFill>
          <a:blip r:embed="rId3"/>
          <a:stretch>
            <a:fillRect/>
          </a:stretch>
        </p:blipFill>
        <p:spPr>
          <a:xfrm>
            <a:off x="570098" y="2687499"/>
            <a:ext cx="3761106" cy="1927443"/>
          </a:xfrm>
          <a:prstGeom prst="rect">
            <a:avLst/>
          </a:prstGeom>
        </p:spPr>
      </p:pic>
    </p:spTree>
  </p:cSld>
  <p:clrMapOvr>
    <a:masterClrMapping/>
  </p:clrMapOvr>
</p:sld>
</file>

<file path=ppt/theme/theme1.xml><?xml version="1.0" encoding="utf-8"?>
<a:theme xmlns:a="http://schemas.openxmlformats.org/drawingml/2006/main" name="Administrative Process Review Meeting by Slidesgo">
  <a:themeElements>
    <a:clrScheme name="Simple Light">
      <a:dk1>
        <a:srgbClr val="000000"/>
      </a:dk1>
      <a:lt1>
        <a:srgbClr val="F7F7F7"/>
      </a:lt1>
      <a:dk2>
        <a:srgbClr val="5757FF"/>
      </a:dk2>
      <a:lt2>
        <a:srgbClr val="FF1D25"/>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917</Words>
  <Application>Microsoft Office PowerPoint</Application>
  <PresentationFormat>On-screen Show (16:9)</PresentationFormat>
  <Paragraphs>114</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Times New Roman</vt:lpstr>
      <vt:lpstr>DM Sans</vt:lpstr>
      <vt:lpstr>Administrative Process Review Meeting by Slidesgo</vt:lpstr>
      <vt:lpstr>Urban Planning using  GEN AI</vt:lpstr>
      <vt:lpstr>Team Members</vt:lpstr>
      <vt:lpstr>Contents of review </vt:lpstr>
      <vt:lpstr>Introduction to Generative AI in Urban Planning</vt:lpstr>
      <vt:lpstr>Overview</vt:lpstr>
      <vt:lpstr>Why it matters?</vt:lpstr>
      <vt:lpstr>State-of-the-Art Generative AI Models in Smart City Planning</vt:lpstr>
      <vt:lpstr>Key Models </vt:lpstr>
      <vt:lpstr>Applications </vt:lpstr>
      <vt:lpstr>How Generative AI Enhances Efficiency, Resource Management &amp; Sustainability</vt:lpstr>
      <vt:lpstr>How Generative AI Enhances?</vt:lpstr>
      <vt:lpstr>Challenges of Generative AI in Urban Planning</vt:lpstr>
      <vt:lpstr>Real-Time Data Integration</vt:lpstr>
      <vt:lpstr>Scalability</vt:lpstr>
      <vt:lpstr>Human Oversight </vt:lpstr>
      <vt:lpstr>PowerPoint Presentation</vt:lpstr>
      <vt:lpstr>IoT and AI Synergy  </vt:lpstr>
      <vt:lpstr>Public Data Integration  </vt:lpstr>
      <vt:lpstr>Environmental Planning  </vt:lpstr>
      <vt:lpstr>PowerPoint Presentation</vt:lpstr>
      <vt:lpstr>Ethical Considerations</vt:lpstr>
      <vt:lpstr>PowerPoint Presentation</vt:lpstr>
      <vt:lpstr>New Areas for AI Integration </vt:lpstr>
      <vt:lpstr>AI for Climate Change </vt:lpstr>
      <vt:lpstr>PowerPoint Presentation</vt:lpstr>
      <vt:lpstr>Summary  </vt:lpstr>
      <vt:lpstr>Next Steps  </vt:lpstr>
      <vt:lpstr>Photo showcase</vt:lpstr>
      <vt:lpstr>Results Till Now</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IN26012201 IN26012201</cp:lastModifiedBy>
  <cp:revision>3</cp:revision>
  <dcterms:modified xsi:type="dcterms:W3CDTF">2026-08-28T22:05:22Z</dcterms:modified>
</cp:coreProperties>
</file>